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8"/>
  </p:notesMasterIdLst>
  <p:handoutMasterIdLst>
    <p:handoutMasterId r:id="rId19"/>
  </p:handoutMasterIdLst>
  <p:sldIdLst>
    <p:sldId id="1275" r:id="rId2"/>
    <p:sldId id="1264" r:id="rId3"/>
    <p:sldId id="1276" r:id="rId4"/>
    <p:sldId id="1266" r:id="rId5"/>
    <p:sldId id="1281" r:id="rId6"/>
    <p:sldId id="1267" r:id="rId7"/>
    <p:sldId id="1282" r:id="rId8"/>
    <p:sldId id="1268" r:id="rId9"/>
    <p:sldId id="1280" r:id="rId10"/>
    <p:sldId id="1283" r:id="rId11"/>
    <p:sldId id="1284" r:id="rId12"/>
    <p:sldId id="1286" r:id="rId13"/>
    <p:sldId id="1278" r:id="rId14"/>
    <p:sldId id="1279" r:id="rId15"/>
    <p:sldId id="1285" r:id="rId16"/>
    <p:sldId id="1274" r:id="rId17"/>
  </p:sldIdLst>
  <p:sldSz cx="12192000" cy="6858000"/>
  <p:notesSz cx="7104063" cy="10234613"/>
  <p:custDataLst>
    <p:tags r:id="rId20"/>
  </p:custDataLst>
  <p:defaultTextStyle>
    <a:defPPr>
      <a:defRPr lang="fr-FR"/>
    </a:defPPr>
    <a:lvl1pPr algn="l" rtl="0" eaLnBrk="0" fontAlgn="base" hangingPunct="0">
      <a:spcBef>
        <a:spcPct val="0"/>
      </a:spcBef>
      <a:spcAft>
        <a:spcPct val="0"/>
      </a:spcAft>
      <a:defRPr sz="1200" i="1" kern="1200">
        <a:solidFill>
          <a:schemeClr val="tx1"/>
        </a:solidFill>
        <a:latin typeface="ＭＳ Ｐゴシック" panose="020B0600070205080204" pitchFamily="34" charset="-128"/>
        <a:ea typeface="ＭＳ Ｐゴシック" panose="020B0600070205080204" pitchFamily="34" charset="-128"/>
        <a:cs typeface="+mn-cs"/>
      </a:defRPr>
    </a:lvl1pPr>
    <a:lvl2pPr marL="457200" algn="l" rtl="0" eaLnBrk="0" fontAlgn="base" hangingPunct="0">
      <a:spcBef>
        <a:spcPct val="0"/>
      </a:spcBef>
      <a:spcAft>
        <a:spcPct val="0"/>
      </a:spcAft>
      <a:defRPr sz="1200" i="1" kern="1200">
        <a:solidFill>
          <a:schemeClr val="tx1"/>
        </a:solidFill>
        <a:latin typeface="ＭＳ Ｐゴシック" panose="020B0600070205080204" pitchFamily="34" charset="-128"/>
        <a:ea typeface="ＭＳ Ｐゴシック" panose="020B0600070205080204" pitchFamily="34" charset="-128"/>
        <a:cs typeface="+mn-cs"/>
      </a:defRPr>
    </a:lvl2pPr>
    <a:lvl3pPr marL="914400" algn="l" rtl="0" eaLnBrk="0" fontAlgn="base" hangingPunct="0">
      <a:spcBef>
        <a:spcPct val="0"/>
      </a:spcBef>
      <a:spcAft>
        <a:spcPct val="0"/>
      </a:spcAft>
      <a:defRPr sz="1200" i="1" kern="1200">
        <a:solidFill>
          <a:schemeClr val="tx1"/>
        </a:solidFill>
        <a:latin typeface="ＭＳ Ｐゴシック" panose="020B0600070205080204" pitchFamily="34" charset="-128"/>
        <a:ea typeface="ＭＳ Ｐゴシック" panose="020B0600070205080204" pitchFamily="34" charset="-128"/>
        <a:cs typeface="+mn-cs"/>
      </a:defRPr>
    </a:lvl3pPr>
    <a:lvl4pPr marL="1371600" algn="l" rtl="0" eaLnBrk="0" fontAlgn="base" hangingPunct="0">
      <a:spcBef>
        <a:spcPct val="0"/>
      </a:spcBef>
      <a:spcAft>
        <a:spcPct val="0"/>
      </a:spcAft>
      <a:defRPr sz="1200" i="1" kern="1200">
        <a:solidFill>
          <a:schemeClr val="tx1"/>
        </a:solidFill>
        <a:latin typeface="ＭＳ Ｐゴシック" panose="020B0600070205080204" pitchFamily="34" charset="-128"/>
        <a:ea typeface="ＭＳ Ｐゴシック" panose="020B0600070205080204" pitchFamily="34" charset="-128"/>
        <a:cs typeface="+mn-cs"/>
      </a:defRPr>
    </a:lvl4pPr>
    <a:lvl5pPr marL="1828800" algn="l" rtl="0" eaLnBrk="0" fontAlgn="base" hangingPunct="0">
      <a:spcBef>
        <a:spcPct val="0"/>
      </a:spcBef>
      <a:spcAft>
        <a:spcPct val="0"/>
      </a:spcAft>
      <a:defRPr sz="1200" i="1" kern="1200">
        <a:solidFill>
          <a:schemeClr val="tx1"/>
        </a:solidFill>
        <a:latin typeface="ＭＳ Ｐゴシック" panose="020B0600070205080204" pitchFamily="34" charset="-128"/>
        <a:ea typeface="ＭＳ Ｐゴシック" panose="020B0600070205080204" pitchFamily="34" charset="-128"/>
        <a:cs typeface="+mn-cs"/>
      </a:defRPr>
    </a:lvl5pPr>
    <a:lvl6pPr marL="2286000" algn="l" defTabSz="914400" rtl="0" eaLnBrk="1" latinLnBrk="0" hangingPunct="1">
      <a:defRPr sz="1200" i="1" kern="1200">
        <a:solidFill>
          <a:schemeClr val="tx1"/>
        </a:solidFill>
        <a:latin typeface="ＭＳ Ｐゴシック" panose="020B0600070205080204" pitchFamily="34" charset="-128"/>
        <a:ea typeface="ＭＳ Ｐゴシック" panose="020B0600070205080204" pitchFamily="34" charset="-128"/>
        <a:cs typeface="+mn-cs"/>
      </a:defRPr>
    </a:lvl6pPr>
    <a:lvl7pPr marL="2743200" algn="l" defTabSz="914400" rtl="0" eaLnBrk="1" latinLnBrk="0" hangingPunct="1">
      <a:defRPr sz="1200" i="1" kern="1200">
        <a:solidFill>
          <a:schemeClr val="tx1"/>
        </a:solidFill>
        <a:latin typeface="ＭＳ Ｐゴシック" panose="020B0600070205080204" pitchFamily="34" charset="-128"/>
        <a:ea typeface="ＭＳ Ｐゴシック" panose="020B0600070205080204" pitchFamily="34" charset="-128"/>
        <a:cs typeface="+mn-cs"/>
      </a:defRPr>
    </a:lvl7pPr>
    <a:lvl8pPr marL="3200400" algn="l" defTabSz="914400" rtl="0" eaLnBrk="1" latinLnBrk="0" hangingPunct="1">
      <a:defRPr sz="1200" i="1" kern="1200">
        <a:solidFill>
          <a:schemeClr val="tx1"/>
        </a:solidFill>
        <a:latin typeface="ＭＳ Ｐゴシック" panose="020B0600070205080204" pitchFamily="34" charset="-128"/>
        <a:ea typeface="ＭＳ Ｐゴシック" panose="020B0600070205080204" pitchFamily="34" charset="-128"/>
        <a:cs typeface="+mn-cs"/>
      </a:defRPr>
    </a:lvl8pPr>
    <a:lvl9pPr marL="3657600" algn="l" defTabSz="914400" rtl="0" eaLnBrk="1" latinLnBrk="0" hangingPunct="1">
      <a:defRPr sz="1200" i="1" kern="1200">
        <a:solidFill>
          <a:schemeClr val="tx1"/>
        </a:solidFill>
        <a:latin typeface="ＭＳ Ｐゴシック" panose="020B0600070205080204" pitchFamily="34" charset="-128"/>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4119" userDrawn="1">
          <p15:clr>
            <a:srgbClr val="A4A3A4"/>
          </p15:clr>
        </p15:guide>
        <p15:guide id="2" orient="horz" pos="550" userDrawn="1">
          <p15:clr>
            <a:srgbClr val="A4A3A4"/>
          </p15:clr>
        </p15:guide>
        <p15:guide id="3" orient="horz" pos="904" userDrawn="1">
          <p15:clr>
            <a:srgbClr val="A4A3A4"/>
          </p15:clr>
        </p15:guide>
        <p15:guide id="4" orient="horz" pos="208" userDrawn="1">
          <p15:clr>
            <a:srgbClr val="A4A3A4"/>
          </p15:clr>
        </p15:guide>
        <p15:guide id="5" orient="horz" pos="1434" userDrawn="1">
          <p15:clr>
            <a:srgbClr val="A4A3A4"/>
          </p15:clr>
        </p15:guide>
        <p15:guide id="6" orient="horz" pos="3884" userDrawn="1">
          <p15:clr>
            <a:srgbClr val="A4A3A4"/>
          </p15:clr>
        </p15:guide>
        <p15:guide id="7" pos="513" userDrawn="1">
          <p15:clr>
            <a:srgbClr val="A4A3A4"/>
          </p15:clr>
        </p15:guide>
        <p15:guide id="8" pos="3840" userDrawn="1">
          <p15:clr>
            <a:srgbClr val="A4A3A4"/>
          </p15:clr>
        </p15:guide>
        <p15:guide id="9" pos="7167" userDrawn="1">
          <p15:clr>
            <a:srgbClr val="A4A3A4"/>
          </p15:clr>
        </p15:guide>
        <p15:guide id="10"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00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27"/>
    <p:restoredTop sz="92670" autoAdjust="0"/>
  </p:normalViewPr>
  <p:slideViewPr>
    <p:cSldViewPr snapToGrid="0">
      <p:cViewPr varScale="1">
        <p:scale>
          <a:sx n="76" d="100"/>
          <a:sy n="76" d="100"/>
        </p:scale>
        <p:origin x="1186" y="43"/>
      </p:cViewPr>
      <p:guideLst>
        <p:guide orient="horz" pos="4119"/>
        <p:guide orient="horz" pos="550"/>
        <p:guide orient="horz" pos="904"/>
        <p:guide orient="horz" pos="208"/>
        <p:guide orient="horz" pos="1434"/>
        <p:guide orient="horz" pos="3884"/>
        <p:guide pos="513"/>
        <p:guide pos="3840"/>
        <p:guide pos="7167"/>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95" d="100"/>
          <a:sy n="95" d="100"/>
        </p:scale>
        <p:origin x="-1848" y="-96"/>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hosu\Desktop\&#30740;&#31350;&#27010;&#35201;&#29992;&#12288;&#12464;&#12521;&#1250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hosu\Desktop\1223011&#12288;&#20304;&#34276;&#32724;&#20142;&#12288;&#24773;&#22577;&#20966;&#29702;&#27861;06&#12288;&#12464;&#12521;&#1250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hosu\Desktop\1223011&#12288;&#20304;&#34276;&#32724;&#20142;&#12288;&#24773;&#22577;&#20966;&#29702;&#27861;06&#12288;&#12464;&#12521;&#12501;.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250481816470502"/>
          <c:y val="2.3150319620703991E-2"/>
          <c:w val="0.88352091796574828"/>
          <c:h val="0.94076207825161851"/>
        </c:manualLayout>
      </c:layout>
      <c:scatterChart>
        <c:scatterStyle val="lineMarker"/>
        <c:varyColors val="0"/>
        <c:ser>
          <c:idx val="0"/>
          <c:order val="0"/>
          <c:spPr>
            <a:ln w="19050" cap="rnd">
              <a:solidFill>
                <a:schemeClr val="tx1"/>
              </a:solidFill>
              <a:round/>
            </a:ln>
            <a:effectLst/>
          </c:spPr>
          <c:marker>
            <c:symbol val="none"/>
          </c:marker>
          <c:xVal>
            <c:numRef>
              <c:f>Sheet2!$A$2:$A$1464</c:f>
              <c:numCache>
                <c:formatCode>General</c:formatCode>
                <c:ptCount val="146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pt idx="721">
                  <c:v>721</c:v>
                </c:pt>
                <c:pt idx="722">
                  <c:v>722</c:v>
                </c:pt>
                <c:pt idx="723">
                  <c:v>723</c:v>
                </c:pt>
                <c:pt idx="724">
                  <c:v>724</c:v>
                </c:pt>
                <c:pt idx="725">
                  <c:v>725</c:v>
                </c:pt>
                <c:pt idx="726">
                  <c:v>726</c:v>
                </c:pt>
                <c:pt idx="727">
                  <c:v>727</c:v>
                </c:pt>
                <c:pt idx="728">
                  <c:v>728</c:v>
                </c:pt>
                <c:pt idx="729">
                  <c:v>729</c:v>
                </c:pt>
                <c:pt idx="730">
                  <c:v>730</c:v>
                </c:pt>
                <c:pt idx="731">
                  <c:v>731</c:v>
                </c:pt>
                <c:pt idx="732">
                  <c:v>732</c:v>
                </c:pt>
                <c:pt idx="733">
                  <c:v>733</c:v>
                </c:pt>
                <c:pt idx="734">
                  <c:v>734</c:v>
                </c:pt>
                <c:pt idx="735">
                  <c:v>735</c:v>
                </c:pt>
                <c:pt idx="736">
                  <c:v>736</c:v>
                </c:pt>
                <c:pt idx="737">
                  <c:v>737</c:v>
                </c:pt>
                <c:pt idx="738">
                  <c:v>738</c:v>
                </c:pt>
                <c:pt idx="739">
                  <c:v>739</c:v>
                </c:pt>
                <c:pt idx="740">
                  <c:v>740</c:v>
                </c:pt>
                <c:pt idx="741">
                  <c:v>741</c:v>
                </c:pt>
                <c:pt idx="742">
                  <c:v>742</c:v>
                </c:pt>
                <c:pt idx="743">
                  <c:v>743</c:v>
                </c:pt>
                <c:pt idx="744">
                  <c:v>744</c:v>
                </c:pt>
                <c:pt idx="745">
                  <c:v>745</c:v>
                </c:pt>
                <c:pt idx="746">
                  <c:v>746</c:v>
                </c:pt>
                <c:pt idx="747">
                  <c:v>747</c:v>
                </c:pt>
                <c:pt idx="748">
                  <c:v>748</c:v>
                </c:pt>
                <c:pt idx="749">
                  <c:v>749</c:v>
                </c:pt>
                <c:pt idx="750">
                  <c:v>750</c:v>
                </c:pt>
                <c:pt idx="751">
                  <c:v>751</c:v>
                </c:pt>
                <c:pt idx="752">
                  <c:v>752</c:v>
                </c:pt>
                <c:pt idx="753">
                  <c:v>753</c:v>
                </c:pt>
                <c:pt idx="754">
                  <c:v>754</c:v>
                </c:pt>
                <c:pt idx="755">
                  <c:v>755</c:v>
                </c:pt>
                <c:pt idx="756">
                  <c:v>756</c:v>
                </c:pt>
                <c:pt idx="757">
                  <c:v>757</c:v>
                </c:pt>
                <c:pt idx="758">
                  <c:v>758</c:v>
                </c:pt>
                <c:pt idx="759">
                  <c:v>759</c:v>
                </c:pt>
                <c:pt idx="760">
                  <c:v>760</c:v>
                </c:pt>
                <c:pt idx="761">
                  <c:v>761</c:v>
                </c:pt>
                <c:pt idx="762">
                  <c:v>762</c:v>
                </c:pt>
                <c:pt idx="763">
                  <c:v>763</c:v>
                </c:pt>
                <c:pt idx="764">
                  <c:v>764</c:v>
                </c:pt>
                <c:pt idx="765">
                  <c:v>765</c:v>
                </c:pt>
                <c:pt idx="766">
                  <c:v>766</c:v>
                </c:pt>
                <c:pt idx="767">
                  <c:v>767</c:v>
                </c:pt>
                <c:pt idx="768">
                  <c:v>768</c:v>
                </c:pt>
                <c:pt idx="769">
                  <c:v>769</c:v>
                </c:pt>
                <c:pt idx="770">
                  <c:v>770</c:v>
                </c:pt>
                <c:pt idx="771">
                  <c:v>771</c:v>
                </c:pt>
                <c:pt idx="772">
                  <c:v>772</c:v>
                </c:pt>
                <c:pt idx="773">
                  <c:v>773</c:v>
                </c:pt>
                <c:pt idx="774">
                  <c:v>774</c:v>
                </c:pt>
                <c:pt idx="775">
                  <c:v>775</c:v>
                </c:pt>
                <c:pt idx="776">
                  <c:v>776</c:v>
                </c:pt>
                <c:pt idx="777">
                  <c:v>777</c:v>
                </c:pt>
                <c:pt idx="778">
                  <c:v>778</c:v>
                </c:pt>
                <c:pt idx="779">
                  <c:v>779</c:v>
                </c:pt>
                <c:pt idx="780">
                  <c:v>780</c:v>
                </c:pt>
                <c:pt idx="781">
                  <c:v>781</c:v>
                </c:pt>
                <c:pt idx="782">
                  <c:v>782</c:v>
                </c:pt>
                <c:pt idx="783">
                  <c:v>783</c:v>
                </c:pt>
                <c:pt idx="784">
                  <c:v>784</c:v>
                </c:pt>
                <c:pt idx="785">
                  <c:v>785</c:v>
                </c:pt>
                <c:pt idx="786">
                  <c:v>786</c:v>
                </c:pt>
                <c:pt idx="787">
                  <c:v>787</c:v>
                </c:pt>
                <c:pt idx="788">
                  <c:v>788</c:v>
                </c:pt>
                <c:pt idx="789">
                  <c:v>789</c:v>
                </c:pt>
                <c:pt idx="790">
                  <c:v>790</c:v>
                </c:pt>
                <c:pt idx="791">
                  <c:v>791</c:v>
                </c:pt>
                <c:pt idx="792">
                  <c:v>792</c:v>
                </c:pt>
                <c:pt idx="793">
                  <c:v>793</c:v>
                </c:pt>
                <c:pt idx="794">
                  <c:v>794</c:v>
                </c:pt>
                <c:pt idx="795">
                  <c:v>795</c:v>
                </c:pt>
                <c:pt idx="796">
                  <c:v>796</c:v>
                </c:pt>
                <c:pt idx="797">
                  <c:v>797</c:v>
                </c:pt>
                <c:pt idx="798">
                  <c:v>798</c:v>
                </c:pt>
                <c:pt idx="799">
                  <c:v>799</c:v>
                </c:pt>
                <c:pt idx="800">
                  <c:v>800</c:v>
                </c:pt>
                <c:pt idx="801">
                  <c:v>801</c:v>
                </c:pt>
                <c:pt idx="802">
                  <c:v>802</c:v>
                </c:pt>
                <c:pt idx="803">
                  <c:v>803</c:v>
                </c:pt>
                <c:pt idx="804">
                  <c:v>804</c:v>
                </c:pt>
                <c:pt idx="805">
                  <c:v>805</c:v>
                </c:pt>
                <c:pt idx="806">
                  <c:v>806</c:v>
                </c:pt>
                <c:pt idx="807">
                  <c:v>807</c:v>
                </c:pt>
                <c:pt idx="808">
                  <c:v>808</c:v>
                </c:pt>
                <c:pt idx="809">
                  <c:v>809</c:v>
                </c:pt>
                <c:pt idx="810">
                  <c:v>810</c:v>
                </c:pt>
                <c:pt idx="811">
                  <c:v>811</c:v>
                </c:pt>
                <c:pt idx="812">
                  <c:v>812</c:v>
                </c:pt>
                <c:pt idx="813">
                  <c:v>813</c:v>
                </c:pt>
                <c:pt idx="814">
                  <c:v>814</c:v>
                </c:pt>
                <c:pt idx="815">
                  <c:v>815</c:v>
                </c:pt>
                <c:pt idx="816">
                  <c:v>816</c:v>
                </c:pt>
                <c:pt idx="817">
                  <c:v>817</c:v>
                </c:pt>
                <c:pt idx="818">
                  <c:v>818</c:v>
                </c:pt>
                <c:pt idx="819">
                  <c:v>819</c:v>
                </c:pt>
                <c:pt idx="820">
                  <c:v>820</c:v>
                </c:pt>
                <c:pt idx="821">
                  <c:v>821</c:v>
                </c:pt>
                <c:pt idx="822">
                  <c:v>822</c:v>
                </c:pt>
                <c:pt idx="823">
                  <c:v>823</c:v>
                </c:pt>
                <c:pt idx="824">
                  <c:v>824</c:v>
                </c:pt>
                <c:pt idx="825">
                  <c:v>825</c:v>
                </c:pt>
                <c:pt idx="826">
                  <c:v>826</c:v>
                </c:pt>
                <c:pt idx="827">
                  <c:v>827</c:v>
                </c:pt>
                <c:pt idx="828">
                  <c:v>828</c:v>
                </c:pt>
                <c:pt idx="829">
                  <c:v>829</c:v>
                </c:pt>
                <c:pt idx="830">
                  <c:v>830</c:v>
                </c:pt>
                <c:pt idx="831">
                  <c:v>831</c:v>
                </c:pt>
                <c:pt idx="832">
                  <c:v>832</c:v>
                </c:pt>
                <c:pt idx="833">
                  <c:v>833</c:v>
                </c:pt>
                <c:pt idx="834">
                  <c:v>834</c:v>
                </c:pt>
                <c:pt idx="835">
                  <c:v>835</c:v>
                </c:pt>
                <c:pt idx="836">
                  <c:v>836</c:v>
                </c:pt>
                <c:pt idx="837">
                  <c:v>837</c:v>
                </c:pt>
                <c:pt idx="838">
                  <c:v>838</c:v>
                </c:pt>
                <c:pt idx="839">
                  <c:v>839</c:v>
                </c:pt>
                <c:pt idx="840">
                  <c:v>840</c:v>
                </c:pt>
                <c:pt idx="841">
                  <c:v>841</c:v>
                </c:pt>
                <c:pt idx="842">
                  <c:v>842</c:v>
                </c:pt>
                <c:pt idx="843">
                  <c:v>843</c:v>
                </c:pt>
                <c:pt idx="844">
                  <c:v>844</c:v>
                </c:pt>
                <c:pt idx="845">
                  <c:v>845</c:v>
                </c:pt>
                <c:pt idx="846">
                  <c:v>846</c:v>
                </c:pt>
                <c:pt idx="847">
                  <c:v>847</c:v>
                </c:pt>
                <c:pt idx="848">
                  <c:v>848</c:v>
                </c:pt>
                <c:pt idx="849">
                  <c:v>849</c:v>
                </c:pt>
                <c:pt idx="850">
                  <c:v>850</c:v>
                </c:pt>
                <c:pt idx="851">
                  <c:v>851</c:v>
                </c:pt>
                <c:pt idx="852">
                  <c:v>852</c:v>
                </c:pt>
                <c:pt idx="853">
                  <c:v>853</c:v>
                </c:pt>
                <c:pt idx="854">
                  <c:v>854</c:v>
                </c:pt>
                <c:pt idx="855">
                  <c:v>855</c:v>
                </c:pt>
                <c:pt idx="856">
                  <c:v>856</c:v>
                </c:pt>
                <c:pt idx="857">
                  <c:v>857</c:v>
                </c:pt>
                <c:pt idx="858">
                  <c:v>858</c:v>
                </c:pt>
                <c:pt idx="859">
                  <c:v>859</c:v>
                </c:pt>
                <c:pt idx="860">
                  <c:v>860</c:v>
                </c:pt>
                <c:pt idx="861">
                  <c:v>861</c:v>
                </c:pt>
                <c:pt idx="862">
                  <c:v>862</c:v>
                </c:pt>
                <c:pt idx="863">
                  <c:v>863</c:v>
                </c:pt>
                <c:pt idx="864">
                  <c:v>864</c:v>
                </c:pt>
                <c:pt idx="865">
                  <c:v>865</c:v>
                </c:pt>
                <c:pt idx="866">
                  <c:v>866</c:v>
                </c:pt>
                <c:pt idx="867">
                  <c:v>867</c:v>
                </c:pt>
                <c:pt idx="868">
                  <c:v>868</c:v>
                </c:pt>
                <c:pt idx="869">
                  <c:v>869</c:v>
                </c:pt>
                <c:pt idx="870">
                  <c:v>870</c:v>
                </c:pt>
                <c:pt idx="871">
                  <c:v>871</c:v>
                </c:pt>
                <c:pt idx="872">
                  <c:v>872</c:v>
                </c:pt>
                <c:pt idx="873">
                  <c:v>873</c:v>
                </c:pt>
                <c:pt idx="874">
                  <c:v>874</c:v>
                </c:pt>
                <c:pt idx="875">
                  <c:v>875</c:v>
                </c:pt>
                <c:pt idx="876">
                  <c:v>876</c:v>
                </c:pt>
                <c:pt idx="877">
                  <c:v>877</c:v>
                </c:pt>
                <c:pt idx="878">
                  <c:v>878</c:v>
                </c:pt>
                <c:pt idx="879">
                  <c:v>879</c:v>
                </c:pt>
                <c:pt idx="880">
                  <c:v>880</c:v>
                </c:pt>
                <c:pt idx="881">
                  <c:v>881</c:v>
                </c:pt>
                <c:pt idx="882">
                  <c:v>882</c:v>
                </c:pt>
                <c:pt idx="883">
                  <c:v>883</c:v>
                </c:pt>
                <c:pt idx="884">
                  <c:v>884</c:v>
                </c:pt>
                <c:pt idx="885">
                  <c:v>885</c:v>
                </c:pt>
                <c:pt idx="886">
                  <c:v>886</c:v>
                </c:pt>
                <c:pt idx="887">
                  <c:v>887</c:v>
                </c:pt>
                <c:pt idx="888">
                  <c:v>888</c:v>
                </c:pt>
                <c:pt idx="889">
                  <c:v>889</c:v>
                </c:pt>
                <c:pt idx="890">
                  <c:v>890</c:v>
                </c:pt>
                <c:pt idx="891">
                  <c:v>891</c:v>
                </c:pt>
                <c:pt idx="892">
                  <c:v>892</c:v>
                </c:pt>
                <c:pt idx="893">
                  <c:v>893</c:v>
                </c:pt>
                <c:pt idx="894">
                  <c:v>894</c:v>
                </c:pt>
                <c:pt idx="895">
                  <c:v>895</c:v>
                </c:pt>
                <c:pt idx="896">
                  <c:v>896</c:v>
                </c:pt>
                <c:pt idx="897">
                  <c:v>897</c:v>
                </c:pt>
                <c:pt idx="898">
                  <c:v>898</c:v>
                </c:pt>
                <c:pt idx="899">
                  <c:v>899</c:v>
                </c:pt>
                <c:pt idx="900">
                  <c:v>900</c:v>
                </c:pt>
                <c:pt idx="901">
                  <c:v>901</c:v>
                </c:pt>
                <c:pt idx="902">
                  <c:v>902</c:v>
                </c:pt>
                <c:pt idx="903">
                  <c:v>903</c:v>
                </c:pt>
                <c:pt idx="904">
                  <c:v>904</c:v>
                </c:pt>
                <c:pt idx="905">
                  <c:v>905</c:v>
                </c:pt>
                <c:pt idx="906">
                  <c:v>906</c:v>
                </c:pt>
                <c:pt idx="907">
                  <c:v>907</c:v>
                </c:pt>
                <c:pt idx="908">
                  <c:v>908</c:v>
                </c:pt>
                <c:pt idx="909">
                  <c:v>909</c:v>
                </c:pt>
                <c:pt idx="910">
                  <c:v>910</c:v>
                </c:pt>
                <c:pt idx="911">
                  <c:v>911</c:v>
                </c:pt>
                <c:pt idx="912">
                  <c:v>912</c:v>
                </c:pt>
                <c:pt idx="913">
                  <c:v>913</c:v>
                </c:pt>
                <c:pt idx="914">
                  <c:v>914</c:v>
                </c:pt>
                <c:pt idx="915">
                  <c:v>915</c:v>
                </c:pt>
                <c:pt idx="916">
                  <c:v>916</c:v>
                </c:pt>
                <c:pt idx="917">
                  <c:v>917</c:v>
                </c:pt>
                <c:pt idx="918">
                  <c:v>918</c:v>
                </c:pt>
                <c:pt idx="919">
                  <c:v>919</c:v>
                </c:pt>
                <c:pt idx="920">
                  <c:v>920</c:v>
                </c:pt>
                <c:pt idx="921">
                  <c:v>921</c:v>
                </c:pt>
                <c:pt idx="922">
                  <c:v>922</c:v>
                </c:pt>
                <c:pt idx="923">
                  <c:v>923</c:v>
                </c:pt>
                <c:pt idx="924">
                  <c:v>924</c:v>
                </c:pt>
                <c:pt idx="925">
                  <c:v>925</c:v>
                </c:pt>
                <c:pt idx="926">
                  <c:v>926</c:v>
                </c:pt>
                <c:pt idx="927">
                  <c:v>927</c:v>
                </c:pt>
                <c:pt idx="928">
                  <c:v>928</c:v>
                </c:pt>
                <c:pt idx="929">
                  <c:v>929</c:v>
                </c:pt>
                <c:pt idx="930">
                  <c:v>930</c:v>
                </c:pt>
                <c:pt idx="931">
                  <c:v>931</c:v>
                </c:pt>
                <c:pt idx="932">
                  <c:v>932</c:v>
                </c:pt>
                <c:pt idx="933">
                  <c:v>933</c:v>
                </c:pt>
                <c:pt idx="934">
                  <c:v>934</c:v>
                </c:pt>
                <c:pt idx="935">
                  <c:v>935</c:v>
                </c:pt>
                <c:pt idx="936">
                  <c:v>936</c:v>
                </c:pt>
                <c:pt idx="937">
                  <c:v>937</c:v>
                </c:pt>
                <c:pt idx="938">
                  <c:v>938</c:v>
                </c:pt>
                <c:pt idx="939">
                  <c:v>939</c:v>
                </c:pt>
                <c:pt idx="940">
                  <c:v>940</c:v>
                </c:pt>
                <c:pt idx="941">
                  <c:v>941</c:v>
                </c:pt>
                <c:pt idx="942">
                  <c:v>942</c:v>
                </c:pt>
                <c:pt idx="943">
                  <c:v>943</c:v>
                </c:pt>
                <c:pt idx="944">
                  <c:v>944</c:v>
                </c:pt>
                <c:pt idx="945">
                  <c:v>945</c:v>
                </c:pt>
                <c:pt idx="946">
                  <c:v>946</c:v>
                </c:pt>
                <c:pt idx="947">
                  <c:v>947</c:v>
                </c:pt>
                <c:pt idx="948">
                  <c:v>948</c:v>
                </c:pt>
                <c:pt idx="949">
                  <c:v>949</c:v>
                </c:pt>
                <c:pt idx="950">
                  <c:v>950</c:v>
                </c:pt>
                <c:pt idx="951">
                  <c:v>951</c:v>
                </c:pt>
                <c:pt idx="952">
                  <c:v>952</c:v>
                </c:pt>
                <c:pt idx="953">
                  <c:v>953</c:v>
                </c:pt>
                <c:pt idx="954">
                  <c:v>954</c:v>
                </c:pt>
                <c:pt idx="955">
                  <c:v>955</c:v>
                </c:pt>
                <c:pt idx="956">
                  <c:v>956</c:v>
                </c:pt>
                <c:pt idx="957">
                  <c:v>957</c:v>
                </c:pt>
                <c:pt idx="958">
                  <c:v>958</c:v>
                </c:pt>
                <c:pt idx="959">
                  <c:v>959</c:v>
                </c:pt>
                <c:pt idx="960">
                  <c:v>960</c:v>
                </c:pt>
                <c:pt idx="961">
                  <c:v>961</c:v>
                </c:pt>
                <c:pt idx="962">
                  <c:v>962</c:v>
                </c:pt>
                <c:pt idx="963">
                  <c:v>963</c:v>
                </c:pt>
                <c:pt idx="964">
                  <c:v>964</c:v>
                </c:pt>
                <c:pt idx="965">
                  <c:v>965</c:v>
                </c:pt>
                <c:pt idx="966">
                  <c:v>966</c:v>
                </c:pt>
                <c:pt idx="967">
                  <c:v>967</c:v>
                </c:pt>
                <c:pt idx="968">
                  <c:v>968</c:v>
                </c:pt>
                <c:pt idx="969">
                  <c:v>969</c:v>
                </c:pt>
                <c:pt idx="970">
                  <c:v>970</c:v>
                </c:pt>
                <c:pt idx="971">
                  <c:v>971</c:v>
                </c:pt>
                <c:pt idx="972">
                  <c:v>972</c:v>
                </c:pt>
                <c:pt idx="973">
                  <c:v>973</c:v>
                </c:pt>
                <c:pt idx="974">
                  <c:v>974</c:v>
                </c:pt>
                <c:pt idx="975">
                  <c:v>975</c:v>
                </c:pt>
                <c:pt idx="976">
                  <c:v>976</c:v>
                </c:pt>
                <c:pt idx="977">
                  <c:v>977</c:v>
                </c:pt>
                <c:pt idx="978">
                  <c:v>978</c:v>
                </c:pt>
                <c:pt idx="979">
                  <c:v>979</c:v>
                </c:pt>
                <c:pt idx="980">
                  <c:v>980</c:v>
                </c:pt>
                <c:pt idx="981">
                  <c:v>981</c:v>
                </c:pt>
                <c:pt idx="982">
                  <c:v>982</c:v>
                </c:pt>
                <c:pt idx="983">
                  <c:v>983</c:v>
                </c:pt>
                <c:pt idx="984">
                  <c:v>984</c:v>
                </c:pt>
                <c:pt idx="985">
                  <c:v>985</c:v>
                </c:pt>
                <c:pt idx="986">
                  <c:v>986</c:v>
                </c:pt>
                <c:pt idx="987">
                  <c:v>987</c:v>
                </c:pt>
                <c:pt idx="988">
                  <c:v>988</c:v>
                </c:pt>
                <c:pt idx="989">
                  <c:v>989</c:v>
                </c:pt>
                <c:pt idx="990">
                  <c:v>990</c:v>
                </c:pt>
                <c:pt idx="991">
                  <c:v>991</c:v>
                </c:pt>
                <c:pt idx="992">
                  <c:v>992</c:v>
                </c:pt>
                <c:pt idx="993">
                  <c:v>993</c:v>
                </c:pt>
                <c:pt idx="994">
                  <c:v>994</c:v>
                </c:pt>
                <c:pt idx="995">
                  <c:v>995</c:v>
                </c:pt>
                <c:pt idx="996">
                  <c:v>996</c:v>
                </c:pt>
                <c:pt idx="997">
                  <c:v>997</c:v>
                </c:pt>
                <c:pt idx="998">
                  <c:v>998</c:v>
                </c:pt>
                <c:pt idx="999">
                  <c:v>999</c:v>
                </c:pt>
                <c:pt idx="1000">
                  <c:v>1000</c:v>
                </c:pt>
                <c:pt idx="1001">
                  <c:v>1001</c:v>
                </c:pt>
                <c:pt idx="1002">
                  <c:v>1002</c:v>
                </c:pt>
                <c:pt idx="1003">
                  <c:v>1003</c:v>
                </c:pt>
                <c:pt idx="1004">
                  <c:v>1004</c:v>
                </c:pt>
                <c:pt idx="1005">
                  <c:v>1005</c:v>
                </c:pt>
                <c:pt idx="1006">
                  <c:v>1006</c:v>
                </c:pt>
                <c:pt idx="1007">
                  <c:v>1007</c:v>
                </c:pt>
                <c:pt idx="1008">
                  <c:v>1008</c:v>
                </c:pt>
                <c:pt idx="1009">
                  <c:v>1009</c:v>
                </c:pt>
                <c:pt idx="1010">
                  <c:v>1010</c:v>
                </c:pt>
                <c:pt idx="1011">
                  <c:v>1011</c:v>
                </c:pt>
                <c:pt idx="1012">
                  <c:v>1012</c:v>
                </c:pt>
                <c:pt idx="1013">
                  <c:v>1013</c:v>
                </c:pt>
                <c:pt idx="1014">
                  <c:v>1014</c:v>
                </c:pt>
                <c:pt idx="1015">
                  <c:v>1015</c:v>
                </c:pt>
                <c:pt idx="1016">
                  <c:v>1016</c:v>
                </c:pt>
                <c:pt idx="1017">
                  <c:v>1017</c:v>
                </c:pt>
                <c:pt idx="1018">
                  <c:v>1018</c:v>
                </c:pt>
                <c:pt idx="1019">
                  <c:v>1019</c:v>
                </c:pt>
                <c:pt idx="1020">
                  <c:v>1020</c:v>
                </c:pt>
                <c:pt idx="1021">
                  <c:v>1021</c:v>
                </c:pt>
                <c:pt idx="1022">
                  <c:v>1022</c:v>
                </c:pt>
                <c:pt idx="1023">
                  <c:v>1023</c:v>
                </c:pt>
                <c:pt idx="1024">
                  <c:v>1024</c:v>
                </c:pt>
                <c:pt idx="1025">
                  <c:v>1025</c:v>
                </c:pt>
                <c:pt idx="1026">
                  <c:v>1026</c:v>
                </c:pt>
                <c:pt idx="1027">
                  <c:v>1027</c:v>
                </c:pt>
                <c:pt idx="1028">
                  <c:v>1028</c:v>
                </c:pt>
                <c:pt idx="1029">
                  <c:v>1029</c:v>
                </c:pt>
                <c:pt idx="1030">
                  <c:v>1030</c:v>
                </c:pt>
                <c:pt idx="1031">
                  <c:v>1031</c:v>
                </c:pt>
                <c:pt idx="1032">
                  <c:v>1032</c:v>
                </c:pt>
                <c:pt idx="1033">
                  <c:v>1033</c:v>
                </c:pt>
                <c:pt idx="1034">
                  <c:v>1034</c:v>
                </c:pt>
                <c:pt idx="1035">
                  <c:v>1035</c:v>
                </c:pt>
                <c:pt idx="1036">
                  <c:v>1036</c:v>
                </c:pt>
                <c:pt idx="1037">
                  <c:v>1037</c:v>
                </c:pt>
                <c:pt idx="1038">
                  <c:v>1038</c:v>
                </c:pt>
                <c:pt idx="1039">
                  <c:v>1039</c:v>
                </c:pt>
                <c:pt idx="1040">
                  <c:v>1040</c:v>
                </c:pt>
                <c:pt idx="1041">
                  <c:v>1041</c:v>
                </c:pt>
                <c:pt idx="1042">
                  <c:v>1042</c:v>
                </c:pt>
                <c:pt idx="1043">
                  <c:v>1043</c:v>
                </c:pt>
                <c:pt idx="1044">
                  <c:v>1044</c:v>
                </c:pt>
                <c:pt idx="1045">
                  <c:v>1045</c:v>
                </c:pt>
                <c:pt idx="1046">
                  <c:v>1046</c:v>
                </c:pt>
                <c:pt idx="1047">
                  <c:v>1047</c:v>
                </c:pt>
                <c:pt idx="1048">
                  <c:v>1048</c:v>
                </c:pt>
                <c:pt idx="1049">
                  <c:v>1049</c:v>
                </c:pt>
                <c:pt idx="1050">
                  <c:v>1050</c:v>
                </c:pt>
                <c:pt idx="1051">
                  <c:v>1051</c:v>
                </c:pt>
                <c:pt idx="1052">
                  <c:v>1052</c:v>
                </c:pt>
                <c:pt idx="1053">
                  <c:v>1053</c:v>
                </c:pt>
                <c:pt idx="1054">
                  <c:v>1054</c:v>
                </c:pt>
                <c:pt idx="1055">
                  <c:v>1055</c:v>
                </c:pt>
                <c:pt idx="1056">
                  <c:v>1056</c:v>
                </c:pt>
                <c:pt idx="1057">
                  <c:v>1057</c:v>
                </c:pt>
                <c:pt idx="1058">
                  <c:v>1058</c:v>
                </c:pt>
                <c:pt idx="1059">
                  <c:v>1059</c:v>
                </c:pt>
                <c:pt idx="1060">
                  <c:v>1060</c:v>
                </c:pt>
                <c:pt idx="1061">
                  <c:v>1061</c:v>
                </c:pt>
                <c:pt idx="1062">
                  <c:v>1062</c:v>
                </c:pt>
                <c:pt idx="1063">
                  <c:v>1063</c:v>
                </c:pt>
                <c:pt idx="1064">
                  <c:v>1064</c:v>
                </c:pt>
                <c:pt idx="1065">
                  <c:v>1065</c:v>
                </c:pt>
                <c:pt idx="1066">
                  <c:v>1066</c:v>
                </c:pt>
                <c:pt idx="1067">
                  <c:v>1067</c:v>
                </c:pt>
                <c:pt idx="1068">
                  <c:v>1068</c:v>
                </c:pt>
                <c:pt idx="1069">
                  <c:v>1069</c:v>
                </c:pt>
                <c:pt idx="1070">
                  <c:v>1070</c:v>
                </c:pt>
                <c:pt idx="1071">
                  <c:v>1071</c:v>
                </c:pt>
                <c:pt idx="1072">
                  <c:v>1072</c:v>
                </c:pt>
                <c:pt idx="1073">
                  <c:v>1073</c:v>
                </c:pt>
                <c:pt idx="1074">
                  <c:v>1074</c:v>
                </c:pt>
                <c:pt idx="1075">
                  <c:v>1075</c:v>
                </c:pt>
                <c:pt idx="1076">
                  <c:v>1076</c:v>
                </c:pt>
                <c:pt idx="1077">
                  <c:v>1077</c:v>
                </c:pt>
                <c:pt idx="1078">
                  <c:v>1078</c:v>
                </c:pt>
                <c:pt idx="1079">
                  <c:v>1079</c:v>
                </c:pt>
                <c:pt idx="1080">
                  <c:v>1080</c:v>
                </c:pt>
                <c:pt idx="1081">
                  <c:v>1081</c:v>
                </c:pt>
                <c:pt idx="1082">
                  <c:v>1082</c:v>
                </c:pt>
                <c:pt idx="1083">
                  <c:v>1083</c:v>
                </c:pt>
                <c:pt idx="1084">
                  <c:v>1084</c:v>
                </c:pt>
                <c:pt idx="1085">
                  <c:v>1085</c:v>
                </c:pt>
                <c:pt idx="1086">
                  <c:v>1086</c:v>
                </c:pt>
                <c:pt idx="1087">
                  <c:v>1087</c:v>
                </c:pt>
                <c:pt idx="1088">
                  <c:v>1088</c:v>
                </c:pt>
                <c:pt idx="1089">
                  <c:v>1089</c:v>
                </c:pt>
                <c:pt idx="1090">
                  <c:v>1090</c:v>
                </c:pt>
                <c:pt idx="1091">
                  <c:v>1091</c:v>
                </c:pt>
                <c:pt idx="1092">
                  <c:v>1092</c:v>
                </c:pt>
                <c:pt idx="1093">
                  <c:v>1093</c:v>
                </c:pt>
                <c:pt idx="1094">
                  <c:v>1094</c:v>
                </c:pt>
                <c:pt idx="1095">
                  <c:v>1095</c:v>
                </c:pt>
                <c:pt idx="1096">
                  <c:v>1096</c:v>
                </c:pt>
                <c:pt idx="1097">
                  <c:v>1097</c:v>
                </c:pt>
                <c:pt idx="1098">
                  <c:v>1098</c:v>
                </c:pt>
                <c:pt idx="1099">
                  <c:v>1099</c:v>
                </c:pt>
                <c:pt idx="1100">
                  <c:v>1100</c:v>
                </c:pt>
                <c:pt idx="1101">
                  <c:v>1101</c:v>
                </c:pt>
                <c:pt idx="1102">
                  <c:v>1102</c:v>
                </c:pt>
                <c:pt idx="1103">
                  <c:v>1103</c:v>
                </c:pt>
                <c:pt idx="1104">
                  <c:v>1104</c:v>
                </c:pt>
                <c:pt idx="1105">
                  <c:v>1105</c:v>
                </c:pt>
                <c:pt idx="1106">
                  <c:v>1106</c:v>
                </c:pt>
                <c:pt idx="1107">
                  <c:v>1107</c:v>
                </c:pt>
                <c:pt idx="1108">
                  <c:v>1108</c:v>
                </c:pt>
                <c:pt idx="1109">
                  <c:v>1109</c:v>
                </c:pt>
                <c:pt idx="1110">
                  <c:v>1110</c:v>
                </c:pt>
                <c:pt idx="1111">
                  <c:v>1111</c:v>
                </c:pt>
                <c:pt idx="1112">
                  <c:v>1112</c:v>
                </c:pt>
                <c:pt idx="1113">
                  <c:v>1113</c:v>
                </c:pt>
                <c:pt idx="1114">
                  <c:v>1114</c:v>
                </c:pt>
                <c:pt idx="1115">
                  <c:v>1115</c:v>
                </c:pt>
                <c:pt idx="1116">
                  <c:v>1116</c:v>
                </c:pt>
                <c:pt idx="1117">
                  <c:v>1117</c:v>
                </c:pt>
                <c:pt idx="1118">
                  <c:v>1118</c:v>
                </c:pt>
                <c:pt idx="1119">
                  <c:v>1119</c:v>
                </c:pt>
                <c:pt idx="1120">
                  <c:v>1120</c:v>
                </c:pt>
                <c:pt idx="1121">
                  <c:v>1121</c:v>
                </c:pt>
                <c:pt idx="1122">
                  <c:v>1122</c:v>
                </c:pt>
                <c:pt idx="1123">
                  <c:v>1123</c:v>
                </c:pt>
                <c:pt idx="1124">
                  <c:v>1124</c:v>
                </c:pt>
                <c:pt idx="1125">
                  <c:v>1125</c:v>
                </c:pt>
                <c:pt idx="1126">
                  <c:v>1126</c:v>
                </c:pt>
                <c:pt idx="1127">
                  <c:v>1127</c:v>
                </c:pt>
                <c:pt idx="1128">
                  <c:v>1128</c:v>
                </c:pt>
                <c:pt idx="1129">
                  <c:v>1129</c:v>
                </c:pt>
                <c:pt idx="1130">
                  <c:v>1130</c:v>
                </c:pt>
                <c:pt idx="1131">
                  <c:v>1131</c:v>
                </c:pt>
                <c:pt idx="1132">
                  <c:v>1132</c:v>
                </c:pt>
                <c:pt idx="1133">
                  <c:v>1133</c:v>
                </c:pt>
                <c:pt idx="1134">
                  <c:v>1134</c:v>
                </c:pt>
                <c:pt idx="1135">
                  <c:v>1135</c:v>
                </c:pt>
                <c:pt idx="1136">
                  <c:v>1136</c:v>
                </c:pt>
                <c:pt idx="1137">
                  <c:v>1137</c:v>
                </c:pt>
                <c:pt idx="1138">
                  <c:v>1138</c:v>
                </c:pt>
                <c:pt idx="1139">
                  <c:v>1139</c:v>
                </c:pt>
                <c:pt idx="1140">
                  <c:v>1140</c:v>
                </c:pt>
                <c:pt idx="1141">
                  <c:v>1141</c:v>
                </c:pt>
                <c:pt idx="1142">
                  <c:v>1142</c:v>
                </c:pt>
                <c:pt idx="1143">
                  <c:v>1143</c:v>
                </c:pt>
                <c:pt idx="1144">
                  <c:v>1144</c:v>
                </c:pt>
                <c:pt idx="1145">
                  <c:v>1145</c:v>
                </c:pt>
                <c:pt idx="1146">
                  <c:v>1146</c:v>
                </c:pt>
                <c:pt idx="1147">
                  <c:v>1147</c:v>
                </c:pt>
                <c:pt idx="1148">
                  <c:v>1148</c:v>
                </c:pt>
                <c:pt idx="1149">
                  <c:v>1149</c:v>
                </c:pt>
                <c:pt idx="1150">
                  <c:v>1150</c:v>
                </c:pt>
                <c:pt idx="1151">
                  <c:v>1151</c:v>
                </c:pt>
                <c:pt idx="1152">
                  <c:v>1152</c:v>
                </c:pt>
                <c:pt idx="1153">
                  <c:v>1153</c:v>
                </c:pt>
                <c:pt idx="1154">
                  <c:v>1154</c:v>
                </c:pt>
                <c:pt idx="1155">
                  <c:v>1155</c:v>
                </c:pt>
                <c:pt idx="1156">
                  <c:v>1156</c:v>
                </c:pt>
                <c:pt idx="1157">
                  <c:v>1157</c:v>
                </c:pt>
                <c:pt idx="1158">
                  <c:v>1158</c:v>
                </c:pt>
                <c:pt idx="1159">
                  <c:v>1159</c:v>
                </c:pt>
                <c:pt idx="1160">
                  <c:v>1160</c:v>
                </c:pt>
                <c:pt idx="1161">
                  <c:v>1161</c:v>
                </c:pt>
                <c:pt idx="1162">
                  <c:v>1162</c:v>
                </c:pt>
                <c:pt idx="1163">
                  <c:v>1163</c:v>
                </c:pt>
                <c:pt idx="1164">
                  <c:v>1164</c:v>
                </c:pt>
                <c:pt idx="1165">
                  <c:v>1165</c:v>
                </c:pt>
                <c:pt idx="1166">
                  <c:v>1166</c:v>
                </c:pt>
                <c:pt idx="1167">
                  <c:v>1167</c:v>
                </c:pt>
                <c:pt idx="1168">
                  <c:v>1168</c:v>
                </c:pt>
                <c:pt idx="1169">
                  <c:v>1169</c:v>
                </c:pt>
                <c:pt idx="1170">
                  <c:v>1170</c:v>
                </c:pt>
                <c:pt idx="1171">
                  <c:v>1171</c:v>
                </c:pt>
                <c:pt idx="1172">
                  <c:v>1172</c:v>
                </c:pt>
                <c:pt idx="1173">
                  <c:v>1173</c:v>
                </c:pt>
                <c:pt idx="1174">
                  <c:v>1174</c:v>
                </c:pt>
                <c:pt idx="1175">
                  <c:v>1175</c:v>
                </c:pt>
                <c:pt idx="1176">
                  <c:v>1176</c:v>
                </c:pt>
                <c:pt idx="1177">
                  <c:v>1177</c:v>
                </c:pt>
                <c:pt idx="1178">
                  <c:v>1178</c:v>
                </c:pt>
                <c:pt idx="1179">
                  <c:v>1179</c:v>
                </c:pt>
                <c:pt idx="1180">
                  <c:v>1180</c:v>
                </c:pt>
                <c:pt idx="1181">
                  <c:v>1181</c:v>
                </c:pt>
                <c:pt idx="1182">
                  <c:v>1182</c:v>
                </c:pt>
                <c:pt idx="1183">
                  <c:v>1183</c:v>
                </c:pt>
                <c:pt idx="1184">
                  <c:v>1184</c:v>
                </c:pt>
                <c:pt idx="1185">
                  <c:v>1185</c:v>
                </c:pt>
                <c:pt idx="1186">
                  <c:v>1186</c:v>
                </c:pt>
                <c:pt idx="1187">
                  <c:v>1187</c:v>
                </c:pt>
                <c:pt idx="1188">
                  <c:v>1188</c:v>
                </c:pt>
                <c:pt idx="1189">
                  <c:v>1189</c:v>
                </c:pt>
                <c:pt idx="1190">
                  <c:v>1190</c:v>
                </c:pt>
                <c:pt idx="1191">
                  <c:v>1191</c:v>
                </c:pt>
                <c:pt idx="1192">
                  <c:v>1192</c:v>
                </c:pt>
                <c:pt idx="1193">
                  <c:v>1193</c:v>
                </c:pt>
                <c:pt idx="1194">
                  <c:v>1194</c:v>
                </c:pt>
                <c:pt idx="1195">
                  <c:v>1195</c:v>
                </c:pt>
                <c:pt idx="1196">
                  <c:v>1196</c:v>
                </c:pt>
                <c:pt idx="1197">
                  <c:v>1197</c:v>
                </c:pt>
                <c:pt idx="1198">
                  <c:v>1198</c:v>
                </c:pt>
                <c:pt idx="1199">
                  <c:v>1199</c:v>
                </c:pt>
                <c:pt idx="1200">
                  <c:v>1200</c:v>
                </c:pt>
                <c:pt idx="1201">
                  <c:v>1201</c:v>
                </c:pt>
                <c:pt idx="1202">
                  <c:v>1202</c:v>
                </c:pt>
                <c:pt idx="1203">
                  <c:v>1203</c:v>
                </c:pt>
                <c:pt idx="1204">
                  <c:v>1204</c:v>
                </c:pt>
                <c:pt idx="1205">
                  <c:v>1205</c:v>
                </c:pt>
                <c:pt idx="1206">
                  <c:v>1206</c:v>
                </c:pt>
                <c:pt idx="1207">
                  <c:v>1207</c:v>
                </c:pt>
                <c:pt idx="1208">
                  <c:v>1208</c:v>
                </c:pt>
                <c:pt idx="1209">
                  <c:v>1209</c:v>
                </c:pt>
                <c:pt idx="1210">
                  <c:v>1210</c:v>
                </c:pt>
                <c:pt idx="1211">
                  <c:v>1211</c:v>
                </c:pt>
                <c:pt idx="1212">
                  <c:v>1212</c:v>
                </c:pt>
                <c:pt idx="1213">
                  <c:v>1213</c:v>
                </c:pt>
                <c:pt idx="1214">
                  <c:v>1214</c:v>
                </c:pt>
                <c:pt idx="1215">
                  <c:v>1215</c:v>
                </c:pt>
                <c:pt idx="1216">
                  <c:v>1216</c:v>
                </c:pt>
                <c:pt idx="1217">
                  <c:v>1217</c:v>
                </c:pt>
                <c:pt idx="1218">
                  <c:v>1218</c:v>
                </c:pt>
                <c:pt idx="1219">
                  <c:v>1219</c:v>
                </c:pt>
                <c:pt idx="1220">
                  <c:v>1220</c:v>
                </c:pt>
                <c:pt idx="1221">
                  <c:v>1221</c:v>
                </c:pt>
                <c:pt idx="1222">
                  <c:v>1222</c:v>
                </c:pt>
                <c:pt idx="1223">
                  <c:v>1223</c:v>
                </c:pt>
                <c:pt idx="1224">
                  <c:v>1224</c:v>
                </c:pt>
                <c:pt idx="1225">
                  <c:v>1225</c:v>
                </c:pt>
                <c:pt idx="1226">
                  <c:v>1226</c:v>
                </c:pt>
                <c:pt idx="1227">
                  <c:v>1227</c:v>
                </c:pt>
                <c:pt idx="1228">
                  <c:v>1228</c:v>
                </c:pt>
                <c:pt idx="1229">
                  <c:v>1229</c:v>
                </c:pt>
                <c:pt idx="1230">
                  <c:v>1230</c:v>
                </c:pt>
                <c:pt idx="1231">
                  <c:v>1231</c:v>
                </c:pt>
                <c:pt idx="1232">
                  <c:v>1232</c:v>
                </c:pt>
                <c:pt idx="1233">
                  <c:v>1233</c:v>
                </c:pt>
                <c:pt idx="1234">
                  <c:v>1234</c:v>
                </c:pt>
                <c:pt idx="1235">
                  <c:v>1235</c:v>
                </c:pt>
                <c:pt idx="1236">
                  <c:v>1236</c:v>
                </c:pt>
                <c:pt idx="1237">
                  <c:v>1237</c:v>
                </c:pt>
                <c:pt idx="1238">
                  <c:v>1238</c:v>
                </c:pt>
                <c:pt idx="1239">
                  <c:v>1239</c:v>
                </c:pt>
                <c:pt idx="1240">
                  <c:v>1240</c:v>
                </c:pt>
                <c:pt idx="1241">
                  <c:v>1241</c:v>
                </c:pt>
                <c:pt idx="1242">
                  <c:v>1242</c:v>
                </c:pt>
                <c:pt idx="1243">
                  <c:v>1243</c:v>
                </c:pt>
                <c:pt idx="1244">
                  <c:v>1244</c:v>
                </c:pt>
                <c:pt idx="1245">
                  <c:v>1245</c:v>
                </c:pt>
                <c:pt idx="1246">
                  <c:v>1246</c:v>
                </c:pt>
                <c:pt idx="1247">
                  <c:v>1247</c:v>
                </c:pt>
                <c:pt idx="1248">
                  <c:v>1248</c:v>
                </c:pt>
                <c:pt idx="1249">
                  <c:v>1249</c:v>
                </c:pt>
                <c:pt idx="1250">
                  <c:v>1250</c:v>
                </c:pt>
                <c:pt idx="1251">
                  <c:v>1251</c:v>
                </c:pt>
                <c:pt idx="1252">
                  <c:v>1252</c:v>
                </c:pt>
                <c:pt idx="1253">
                  <c:v>1253</c:v>
                </c:pt>
                <c:pt idx="1254">
                  <c:v>1254</c:v>
                </c:pt>
                <c:pt idx="1255">
                  <c:v>1255</c:v>
                </c:pt>
                <c:pt idx="1256">
                  <c:v>1256</c:v>
                </c:pt>
                <c:pt idx="1257">
                  <c:v>1257</c:v>
                </c:pt>
                <c:pt idx="1258">
                  <c:v>1258</c:v>
                </c:pt>
                <c:pt idx="1259">
                  <c:v>1259</c:v>
                </c:pt>
                <c:pt idx="1260">
                  <c:v>1260</c:v>
                </c:pt>
                <c:pt idx="1261">
                  <c:v>1261</c:v>
                </c:pt>
                <c:pt idx="1262">
                  <c:v>1262</c:v>
                </c:pt>
                <c:pt idx="1263">
                  <c:v>1263</c:v>
                </c:pt>
                <c:pt idx="1264">
                  <c:v>1264</c:v>
                </c:pt>
                <c:pt idx="1265">
                  <c:v>1265</c:v>
                </c:pt>
                <c:pt idx="1266">
                  <c:v>1266</c:v>
                </c:pt>
                <c:pt idx="1267">
                  <c:v>1267</c:v>
                </c:pt>
                <c:pt idx="1268">
                  <c:v>1268</c:v>
                </c:pt>
                <c:pt idx="1269">
                  <c:v>1269</c:v>
                </c:pt>
                <c:pt idx="1270">
                  <c:v>1270</c:v>
                </c:pt>
                <c:pt idx="1271">
                  <c:v>1271</c:v>
                </c:pt>
                <c:pt idx="1272">
                  <c:v>1272</c:v>
                </c:pt>
                <c:pt idx="1273">
                  <c:v>1273</c:v>
                </c:pt>
                <c:pt idx="1274">
                  <c:v>1274</c:v>
                </c:pt>
                <c:pt idx="1275">
                  <c:v>1275</c:v>
                </c:pt>
                <c:pt idx="1276">
                  <c:v>1276</c:v>
                </c:pt>
                <c:pt idx="1277">
                  <c:v>1277</c:v>
                </c:pt>
                <c:pt idx="1278">
                  <c:v>1278</c:v>
                </c:pt>
                <c:pt idx="1279">
                  <c:v>1279</c:v>
                </c:pt>
                <c:pt idx="1280">
                  <c:v>1280</c:v>
                </c:pt>
                <c:pt idx="1281">
                  <c:v>1281</c:v>
                </c:pt>
                <c:pt idx="1282">
                  <c:v>1282</c:v>
                </c:pt>
                <c:pt idx="1283">
                  <c:v>1283</c:v>
                </c:pt>
                <c:pt idx="1284">
                  <c:v>1284</c:v>
                </c:pt>
                <c:pt idx="1285">
                  <c:v>1285</c:v>
                </c:pt>
                <c:pt idx="1286">
                  <c:v>1286</c:v>
                </c:pt>
                <c:pt idx="1287">
                  <c:v>1287</c:v>
                </c:pt>
                <c:pt idx="1288">
                  <c:v>1288</c:v>
                </c:pt>
                <c:pt idx="1289">
                  <c:v>1289</c:v>
                </c:pt>
                <c:pt idx="1290">
                  <c:v>1290</c:v>
                </c:pt>
                <c:pt idx="1291">
                  <c:v>1291</c:v>
                </c:pt>
                <c:pt idx="1292">
                  <c:v>1292</c:v>
                </c:pt>
                <c:pt idx="1293">
                  <c:v>1293</c:v>
                </c:pt>
                <c:pt idx="1294">
                  <c:v>1294</c:v>
                </c:pt>
                <c:pt idx="1295">
                  <c:v>1295</c:v>
                </c:pt>
                <c:pt idx="1296">
                  <c:v>1296</c:v>
                </c:pt>
                <c:pt idx="1297">
                  <c:v>1297</c:v>
                </c:pt>
                <c:pt idx="1298">
                  <c:v>1298</c:v>
                </c:pt>
                <c:pt idx="1299">
                  <c:v>1299</c:v>
                </c:pt>
                <c:pt idx="1300">
                  <c:v>1300</c:v>
                </c:pt>
                <c:pt idx="1301">
                  <c:v>1301</c:v>
                </c:pt>
                <c:pt idx="1302">
                  <c:v>1302</c:v>
                </c:pt>
                <c:pt idx="1303">
                  <c:v>1303</c:v>
                </c:pt>
                <c:pt idx="1304">
                  <c:v>1304</c:v>
                </c:pt>
                <c:pt idx="1305">
                  <c:v>1305</c:v>
                </c:pt>
                <c:pt idx="1306">
                  <c:v>1306</c:v>
                </c:pt>
                <c:pt idx="1307">
                  <c:v>1307</c:v>
                </c:pt>
                <c:pt idx="1308">
                  <c:v>1308</c:v>
                </c:pt>
                <c:pt idx="1309">
                  <c:v>1309</c:v>
                </c:pt>
                <c:pt idx="1310">
                  <c:v>1310</c:v>
                </c:pt>
                <c:pt idx="1311">
                  <c:v>1311</c:v>
                </c:pt>
                <c:pt idx="1312">
                  <c:v>1312</c:v>
                </c:pt>
                <c:pt idx="1313">
                  <c:v>1313</c:v>
                </c:pt>
                <c:pt idx="1314">
                  <c:v>1314</c:v>
                </c:pt>
                <c:pt idx="1315">
                  <c:v>1315</c:v>
                </c:pt>
                <c:pt idx="1316">
                  <c:v>1316</c:v>
                </c:pt>
                <c:pt idx="1317">
                  <c:v>1317</c:v>
                </c:pt>
                <c:pt idx="1318">
                  <c:v>1318</c:v>
                </c:pt>
                <c:pt idx="1319">
                  <c:v>1319</c:v>
                </c:pt>
                <c:pt idx="1320">
                  <c:v>1320</c:v>
                </c:pt>
                <c:pt idx="1321">
                  <c:v>1321</c:v>
                </c:pt>
                <c:pt idx="1322">
                  <c:v>1322</c:v>
                </c:pt>
                <c:pt idx="1323">
                  <c:v>1323</c:v>
                </c:pt>
                <c:pt idx="1324">
                  <c:v>1324</c:v>
                </c:pt>
                <c:pt idx="1325">
                  <c:v>1325</c:v>
                </c:pt>
                <c:pt idx="1326">
                  <c:v>1326</c:v>
                </c:pt>
                <c:pt idx="1327">
                  <c:v>1327</c:v>
                </c:pt>
                <c:pt idx="1328">
                  <c:v>1328</c:v>
                </c:pt>
                <c:pt idx="1329">
                  <c:v>1329</c:v>
                </c:pt>
                <c:pt idx="1330">
                  <c:v>1330</c:v>
                </c:pt>
                <c:pt idx="1331">
                  <c:v>1331</c:v>
                </c:pt>
                <c:pt idx="1332">
                  <c:v>1332</c:v>
                </c:pt>
                <c:pt idx="1333">
                  <c:v>1333</c:v>
                </c:pt>
                <c:pt idx="1334">
                  <c:v>1334</c:v>
                </c:pt>
                <c:pt idx="1335">
                  <c:v>1335</c:v>
                </c:pt>
                <c:pt idx="1336">
                  <c:v>1336</c:v>
                </c:pt>
                <c:pt idx="1337">
                  <c:v>1337</c:v>
                </c:pt>
                <c:pt idx="1338">
                  <c:v>1338</c:v>
                </c:pt>
                <c:pt idx="1339">
                  <c:v>1339</c:v>
                </c:pt>
                <c:pt idx="1340">
                  <c:v>1340</c:v>
                </c:pt>
                <c:pt idx="1341">
                  <c:v>1341</c:v>
                </c:pt>
                <c:pt idx="1342">
                  <c:v>1342</c:v>
                </c:pt>
                <c:pt idx="1343">
                  <c:v>1343</c:v>
                </c:pt>
                <c:pt idx="1344">
                  <c:v>1344</c:v>
                </c:pt>
                <c:pt idx="1345">
                  <c:v>1345</c:v>
                </c:pt>
                <c:pt idx="1346">
                  <c:v>1346</c:v>
                </c:pt>
                <c:pt idx="1347">
                  <c:v>1347</c:v>
                </c:pt>
                <c:pt idx="1348">
                  <c:v>1348</c:v>
                </c:pt>
                <c:pt idx="1349">
                  <c:v>1349</c:v>
                </c:pt>
                <c:pt idx="1350">
                  <c:v>1350</c:v>
                </c:pt>
                <c:pt idx="1351">
                  <c:v>1351</c:v>
                </c:pt>
                <c:pt idx="1352">
                  <c:v>1352</c:v>
                </c:pt>
                <c:pt idx="1353">
                  <c:v>1353</c:v>
                </c:pt>
                <c:pt idx="1354">
                  <c:v>1354</c:v>
                </c:pt>
                <c:pt idx="1355">
                  <c:v>1355</c:v>
                </c:pt>
                <c:pt idx="1356">
                  <c:v>1356</c:v>
                </c:pt>
                <c:pt idx="1357">
                  <c:v>1357</c:v>
                </c:pt>
                <c:pt idx="1358">
                  <c:v>1358</c:v>
                </c:pt>
                <c:pt idx="1359">
                  <c:v>1359</c:v>
                </c:pt>
                <c:pt idx="1360">
                  <c:v>1360</c:v>
                </c:pt>
                <c:pt idx="1361">
                  <c:v>1361</c:v>
                </c:pt>
                <c:pt idx="1362">
                  <c:v>1362</c:v>
                </c:pt>
                <c:pt idx="1363">
                  <c:v>1363</c:v>
                </c:pt>
                <c:pt idx="1364">
                  <c:v>1364</c:v>
                </c:pt>
                <c:pt idx="1365">
                  <c:v>1365</c:v>
                </c:pt>
                <c:pt idx="1366">
                  <c:v>1366</c:v>
                </c:pt>
                <c:pt idx="1367">
                  <c:v>1367</c:v>
                </c:pt>
                <c:pt idx="1368">
                  <c:v>1368</c:v>
                </c:pt>
                <c:pt idx="1369">
                  <c:v>1369</c:v>
                </c:pt>
                <c:pt idx="1370">
                  <c:v>1370</c:v>
                </c:pt>
                <c:pt idx="1371">
                  <c:v>1371</c:v>
                </c:pt>
                <c:pt idx="1372">
                  <c:v>1372</c:v>
                </c:pt>
                <c:pt idx="1373">
                  <c:v>1373</c:v>
                </c:pt>
                <c:pt idx="1374">
                  <c:v>1374</c:v>
                </c:pt>
                <c:pt idx="1375">
                  <c:v>1375</c:v>
                </c:pt>
                <c:pt idx="1376">
                  <c:v>1376</c:v>
                </c:pt>
                <c:pt idx="1377">
                  <c:v>1377</c:v>
                </c:pt>
                <c:pt idx="1378">
                  <c:v>1378</c:v>
                </c:pt>
                <c:pt idx="1379">
                  <c:v>1379</c:v>
                </c:pt>
                <c:pt idx="1380">
                  <c:v>1380</c:v>
                </c:pt>
                <c:pt idx="1381">
                  <c:v>1381</c:v>
                </c:pt>
                <c:pt idx="1382">
                  <c:v>1382</c:v>
                </c:pt>
                <c:pt idx="1383">
                  <c:v>1383</c:v>
                </c:pt>
                <c:pt idx="1384">
                  <c:v>1384</c:v>
                </c:pt>
                <c:pt idx="1385">
                  <c:v>1385</c:v>
                </c:pt>
                <c:pt idx="1386">
                  <c:v>1386</c:v>
                </c:pt>
                <c:pt idx="1387">
                  <c:v>1387</c:v>
                </c:pt>
                <c:pt idx="1388">
                  <c:v>1388</c:v>
                </c:pt>
                <c:pt idx="1389">
                  <c:v>1389</c:v>
                </c:pt>
                <c:pt idx="1390">
                  <c:v>1390</c:v>
                </c:pt>
                <c:pt idx="1391">
                  <c:v>1391</c:v>
                </c:pt>
                <c:pt idx="1392">
                  <c:v>1392</c:v>
                </c:pt>
                <c:pt idx="1393">
                  <c:v>1393</c:v>
                </c:pt>
                <c:pt idx="1394">
                  <c:v>1394</c:v>
                </c:pt>
                <c:pt idx="1395">
                  <c:v>1395</c:v>
                </c:pt>
                <c:pt idx="1396">
                  <c:v>1396</c:v>
                </c:pt>
                <c:pt idx="1397">
                  <c:v>1397</c:v>
                </c:pt>
                <c:pt idx="1398">
                  <c:v>1398</c:v>
                </c:pt>
                <c:pt idx="1399">
                  <c:v>1399</c:v>
                </c:pt>
                <c:pt idx="1400">
                  <c:v>1400</c:v>
                </c:pt>
                <c:pt idx="1401">
                  <c:v>1401</c:v>
                </c:pt>
                <c:pt idx="1402">
                  <c:v>1402</c:v>
                </c:pt>
                <c:pt idx="1403">
                  <c:v>1403</c:v>
                </c:pt>
                <c:pt idx="1404">
                  <c:v>1404</c:v>
                </c:pt>
                <c:pt idx="1405">
                  <c:v>1405</c:v>
                </c:pt>
                <c:pt idx="1406">
                  <c:v>1406</c:v>
                </c:pt>
                <c:pt idx="1407">
                  <c:v>1407</c:v>
                </c:pt>
                <c:pt idx="1408">
                  <c:v>1408</c:v>
                </c:pt>
                <c:pt idx="1409">
                  <c:v>1409</c:v>
                </c:pt>
                <c:pt idx="1410">
                  <c:v>1410</c:v>
                </c:pt>
                <c:pt idx="1411">
                  <c:v>1411</c:v>
                </c:pt>
                <c:pt idx="1412">
                  <c:v>1412</c:v>
                </c:pt>
                <c:pt idx="1413">
                  <c:v>1413</c:v>
                </c:pt>
                <c:pt idx="1414">
                  <c:v>1414</c:v>
                </c:pt>
                <c:pt idx="1415">
                  <c:v>1415</c:v>
                </c:pt>
                <c:pt idx="1416">
                  <c:v>1416</c:v>
                </c:pt>
                <c:pt idx="1417">
                  <c:v>1417</c:v>
                </c:pt>
                <c:pt idx="1418">
                  <c:v>1418</c:v>
                </c:pt>
                <c:pt idx="1419">
                  <c:v>1419</c:v>
                </c:pt>
                <c:pt idx="1420">
                  <c:v>1420</c:v>
                </c:pt>
                <c:pt idx="1421">
                  <c:v>1421</c:v>
                </c:pt>
                <c:pt idx="1422">
                  <c:v>1422</c:v>
                </c:pt>
                <c:pt idx="1423">
                  <c:v>1423</c:v>
                </c:pt>
                <c:pt idx="1424">
                  <c:v>1424</c:v>
                </c:pt>
                <c:pt idx="1425">
                  <c:v>1425</c:v>
                </c:pt>
                <c:pt idx="1426">
                  <c:v>1426</c:v>
                </c:pt>
                <c:pt idx="1427">
                  <c:v>1427</c:v>
                </c:pt>
                <c:pt idx="1428">
                  <c:v>1428</c:v>
                </c:pt>
                <c:pt idx="1429">
                  <c:v>1429</c:v>
                </c:pt>
                <c:pt idx="1430">
                  <c:v>1430</c:v>
                </c:pt>
                <c:pt idx="1431">
                  <c:v>1431</c:v>
                </c:pt>
                <c:pt idx="1432">
                  <c:v>1432</c:v>
                </c:pt>
                <c:pt idx="1433">
                  <c:v>1433</c:v>
                </c:pt>
                <c:pt idx="1434">
                  <c:v>1434</c:v>
                </c:pt>
                <c:pt idx="1435">
                  <c:v>1435</c:v>
                </c:pt>
                <c:pt idx="1436">
                  <c:v>1436</c:v>
                </c:pt>
                <c:pt idx="1437">
                  <c:v>1437</c:v>
                </c:pt>
                <c:pt idx="1438">
                  <c:v>1438</c:v>
                </c:pt>
                <c:pt idx="1439">
                  <c:v>1439</c:v>
                </c:pt>
                <c:pt idx="1440">
                  <c:v>1440</c:v>
                </c:pt>
                <c:pt idx="1441">
                  <c:v>1441</c:v>
                </c:pt>
                <c:pt idx="1442">
                  <c:v>1442</c:v>
                </c:pt>
                <c:pt idx="1443">
                  <c:v>1443</c:v>
                </c:pt>
                <c:pt idx="1444">
                  <c:v>1444</c:v>
                </c:pt>
                <c:pt idx="1445">
                  <c:v>1445</c:v>
                </c:pt>
                <c:pt idx="1446">
                  <c:v>1446</c:v>
                </c:pt>
                <c:pt idx="1447">
                  <c:v>1447</c:v>
                </c:pt>
                <c:pt idx="1448">
                  <c:v>1448</c:v>
                </c:pt>
                <c:pt idx="1449">
                  <c:v>1449</c:v>
                </c:pt>
                <c:pt idx="1450">
                  <c:v>1450</c:v>
                </c:pt>
                <c:pt idx="1451">
                  <c:v>1451</c:v>
                </c:pt>
                <c:pt idx="1452">
                  <c:v>1452</c:v>
                </c:pt>
                <c:pt idx="1453">
                  <c:v>1453</c:v>
                </c:pt>
                <c:pt idx="1454">
                  <c:v>1454</c:v>
                </c:pt>
                <c:pt idx="1455">
                  <c:v>1455</c:v>
                </c:pt>
                <c:pt idx="1456">
                  <c:v>1456</c:v>
                </c:pt>
                <c:pt idx="1457">
                  <c:v>1457</c:v>
                </c:pt>
                <c:pt idx="1458">
                  <c:v>1458</c:v>
                </c:pt>
                <c:pt idx="1459">
                  <c:v>1459</c:v>
                </c:pt>
                <c:pt idx="1460">
                  <c:v>1460</c:v>
                </c:pt>
                <c:pt idx="1461">
                  <c:v>1461</c:v>
                </c:pt>
                <c:pt idx="1462">
                  <c:v>1462</c:v>
                </c:pt>
              </c:numCache>
            </c:numRef>
          </c:xVal>
          <c:yVal>
            <c:numRef>
              <c:f>Sheet2!$B$2:$B$1464</c:f>
              <c:numCache>
                <c:formatCode>General</c:formatCode>
                <c:ptCount val="1463"/>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pt idx="721">
                  <c:v>1.7452406437283713E-2</c:v>
                </c:pt>
                <c:pt idx="722">
                  <c:v>3.4899496702500088E-2</c:v>
                </c:pt>
                <c:pt idx="723">
                  <c:v>5.233595624294364E-2</c:v>
                </c:pt>
                <c:pt idx="724">
                  <c:v>6.9756473744125788E-2</c:v>
                </c:pt>
                <c:pt idx="725">
                  <c:v>8.7155742747657583E-2</c:v>
                </c:pt>
                <c:pt idx="726">
                  <c:v>0.10452846326765357</c:v>
                </c:pt>
                <c:pt idx="727">
                  <c:v>0.1218693434051465</c:v>
                </c:pt>
                <c:pt idx="728">
                  <c:v>0.13917310096006516</c:v>
                </c:pt>
                <c:pt idx="729">
                  <c:v>0.15643446504023126</c:v>
                </c:pt>
                <c:pt idx="730">
                  <c:v>0.17364817766692967</c:v>
                </c:pt>
                <c:pt idx="731">
                  <c:v>0.1908089953765448</c:v>
                </c:pt>
                <c:pt idx="732">
                  <c:v>0.20791169081775826</c:v>
                </c:pt>
                <c:pt idx="733">
                  <c:v>0.22495105434386461</c:v>
                </c:pt>
                <c:pt idx="734">
                  <c:v>0.24192189559966801</c:v>
                </c:pt>
                <c:pt idx="735">
                  <c:v>0.25881904510252002</c:v>
                </c:pt>
                <c:pt idx="736">
                  <c:v>0.27563735581699911</c:v>
                </c:pt>
                <c:pt idx="737">
                  <c:v>0.29237170472273727</c:v>
                </c:pt>
                <c:pt idx="738">
                  <c:v>0.30901699437494695</c:v>
                </c:pt>
                <c:pt idx="739">
                  <c:v>0.32556815445715687</c:v>
                </c:pt>
                <c:pt idx="740">
                  <c:v>0.34202014332566788</c:v>
                </c:pt>
                <c:pt idx="741">
                  <c:v>0.3583679495453001</c:v>
                </c:pt>
                <c:pt idx="742">
                  <c:v>0.37460659341591246</c:v>
                </c:pt>
                <c:pt idx="743">
                  <c:v>0.39073112848927322</c:v>
                </c:pt>
                <c:pt idx="744">
                  <c:v>0.40673664307580026</c:v>
                </c:pt>
                <c:pt idx="745">
                  <c:v>0.42261826174069855</c:v>
                </c:pt>
                <c:pt idx="746">
                  <c:v>0.43837114678907713</c:v>
                </c:pt>
                <c:pt idx="747">
                  <c:v>0.45399049973954714</c:v>
                </c:pt>
                <c:pt idx="748">
                  <c:v>0.46947156278589014</c:v>
                </c:pt>
                <c:pt idx="749">
                  <c:v>0.484809620246337</c:v>
                </c:pt>
                <c:pt idx="750">
                  <c:v>0.49999999999999906</c:v>
                </c:pt>
                <c:pt idx="751">
                  <c:v>0.51503807491005382</c:v>
                </c:pt>
                <c:pt idx="752">
                  <c:v>0.52991926423320523</c:v>
                </c:pt>
                <c:pt idx="753">
                  <c:v>0.54463903501502642</c:v>
                </c:pt>
                <c:pt idx="754">
                  <c:v>0.55919290347074668</c:v>
                </c:pt>
                <c:pt idx="755">
                  <c:v>0.5735764363510466</c:v>
                </c:pt>
                <c:pt idx="756">
                  <c:v>0.58778525229247269</c:v>
                </c:pt>
                <c:pt idx="757">
                  <c:v>0.60181502315204838</c:v>
                </c:pt>
                <c:pt idx="758">
                  <c:v>0.61566147532565751</c:v>
                </c:pt>
                <c:pt idx="759">
                  <c:v>0.62932039104983728</c:v>
                </c:pt>
                <c:pt idx="760">
                  <c:v>0.6427876096865397</c:v>
                </c:pt>
                <c:pt idx="761">
                  <c:v>0.65605902899050683</c:v>
                </c:pt>
                <c:pt idx="762">
                  <c:v>0.66913060635885824</c:v>
                </c:pt>
                <c:pt idx="763">
                  <c:v>0.68199836006249781</c:v>
                </c:pt>
                <c:pt idx="764">
                  <c:v>0.69465837045899703</c:v>
                </c:pt>
                <c:pt idx="765">
                  <c:v>0.70710678118654779</c:v>
                </c:pt>
                <c:pt idx="766">
                  <c:v>0.71933980033865064</c:v>
                </c:pt>
                <c:pt idx="767">
                  <c:v>0.73135370161917046</c:v>
                </c:pt>
                <c:pt idx="768">
                  <c:v>0.74314482547739469</c:v>
                </c:pt>
                <c:pt idx="769">
                  <c:v>0.75470958022277168</c:v>
                </c:pt>
                <c:pt idx="770">
                  <c:v>0.76604444311897824</c:v>
                </c:pt>
                <c:pt idx="771">
                  <c:v>0.77714596145697035</c:v>
                </c:pt>
                <c:pt idx="772">
                  <c:v>0.7880107536067219</c:v>
                </c:pt>
                <c:pt idx="773">
                  <c:v>0.79863551004729316</c:v>
                </c:pt>
                <c:pt idx="774">
                  <c:v>0.80901699437494712</c:v>
                </c:pt>
                <c:pt idx="775">
                  <c:v>0.81915204428899191</c:v>
                </c:pt>
                <c:pt idx="776">
                  <c:v>0.82903757255504118</c:v>
                </c:pt>
                <c:pt idx="777">
                  <c:v>0.83867056794542394</c:v>
                </c:pt>
                <c:pt idx="778">
                  <c:v>0.84804809615642618</c:v>
                </c:pt>
                <c:pt idx="779">
                  <c:v>0.857167300702112</c:v>
                </c:pt>
                <c:pt idx="780">
                  <c:v>0.86602540378443871</c:v>
                </c:pt>
                <c:pt idx="781">
                  <c:v>0.8746197071393953</c:v>
                </c:pt>
                <c:pt idx="782">
                  <c:v>0.88294759285892677</c:v>
                </c:pt>
                <c:pt idx="783">
                  <c:v>0.89100652418836801</c:v>
                </c:pt>
                <c:pt idx="784">
                  <c:v>0.8987940462991667</c:v>
                </c:pt>
                <c:pt idx="785">
                  <c:v>0.90630778703664994</c:v>
                </c:pt>
                <c:pt idx="786">
                  <c:v>0.9135454576426012</c:v>
                </c:pt>
                <c:pt idx="787">
                  <c:v>0.92050485345244015</c:v>
                </c:pt>
                <c:pt idx="788">
                  <c:v>0.92718385456678754</c:v>
                </c:pt>
                <c:pt idx="789">
                  <c:v>0.93358042649720141</c:v>
                </c:pt>
                <c:pt idx="790">
                  <c:v>0.93969262078590832</c:v>
                </c:pt>
                <c:pt idx="791">
                  <c:v>0.94551857559931696</c:v>
                </c:pt>
                <c:pt idx="792">
                  <c:v>0.95105651629515342</c:v>
                </c:pt>
                <c:pt idx="793">
                  <c:v>0.95630475596303555</c:v>
                </c:pt>
                <c:pt idx="794">
                  <c:v>0.96126169593831856</c:v>
                </c:pt>
                <c:pt idx="795">
                  <c:v>0.9659258262890682</c:v>
                </c:pt>
                <c:pt idx="796">
                  <c:v>0.97029572627599658</c:v>
                </c:pt>
                <c:pt idx="797">
                  <c:v>0.97437006478523513</c:v>
                </c:pt>
                <c:pt idx="798">
                  <c:v>0.97814760073380569</c:v>
                </c:pt>
                <c:pt idx="799">
                  <c:v>0.98162718344766375</c:v>
                </c:pt>
                <c:pt idx="800">
                  <c:v>0.98480775301220802</c:v>
                </c:pt>
                <c:pt idx="801">
                  <c:v>0.98768834059513777</c:v>
                </c:pt>
                <c:pt idx="802">
                  <c:v>0.99026806874157025</c:v>
                </c:pt>
                <c:pt idx="803">
                  <c:v>0.99254615164132198</c:v>
                </c:pt>
                <c:pt idx="804">
                  <c:v>0.9945218953682734</c:v>
                </c:pt>
                <c:pt idx="805">
                  <c:v>0.99619469809174555</c:v>
                </c:pt>
                <c:pt idx="806">
                  <c:v>0.99756405025982431</c:v>
                </c:pt>
                <c:pt idx="807">
                  <c:v>0.99862953475457383</c:v>
                </c:pt>
                <c:pt idx="808">
                  <c:v>0.99939082701909576</c:v>
                </c:pt>
                <c:pt idx="809">
                  <c:v>0.99984769515639127</c:v>
                </c:pt>
                <c:pt idx="810">
                  <c:v>1</c:v>
                </c:pt>
                <c:pt idx="811">
                  <c:v>0.99984769515639127</c:v>
                </c:pt>
                <c:pt idx="812">
                  <c:v>0.99939082701909576</c:v>
                </c:pt>
                <c:pt idx="813">
                  <c:v>0.99862953475457383</c:v>
                </c:pt>
                <c:pt idx="814">
                  <c:v>0.9975640502598242</c:v>
                </c:pt>
                <c:pt idx="815">
                  <c:v>0.99619469809174555</c:v>
                </c:pt>
                <c:pt idx="816">
                  <c:v>0.99452189536827329</c:v>
                </c:pt>
                <c:pt idx="817">
                  <c:v>0.99254615164132221</c:v>
                </c:pt>
                <c:pt idx="818">
                  <c:v>0.99026806874157036</c:v>
                </c:pt>
                <c:pt idx="819">
                  <c:v>0.98768834059513766</c:v>
                </c:pt>
                <c:pt idx="820">
                  <c:v>0.98480775301220824</c:v>
                </c:pt>
                <c:pt idx="821">
                  <c:v>0.98162718344766398</c:v>
                </c:pt>
                <c:pt idx="822">
                  <c:v>0.97814760073380547</c:v>
                </c:pt>
                <c:pt idx="823">
                  <c:v>0.97437006478523536</c:v>
                </c:pt>
                <c:pt idx="824">
                  <c:v>0.97029572627599636</c:v>
                </c:pt>
                <c:pt idx="825">
                  <c:v>0.96592582628906853</c:v>
                </c:pt>
                <c:pt idx="826">
                  <c:v>0.96126169593831889</c:v>
                </c:pt>
                <c:pt idx="827">
                  <c:v>0.95630475596303532</c:v>
                </c:pt>
                <c:pt idx="828">
                  <c:v>0.95105651629515375</c:v>
                </c:pt>
                <c:pt idx="829">
                  <c:v>0.94551857559931674</c:v>
                </c:pt>
                <c:pt idx="830">
                  <c:v>0.93969262078590876</c:v>
                </c:pt>
                <c:pt idx="831">
                  <c:v>0.93358042649720185</c:v>
                </c:pt>
                <c:pt idx="832">
                  <c:v>0.9271838545667872</c:v>
                </c:pt>
                <c:pt idx="833">
                  <c:v>0.9205048534524406</c:v>
                </c:pt>
                <c:pt idx="834">
                  <c:v>0.91354545764260087</c:v>
                </c:pt>
                <c:pt idx="835">
                  <c:v>0.90630778703665038</c:v>
                </c:pt>
                <c:pt idx="836">
                  <c:v>0.89879404629916715</c:v>
                </c:pt>
                <c:pt idx="837">
                  <c:v>0.89100652418836768</c:v>
                </c:pt>
                <c:pt idx="838">
                  <c:v>0.88294759285892732</c:v>
                </c:pt>
                <c:pt idx="839">
                  <c:v>0.87461970713939585</c:v>
                </c:pt>
                <c:pt idx="840">
                  <c:v>0.86602540378443837</c:v>
                </c:pt>
                <c:pt idx="841">
                  <c:v>0.85716730070211256</c:v>
                </c:pt>
                <c:pt idx="842">
                  <c:v>0.84804809615642585</c:v>
                </c:pt>
                <c:pt idx="843">
                  <c:v>0.83867056794542449</c:v>
                </c:pt>
                <c:pt idx="844">
                  <c:v>0.82903757255504185</c:v>
                </c:pt>
                <c:pt idx="845">
                  <c:v>0.81915204428899147</c:v>
                </c:pt>
                <c:pt idx="846">
                  <c:v>0.80901699437494778</c:v>
                </c:pt>
                <c:pt idx="847">
                  <c:v>0.79863551004729283</c:v>
                </c:pt>
                <c:pt idx="848">
                  <c:v>0.78801075360672257</c:v>
                </c:pt>
                <c:pt idx="849">
                  <c:v>0.77714596145697101</c:v>
                </c:pt>
                <c:pt idx="850">
                  <c:v>0.76604444311897779</c:v>
                </c:pt>
                <c:pt idx="851">
                  <c:v>0.75470958022277246</c:v>
                </c:pt>
                <c:pt idx="852">
                  <c:v>0.74314482547739424</c:v>
                </c:pt>
                <c:pt idx="853">
                  <c:v>0.73135370161917124</c:v>
                </c:pt>
                <c:pt idx="854">
                  <c:v>0.71933980033865141</c:v>
                </c:pt>
                <c:pt idx="855">
                  <c:v>0.70710678118654735</c:v>
                </c:pt>
                <c:pt idx="856">
                  <c:v>0.69465837045899781</c:v>
                </c:pt>
                <c:pt idx="857">
                  <c:v>0.68199836006249859</c:v>
                </c:pt>
                <c:pt idx="858">
                  <c:v>0.66913060635885779</c:v>
                </c:pt>
                <c:pt idx="859">
                  <c:v>0.65605902899050761</c:v>
                </c:pt>
                <c:pt idx="860">
                  <c:v>0.64278760968653914</c:v>
                </c:pt>
                <c:pt idx="861">
                  <c:v>0.62932039104983817</c:v>
                </c:pt>
                <c:pt idx="862">
                  <c:v>0.6156614753256584</c:v>
                </c:pt>
                <c:pt idx="863">
                  <c:v>0.60181502315204793</c:v>
                </c:pt>
                <c:pt idx="864">
                  <c:v>0.58778525229247358</c:v>
                </c:pt>
                <c:pt idx="865">
                  <c:v>0.57357643635104605</c:v>
                </c:pt>
                <c:pt idx="866">
                  <c:v>0.55919290347074768</c:v>
                </c:pt>
                <c:pt idx="867">
                  <c:v>0.54463903501502731</c:v>
                </c:pt>
                <c:pt idx="868">
                  <c:v>0.52991926423320457</c:v>
                </c:pt>
                <c:pt idx="869">
                  <c:v>0.51503807491005482</c:v>
                </c:pt>
                <c:pt idx="870">
                  <c:v>0.5</c:v>
                </c:pt>
                <c:pt idx="871">
                  <c:v>0.484809620246338</c:v>
                </c:pt>
                <c:pt idx="872">
                  <c:v>0.46947156278589114</c:v>
                </c:pt>
                <c:pt idx="873">
                  <c:v>0.45399049973954653</c:v>
                </c:pt>
                <c:pt idx="874">
                  <c:v>0.43837114678907813</c:v>
                </c:pt>
                <c:pt idx="875">
                  <c:v>0.42261826174069955</c:v>
                </c:pt>
                <c:pt idx="876">
                  <c:v>0.40673664307579965</c:v>
                </c:pt>
                <c:pt idx="877">
                  <c:v>0.39073112848927422</c:v>
                </c:pt>
                <c:pt idx="878">
                  <c:v>0.37460659341591185</c:v>
                </c:pt>
                <c:pt idx="879">
                  <c:v>0.3583679495453011</c:v>
                </c:pt>
                <c:pt idx="880">
                  <c:v>0.34202014332566893</c:v>
                </c:pt>
                <c:pt idx="881">
                  <c:v>0.3255681544571562</c:v>
                </c:pt>
                <c:pt idx="882">
                  <c:v>0.30901699437494801</c:v>
                </c:pt>
                <c:pt idx="883">
                  <c:v>0.29237170472273666</c:v>
                </c:pt>
                <c:pt idx="884">
                  <c:v>0.27563735581700016</c:v>
                </c:pt>
                <c:pt idx="885">
                  <c:v>0.25881904510252107</c:v>
                </c:pt>
                <c:pt idx="886">
                  <c:v>0.24192189559966734</c:v>
                </c:pt>
                <c:pt idx="887">
                  <c:v>0.22495105434386567</c:v>
                </c:pt>
                <c:pt idx="888">
                  <c:v>0.20791169081775934</c:v>
                </c:pt>
                <c:pt idx="889">
                  <c:v>0.19080899537654589</c:v>
                </c:pt>
                <c:pt idx="890">
                  <c:v>0.17364817766693075</c:v>
                </c:pt>
                <c:pt idx="891">
                  <c:v>0.15643446504023059</c:v>
                </c:pt>
                <c:pt idx="892">
                  <c:v>0.13917310096006624</c:v>
                </c:pt>
                <c:pt idx="893">
                  <c:v>0.1218693434051476</c:v>
                </c:pt>
                <c:pt idx="894">
                  <c:v>0.1045284632676529</c:v>
                </c:pt>
                <c:pt idx="895">
                  <c:v>8.7155742747658679E-2</c:v>
                </c:pt>
                <c:pt idx="896">
                  <c:v>6.9756473744125122E-2</c:v>
                </c:pt>
                <c:pt idx="897">
                  <c:v>5.2335956242944737E-2</c:v>
                </c:pt>
                <c:pt idx="898">
                  <c:v>3.4899496702501191E-2</c:v>
                </c:pt>
                <c:pt idx="899">
                  <c:v>1.745240643728304E-2</c:v>
                </c:pt>
                <c:pt idx="900">
                  <c:v>6.1257422745431001E-16</c:v>
                </c:pt>
                <c:pt idx="901">
                  <c:v>-1.7452406437283591E-2</c:v>
                </c:pt>
                <c:pt idx="902">
                  <c:v>-3.4899496702499963E-2</c:v>
                </c:pt>
                <c:pt idx="903">
                  <c:v>-5.2335956242943515E-2</c:v>
                </c:pt>
                <c:pt idx="904">
                  <c:v>-6.9756473744125677E-2</c:v>
                </c:pt>
                <c:pt idx="905">
                  <c:v>-8.7155742747657458E-2</c:v>
                </c:pt>
                <c:pt idx="906">
                  <c:v>-0.10452846326765344</c:v>
                </c:pt>
                <c:pt idx="907">
                  <c:v>-0.12186934340514638</c:v>
                </c:pt>
                <c:pt idx="908">
                  <c:v>-0.13917310096006502</c:v>
                </c:pt>
                <c:pt idx="909">
                  <c:v>-0.15643446504023115</c:v>
                </c:pt>
                <c:pt idx="910">
                  <c:v>-0.17364817766692955</c:v>
                </c:pt>
                <c:pt idx="911">
                  <c:v>-0.19080899537654469</c:v>
                </c:pt>
                <c:pt idx="912">
                  <c:v>-0.2079116908177599</c:v>
                </c:pt>
                <c:pt idx="913">
                  <c:v>-0.22495105434386448</c:v>
                </c:pt>
                <c:pt idx="914">
                  <c:v>-0.2419218955996679</c:v>
                </c:pt>
                <c:pt idx="915">
                  <c:v>-0.25881904510251985</c:v>
                </c:pt>
                <c:pt idx="916">
                  <c:v>-0.27563735581699894</c:v>
                </c:pt>
                <c:pt idx="917">
                  <c:v>-0.29237170472273549</c:v>
                </c:pt>
                <c:pt idx="918">
                  <c:v>-0.30901699437494851</c:v>
                </c:pt>
                <c:pt idx="919">
                  <c:v>-0.32556815445715676</c:v>
                </c:pt>
                <c:pt idx="920">
                  <c:v>-0.34202014332566777</c:v>
                </c:pt>
                <c:pt idx="921">
                  <c:v>-0.3583679495453016</c:v>
                </c:pt>
                <c:pt idx="922">
                  <c:v>-0.37460659341591235</c:v>
                </c:pt>
                <c:pt idx="923">
                  <c:v>-0.39073112848927311</c:v>
                </c:pt>
                <c:pt idx="924">
                  <c:v>-0.40673664307579854</c:v>
                </c:pt>
                <c:pt idx="925">
                  <c:v>-0.42261826174070005</c:v>
                </c:pt>
                <c:pt idx="926">
                  <c:v>-0.43837114678907702</c:v>
                </c:pt>
                <c:pt idx="927">
                  <c:v>-0.45399049973954542</c:v>
                </c:pt>
                <c:pt idx="928">
                  <c:v>-0.46947156278589164</c:v>
                </c:pt>
                <c:pt idx="929">
                  <c:v>-0.48480962024633689</c:v>
                </c:pt>
                <c:pt idx="930">
                  <c:v>-0.49999999999999895</c:v>
                </c:pt>
                <c:pt idx="931">
                  <c:v>-0.51503807491005527</c:v>
                </c:pt>
                <c:pt idx="932">
                  <c:v>-0.52991926423320512</c:v>
                </c:pt>
                <c:pt idx="933">
                  <c:v>-0.54463903501502631</c:v>
                </c:pt>
                <c:pt idx="934">
                  <c:v>-0.55919290347074513</c:v>
                </c:pt>
                <c:pt idx="935">
                  <c:v>-0.57357643635104649</c:v>
                </c:pt>
                <c:pt idx="936">
                  <c:v>-0.58778525229247258</c:v>
                </c:pt>
                <c:pt idx="937">
                  <c:v>-0.60181502315204694</c:v>
                </c:pt>
                <c:pt idx="938">
                  <c:v>-0.61566147532565885</c:v>
                </c:pt>
                <c:pt idx="939">
                  <c:v>-0.62932039104983717</c:v>
                </c:pt>
                <c:pt idx="940">
                  <c:v>-0.64278760968653825</c:v>
                </c:pt>
                <c:pt idx="941">
                  <c:v>-0.65605902899050805</c:v>
                </c:pt>
                <c:pt idx="942">
                  <c:v>-0.66913060635885813</c:v>
                </c:pt>
                <c:pt idx="943">
                  <c:v>-0.6819983600624977</c:v>
                </c:pt>
                <c:pt idx="944">
                  <c:v>-0.69465837045899825</c:v>
                </c:pt>
                <c:pt idx="945">
                  <c:v>-0.70710678118654768</c:v>
                </c:pt>
                <c:pt idx="946">
                  <c:v>-0.71933980033865053</c:v>
                </c:pt>
                <c:pt idx="947">
                  <c:v>-0.73135370161916913</c:v>
                </c:pt>
                <c:pt idx="948">
                  <c:v>-0.74314482547739458</c:v>
                </c:pt>
                <c:pt idx="949">
                  <c:v>-0.75470958022277168</c:v>
                </c:pt>
                <c:pt idx="950">
                  <c:v>-0.76604444311897701</c:v>
                </c:pt>
                <c:pt idx="951">
                  <c:v>-0.77714596145697146</c:v>
                </c:pt>
                <c:pt idx="952">
                  <c:v>-0.78801075360672179</c:v>
                </c:pt>
                <c:pt idx="953">
                  <c:v>-0.79863551004729205</c:v>
                </c:pt>
                <c:pt idx="954">
                  <c:v>-0.80901699437494812</c:v>
                </c:pt>
                <c:pt idx="955">
                  <c:v>-0.8191520442889918</c:v>
                </c:pt>
                <c:pt idx="956">
                  <c:v>-0.82903757255504107</c:v>
                </c:pt>
                <c:pt idx="957">
                  <c:v>-0.83867056794542483</c:v>
                </c:pt>
                <c:pt idx="958">
                  <c:v>-0.84804809615642618</c:v>
                </c:pt>
                <c:pt idx="959">
                  <c:v>-0.85716730070211189</c:v>
                </c:pt>
                <c:pt idx="960">
                  <c:v>-0.86602540378443771</c:v>
                </c:pt>
                <c:pt idx="961">
                  <c:v>-0.87461970713939607</c:v>
                </c:pt>
                <c:pt idx="962">
                  <c:v>-0.88294759285892677</c:v>
                </c:pt>
                <c:pt idx="963">
                  <c:v>-0.89100652418836712</c:v>
                </c:pt>
                <c:pt idx="964">
                  <c:v>-0.89879404629916737</c:v>
                </c:pt>
                <c:pt idx="965">
                  <c:v>-0.90630778703664994</c:v>
                </c:pt>
                <c:pt idx="966">
                  <c:v>-0.91354545764260042</c:v>
                </c:pt>
                <c:pt idx="967">
                  <c:v>-0.92050485345244082</c:v>
                </c:pt>
                <c:pt idx="968">
                  <c:v>-0.92718385456678742</c:v>
                </c:pt>
                <c:pt idx="969">
                  <c:v>-0.93358042649720141</c:v>
                </c:pt>
                <c:pt idx="970">
                  <c:v>-0.93969262078590765</c:v>
                </c:pt>
                <c:pt idx="971">
                  <c:v>-0.94551857559931696</c:v>
                </c:pt>
                <c:pt idx="972">
                  <c:v>-0.95105651629515342</c:v>
                </c:pt>
                <c:pt idx="973">
                  <c:v>-0.95630475596303499</c:v>
                </c:pt>
                <c:pt idx="974">
                  <c:v>-0.96126169593831901</c:v>
                </c:pt>
                <c:pt idx="975">
                  <c:v>-0.9659258262890682</c:v>
                </c:pt>
                <c:pt idx="976">
                  <c:v>-0.97029572627599614</c:v>
                </c:pt>
                <c:pt idx="977">
                  <c:v>-0.97437006478523547</c:v>
                </c:pt>
                <c:pt idx="978">
                  <c:v>-0.97814760073380558</c:v>
                </c:pt>
                <c:pt idx="979">
                  <c:v>-0.98162718344766375</c:v>
                </c:pt>
                <c:pt idx="980">
                  <c:v>-0.98480775301220824</c:v>
                </c:pt>
                <c:pt idx="981">
                  <c:v>-0.98768834059513777</c:v>
                </c:pt>
                <c:pt idx="982">
                  <c:v>-0.99026806874157014</c:v>
                </c:pt>
                <c:pt idx="983">
                  <c:v>-0.99254615164132176</c:v>
                </c:pt>
                <c:pt idx="984">
                  <c:v>-0.9945218953682734</c:v>
                </c:pt>
                <c:pt idx="985">
                  <c:v>-0.99619469809174543</c:v>
                </c:pt>
                <c:pt idx="986">
                  <c:v>-0.99756405025982409</c:v>
                </c:pt>
                <c:pt idx="987">
                  <c:v>-0.99862953475457394</c:v>
                </c:pt>
                <c:pt idx="988">
                  <c:v>-0.99939082701909576</c:v>
                </c:pt>
                <c:pt idx="989">
                  <c:v>-0.99984769515639127</c:v>
                </c:pt>
                <c:pt idx="990">
                  <c:v>-1</c:v>
                </c:pt>
                <c:pt idx="991">
                  <c:v>-0.99984769515639127</c:v>
                </c:pt>
                <c:pt idx="992">
                  <c:v>-0.99939082701909576</c:v>
                </c:pt>
                <c:pt idx="993">
                  <c:v>-0.99862953475457383</c:v>
                </c:pt>
                <c:pt idx="994">
                  <c:v>-0.9975640502598242</c:v>
                </c:pt>
                <c:pt idx="995">
                  <c:v>-0.99619469809174555</c:v>
                </c:pt>
                <c:pt idx="996">
                  <c:v>-0.99452189536827351</c:v>
                </c:pt>
                <c:pt idx="997">
                  <c:v>-0.99254615164132198</c:v>
                </c:pt>
                <c:pt idx="998">
                  <c:v>-0.99026806874157036</c:v>
                </c:pt>
                <c:pt idx="999">
                  <c:v>-0.98768834059513799</c:v>
                </c:pt>
                <c:pt idx="1000">
                  <c:v>-0.98480775301220791</c:v>
                </c:pt>
                <c:pt idx="1001">
                  <c:v>-0.98162718344766398</c:v>
                </c:pt>
                <c:pt idx="1002">
                  <c:v>-0.97814760073380591</c:v>
                </c:pt>
                <c:pt idx="1003">
                  <c:v>-0.97437006478523491</c:v>
                </c:pt>
                <c:pt idx="1004">
                  <c:v>-0.97029572627599647</c:v>
                </c:pt>
                <c:pt idx="1005">
                  <c:v>-0.96592582628906853</c:v>
                </c:pt>
                <c:pt idx="1006">
                  <c:v>-0.96126169593831945</c:v>
                </c:pt>
                <c:pt idx="1007">
                  <c:v>-0.95630475596303532</c:v>
                </c:pt>
                <c:pt idx="1008">
                  <c:v>-0.95105651629515375</c:v>
                </c:pt>
                <c:pt idx="1009">
                  <c:v>-0.9455185755993174</c:v>
                </c:pt>
                <c:pt idx="1010">
                  <c:v>-0.93969262078590809</c:v>
                </c:pt>
                <c:pt idx="1011">
                  <c:v>-0.93358042649720185</c:v>
                </c:pt>
                <c:pt idx="1012">
                  <c:v>-0.92718385456678798</c:v>
                </c:pt>
                <c:pt idx="1013">
                  <c:v>-0.92050485345243993</c:v>
                </c:pt>
                <c:pt idx="1014">
                  <c:v>-0.91354545764260098</c:v>
                </c:pt>
                <c:pt idx="1015">
                  <c:v>-0.90630778703665049</c:v>
                </c:pt>
                <c:pt idx="1016">
                  <c:v>-0.89879404629916648</c:v>
                </c:pt>
                <c:pt idx="1017">
                  <c:v>-0.89100652418836779</c:v>
                </c:pt>
                <c:pt idx="1018">
                  <c:v>-0.88294759285892732</c:v>
                </c:pt>
                <c:pt idx="1019">
                  <c:v>-0.87461970713939674</c:v>
                </c:pt>
                <c:pt idx="1020">
                  <c:v>-0.86602540378443837</c:v>
                </c:pt>
                <c:pt idx="1021">
                  <c:v>-0.85716730070211256</c:v>
                </c:pt>
                <c:pt idx="1022">
                  <c:v>-0.84804809615642684</c:v>
                </c:pt>
                <c:pt idx="1023">
                  <c:v>-0.83867056794542361</c:v>
                </c:pt>
                <c:pt idx="1024">
                  <c:v>-0.82903757255504185</c:v>
                </c:pt>
                <c:pt idx="1025">
                  <c:v>-0.81915204428899258</c:v>
                </c:pt>
                <c:pt idx="1026">
                  <c:v>-0.80901699437494679</c:v>
                </c:pt>
                <c:pt idx="1027">
                  <c:v>-0.79863551004729283</c:v>
                </c:pt>
                <c:pt idx="1028">
                  <c:v>-0.78801075360672268</c:v>
                </c:pt>
                <c:pt idx="1029">
                  <c:v>-0.77714596145697001</c:v>
                </c:pt>
                <c:pt idx="1030">
                  <c:v>-0.7660444431189779</c:v>
                </c:pt>
                <c:pt idx="1031">
                  <c:v>-0.75470958022277257</c:v>
                </c:pt>
                <c:pt idx="1032">
                  <c:v>-0.74314482547739547</c:v>
                </c:pt>
                <c:pt idx="1033">
                  <c:v>-0.73135370161917013</c:v>
                </c:pt>
                <c:pt idx="1034">
                  <c:v>-0.71933980033865152</c:v>
                </c:pt>
                <c:pt idx="1035">
                  <c:v>-0.70710678118654868</c:v>
                </c:pt>
                <c:pt idx="1036">
                  <c:v>-0.6946583704589967</c:v>
                </c:pt>
                <c:pt idx="1037">
                  <c:v>-0.6819983600624987</c:v>
                </c:pt>
                <c:pt idx="1038">
                  <c:v>-0.66913060635885913</c:v>
                </c:pt>
                <c:pt idx="1039">
                  <c:v>-0.65605902899050639</c:v>
                </c:pt>
                <c:pt idx="1040">
                  <c:v>-0.64278760968653925</c:v>
                </c:pt>
                <c:pt idx="1041">
                  <c:v>-0.62932039104983828</c:v>
                </c:pt>
                <c:pt idx="1042">
                  <c:v>-0.61566147532565718</c:v>
                </c:pt>
                <c:pt idx="1043">
                  <c:v>-0.60181502315204793</c:v>
                </c:pt>
                <c:pt idx="1044">
                  <c:v>-0.58778525229247369</c:v>
                </c:pt>
                <c:pt idx="1045">
                  <c:v>-0.5735764363510476</c:v>
                </c:pt>
                <c:pt idx="1046">
                  <c:v>-0.55919290347074624</c:v>
                </c:pt>
                <c:pt idx="1047">
                  <c:v>-0.54463903501502742</c:v>
                </c:pt>
                <c:pt idx="1048">
                  <c:v>-0.52991926423320623</c:v>
                </c:pt>
                <c:pt idx="1049">
                  <c:v>-0.51503807491005338</c:v>
                </c:pt>
                <c:pt idx="1050">
                  <c:v>-0.50000000000000011</c:v>
                </c:pt>
                <c:pt idx="1051">
                  <c:v>-0.48480962024633811</c:v>
                </c:pt>
                <c:pt idx="1052">
                  <c:v>-0.46947156278588964</c:v>
                </c:pt>
                <c:pt idx="1053">
                  <c:v>-0.45399049973954664</c:v>
                </c:pt>
                <c:pt idx="1054">
                  <c:v>-0.43837114678907824</c:v>
                </c:pt>
                <c:pt idx="1055">
                  <c:v>-0.42261826174070127</c:v>
                </c:pt>
                <c:pt idx="1056">
                  <c:v>-0.40673664307579976</c:v>
                </c:pt>
                <c:pt idx="1057">
                  <c:v>-0.39073112848927433</c:v>
                </c:pt>
                <c:pt idx="1058">
                  <c:v>-0.37460659341591362</c:v>
                </c:pt>
                <c:pt idx="1059">
                  <c:v>-0.35836794954529955</c:v>
                </c:pt>
                <c:pt idx="1060">
                  <c:v>-0.34202014332566905</c:v>
                </c:pt>
                <c:pt idx="1061">
                  <c:v>-0.32556815445715803</c:v>
                </c:pt>
                <c:pt idx="1062">
                  <c:v>-0.3090169943749464</c:v>
                </c:pt>
                <c:pt idx="1063">
                  <c:v>-0.29237170472273677</c:v>
                </c:pt>
                <c:pt idx="1064">
                  <c:v>-0.27563735581700027</c:v>
                </c:pt>
                <c:pt idx="1065">
                  <c:v>-0.25881904510251946</c:v>
                </c:pt>
                <c:pt idx="1066">
                  <c:v>-0.24192189559966748</c:v>
                </c:pt>
                <c:pt idx="1067">
                  <c:v>-0.22495105434386581</c:v>
                </c:pt>
                <c:pt idx="1068">
                  <c:v>-0.2079116908177612</c:v>
                </c:pt>
                <c:pt idx="1069">
                  <c:v>-0.19080899537654428</c:v>
                </c:pt>
                <c:pt idx="1070">
                  <c:v>-0.17364817766693086</c:v>
                </c:pt>
                <c:pt idx="1071">
                  <c:v>-0.15643446504023248</c:v>
                </c:pt>
                <c:pt idx="1072">
                  <c:v>-0.13917310096006461</c:v>
                </c:pt>
                <c:pt idx="1073">
                  <c:v>-0.12186934340514771</c:v>
                </c:pt>
                <c:pt idx="1074">
                  <c:v>-0.10452846326765479</c:v>
                </c:pt>
                <c:pt idx="1075">
                  <c:v>-8.7155742747657028E-2</c:v>
                </c:pt>
                <c:pt idx="1076">
                  <c:v>-6.9756473744125247E-2</c:v>
                </c:pt>
                <c:pt idx="1077">
                  <c:v>-5.2335956242944862E-2</c:v>
                </c:pt>
                <c:pt idx="1078">
                  <c:v>-3.4899496702499533E-2</c:v>
                </c:pt>
                <c:pt idx="1079">
                  <c:v>-1.7452406437283161E-2</c:v>
                </c:pt>
                <c:pt idx="1080">
                  <c:v>-7.3508907294517201E-16</c:v>
                </c:pt>
                <c:pt idx="1081">
                  <c:v>1.745240643728169E-2</c:v>
                </c:pt>
                <c:pt idx="1082">
                  <c:v>3.4899496702501615E-2</c:v>
                </c:pt>
                <c:pt idx="1083">
                  <c:v>5.2335956242943391E-2</c:v>
                </c:pt>
                <c:pt idx="1084">
                  <c:v>6.9756473744123776E-2</c:v>
                </c:pt>
                <c:pt idx="1085">
                  <c:v>8.715574274765911E-2</c:v>
                </c:pt>
                <c:pt idx="1086">
                  <c:v>0.10452846326765333</c:v>
                </c:pt>
                <c:pt idx="1087">
                  <c:v>0.12186934340514625</c:v>
                </c:pt>
                <c:pt idx="1088">
                  <c:v>0.13917310096006666</c:v>
                </c:pt>
                <c:pt idx="1089">
                  <c:v>0.15643446504023101</c:v>
                </c:pt>
                <c:pt idx="1090">
                  <c:v>0.17364817766692942</c:v>
                </c:pt>
                <c:pt idx="1091">
                  <c:v>0.19080899537654283</c:v>
                </c:pt>
                <c:pt idx="1092">
                  <c:v>0.20791169081775976</c:v>
                </c:pt>
                <c:pt idx="1093">
                  <c:v>0.22495105434386437</c:v>
                </c:pt>
                <c:pt idx="1094">
                  <c:v>0.24192189559966604</c:v>
                </c:pt>
                <c:pt idx="1095">
                  <c:v>0.25881904510252146</c:v>
                </c:pt>
                <c:pt idx="1096">
                  <c:v>0.27563735581699883</c:v>
                </c:pt>
                <c:pt idx="1097">
                  <c:v>0.29237170472273533</c:v>
                </c:pt>
                <c:pt idx="1098">
                  <c:v>0.30901699437494839</c:v>
                </c:pt>
                <c:pt idx="1099">
                  <c:v>0.32556815445715659</c:v>
                </c:pt>
                <c:pt idx="1100">
                  <c:v>0.34202014332566766</c:v>
                </c:pt>
                <c:pt idx="1101">
                  <c:v>0.35836794954530149</c:v>
                </c:pt>
                <c:pt idx="1102">
                  <c:v>0.37460659341591224</c:v>
                </c:pt>
                <c:pt idx="1103">
                  <c:v>0.39073112848927299</c:v>
                </c:pt>
                <c:pt idx="1104">
                  <c:v>0.40673664307579843</c:v>
                </c:pt>
                <c:pt idx="1105">
                  <c:v>0.42261826174069994</c:v>
                </c:pt>
                <c:pt idx="1106">
                  <c:v>0.4383711467890769</c:v>
                </c:pt>
                <c:pt idx="1107">
                  <c:v>0.45399049973954531</c:v>
                </c:pt>
                <c:pt idx="1108">
                  <c:v>0.46947156278589153</c:v>
                </c:pt>
                <c:pt idx="1109">
                  <c:v>0.48480962024633678</c:v>
                </c:pt>
                <c:pt idx="1110">
                  <c:v>0.49999999999999883</c:v>
                </c:pt>
                <c:pt idx="1111">
                  <c:v>0.51503807491005515</c:v>
                </c:pt>
                <c:pt idx="1112">
                  <c:v>0.52991926423320501</c:v>
                </c:pt>
                <c:pt idx="1113">
                  <c:v>0.5446390350150262</c:v>
                </c:pt>
                <c:pt idx="1114">
                  <c:v>0.55919290347074802</c:v>
                </c:pt>
                <c:pt idx="1115">
                  <c:v>0.57357643635104638</c:v>
                </c:pt>
                <c:pt idx="1116">
                  <c:v>0.58778525229247247</c:v>
                </c:pt>
                <c:pt idx="1117">
                  <c:v>0.60181502315204682</c:v>
                </c:pt>
                <c:pt idx="1118">
                  <c:v>0.61566147532565874</c:v>
                </c:pt>
                <c:pt idx="1119">
                  <c:v>0.62932039104983706</c:v>
                </c:pt>
                <c:pt idx="1120">
                  <c:v>0.64278760968653814</c:v>
                </c:pt>
                <c:pt idx="1121">
                  <c:v>0.65605902899050794</c:v>
                </c:pt>
                <c:pt idx="1122">
                  <c:v>0.66913060635885813</c:v>
                </c:pt>
                <c:pt idx="1123">
                  <c:v>0.68199836006249759</c:v>
                </c:pt>
                <c:pt idx="1124">
                  <c:v>0.69465837045899814</c:v>
                </c:pt>
                <c:pt idx="1125">
                  <c:v>0.70710678118654757</c:v>
                </c:pt>
                <c:pt idx="1126">
                  <c:v>0.71933980033865041</c:v>
                </c:pt>
                <c:pt idx="1127">
                  <c:v>0.73135370161916913</c:v>
                </c:pt>
                <c:pt idx="1128">
                  <c:v>0.74314482547739447</c:v>
                </c:pt>
                <c:pt idx="1129">
                  <c:v>0.75470958022277157</c:v>
                </c:pt>
                <c:pt idx="1130">
                  <c:v>0.7660444431189769</c:v>
                </c:pt>
                <c:pt idx="1131">
                  <c:v>0.77714596145697135</c:v>
                </c:pt>
                <c:pt idx="1132">
                  <c:v>0.78801075360672168</c:v>
                </c:pt>
                <c:pt idx="1133">
                  <c:v>0.79863551004729194</c:v>
                </c:pt>
                <c:pt idx="1134">
                  <c:v>0.80901699437494801</c:v>
                </c:pt>
                <c:pt idx="1135">
                  <c:v>0.81915204428899169</c:v>
                </c:pt>
                <c:pt idx="1136">
                  <c:v>0.82903757255504107</c:v>
                </c:pt>
                <c:pt idx="1137">
                  <c:v>0.83867056794542472</c:v>
                </c:pt>
                <c:pt idx="1138">
                  <c:v>0.84804809615642607</c:v>
                </c:pt>
                <c:pt idx="1139">
                  <c:v>0.85716730070211189</c:v>
                </c:pt>
                <c:pt idx="1140">
                  <c:v>0.86602540378443771</c:v>
                </c:pt>
                <c:pt idx="1141">
                  <c:v>0.87461970713939607</c:v>
                </c:pt>
                <c:pt idx="1142">
                  <c:v>0.88294759285892666</c:v>
                </c:pt>
                <c:pt idx="1143">
                  <c:v>0.89100652418836712</c:v>
                </c:pt>
                <c:pt idx="1144">
                  <c:v>0.89879404629916737</c:v>
                </c:pt>
                <c:pt idx="1145">
                  <c:v>0.90630778703664983</c:v>
                </c:pt>
                <c:pt idx="1146">
                  <c:v>0.91354545764260031</c:v>
                </c:pt>
                <c:pt idx="1147">
                  <c:v>0.92050485345244071</c:v>
                </c:pt>
                <c:pt idx="1148">
                  <c:v>0.92718385456678742</c:v>
                </c:pt>
                <c:pt idx="1149">
                  <c:v>0.93358042649720141</c:v>
                </c:pt>
                <c:pt idx="1150">
                  <c:v>0.93969262078590887</c:v>
                </c:pt>
                <c:pt idx="1151">
                  <c:v>0.94551857559931696</c:v>
                </c:pt>
                <c:pt idx="1152">
                  <c:v>0.95105651629515331</c:v>
                </c:pt>
                <c:pt idx="1153">
                  <c:v>0.95630475596303488</c:v>
                </c:pt>
                <c:pt idx="1154">
                  <c:v>0.96126169593831901</c:v>
                </c:pt>
                <c:pt idx="1155">
                  <c:v>0.9659258262890682</c:v>
                </c:pt>
                <c:pt idx="1156">
                  <c:v>0.97029572627599614</c:v>
                </c:pt>
                <c:pt idx="1157">
                  <c:v>0.97437006478523547</c:v>
                </c:pt>
                <c:pt idx="1158">
                  <c:v>0.97814760073380558</c:v>
                </c:pt>
                <c:pt idx="1159">
                  <c:v>0.98162718344766375</c:v>
                </c:pt>
                <c:pt idx="1160">
                  <c:v>0.98480775301220824</c:v>
                </c:pt>
                <c:pt idx="1161">
                  <c:v>0.98768834059513777</c:v>
                </c:pt>
                <c:pt idx="1162">
                  <c:v>0.99026806874157014</c:v>
                </c:pt>
                <c:pt idx="1163">
                  <c:v>0.99254615164132176</c:v>
                </c:pt>
                <c:pt idx="1164">
                  <c:v>0.9945218953682734</c:v>
                </c:pt>
                <c:pt idx="1165">
                  <c:v>0.99619469809174543</c:v>
                </c:pt>
                <c:pt idx="1166">
                  <c:v>0.99756405025982409</c:v>
                </c:pt>
                <c:pt idx="1167">
                  <c:v>0.99862953475457394</c:v>
                </c:pt>
                <c:pt idx="1168">
                  <c:v>0.99939082701909576</c:v>
                </c:pt>
                <c:pt idx="1169">
                  <c:v>0.99984769515639116</c:v>
                </c:pt>
                <c:pt idx="1170">
                  <c:v>1</c:v>
                </c:pt>
                <c:pt idx="1171">
                  <c:v>0.99984769515639127</c:v>
                </c:pt>
                <c:pt idx="1172">
                  <c:v>0.99939082701909576</c:v>
                </c:pt>
                <c:pt idx="1173">
                  <c:v>0.99862953475457383</c:v>
                </c:pt>
                <c:pt idx="1174">
                  <c:v>0.9975640502598242</c:v>
                </c:pt>
                <c:pt idx="1175">
                  <c:v>0.99619469809174566</c:v>
                </c:pt>
                <c:pt idx="1176">
                  <c:v>0.99452189536827351</c:v>
                </c:pt>
                <c:pt idx="1177">
                  <c:v>0.99254615164132198</c:v>
                </c:pt>
                <c:pt idx="1178">
                  <c:v>0.99026806874157036</c:v>
                </c:pt>
                <c:pt idx="1179">
                  <c:v>0.98768834059513799</c:v>
                </c:pt>
                <c:pt idx="1180">
                  <c:v>0.98480775301220791</c:v>
                </c:pt>
                <c:pt idx="1181">
                  <c:v>0.98162718344766398</c:v>
                </c:pt>
                <c:pt idx="1182">
                  <c:v>0.97814760073380591</c:v>
                </c:pt>
                <c:pt idx="1183">
                  <c:v>0.97437006478523502</c:v>
                </c:pt>
                <c:pt idx="1184">
                  <c:v>0.97029572627599647</c:v>
                </c:pt>
                <c:pt idx="1185">
                  <c:v>0.96592582628906853</c:v>
                </c:pt>
                <c:pt idx="1186">
                  <c:v>0.96126169593831845</c:v>
                </c:pt>
                <c:pt idx="1187">
                  <c:v>0.95630475596303544</c:v>
                </c:pt>
                <c:pt idx="1188">
                  <c:v>0.95105651629515386</c:v>
                </c:pt>
                <c:pt idx="1189">
                  <c:v>0.9455185755993174</c:v>
                </c:pt>
                <c:pt idx="1190">
                  <c:v>0.93969262078590821</c:v>
                </c:pt>
                <c:pt idx="1191">
                  <c:v>0.93358042649720197</c:v>
                </c:pt>
                <c:pt idx="1192">
                  <c:v>0.92718385456678798</c:v>
                </c:pt>
                <c:pt idx="1193">
                  <c:v>0.92050485345244004</c:v>
                </c:pt>
                <c:pt idx="1194">
                  <c:v>0.91354545764260098</c:v>
                </c:pt>
                <c:pt idx="1195">
                  <c:v>0.90630778703665049</c:v>
                </c:pt>
                <c:pt idx="1196">
                  <c:v>0.89879404629916648</c:v>
                </c:pt>
                <c:pt idx="1197">
                  <c:v>0.89100652418836779</c:v>
                </c:pt>
                <c:pt idx="1198">
                  <c:v>0.88294759285892743</c:v>
                </c:pt>
                <c:pt idx="1199">
                  <c:v>0.87461970713939685</c:v>
                </c:pt>
                <c:pt idx="1200">
                  <c:v>0.86602540378443849</c:v>
                </c:pt>
                <c:pt idx="1201">
                  <c:v>0.85716730070211267</c:v>
                </c:pt>
                <c:pt idx="1202">
                  <c:v>0.84804809615642696</c:v>
                </c:pt>
                <c:pt idx="1203">
                  <c:v>0.83867056794542372</c:v>
                </c:pt>
                <c:pt idx="1204">
                  <c:v>0.82903757255504196</c:v>
                </c:pt>
                <c:pt idx="1205">
                  <c:v>0.81915204428899269</c:v>
                </c:pt>
                <c:pt idx="1206">
                  <c:v>0.8090169943749469</c:v>
                </c:pt>
                <c:pt idx="1207">
                  <c:v>0.79863551004729294</c:v>
                </c:pt>
                <c:pt idx="1208">
                  <c:v>0.78801075360672268</c:v>
                </c:pt>
                <c:pt idx="1209">
                  <c:v>0.77714596145697012</c:v>
                </c:pt>
                <c:pt idx="1210">
                  <c:v>0.7660444431189779</c:v>
                </c:pt>
                <c:pt idx="1211">
                  <c:v>0.75470958022277257</c:v>
                </c:pt>
                <c:pt idx="1212">
                  <c:v>0.74314482547739558</c:v>
                </c:pt>
                <c:pt idx="1213">
                  <c:v>0.73135370161917013</c:v>
                </c:pt>
                <c:pt idx="1214">
                  <c:v>0.71933980033865152</c:v>
                </c:pt>
                <c:pt idx="1215">
                  <c:v>0.70710678118654868</c:v>
                </c:pt>
                <c:pt idx="1216">
                  <c:v>0.6946583704589967</c:v>
                </c:pt>
                <c:pt idx="1217">
                  <c:v>0.6819983600624987</c:v>
                </c:pt>
                <c:pt idx="1218">
                  <c:v>0.66913060635885924</c:v>
                </c:pt>
                <c:pt idx="1219">
                  <c:v>0.6560590289905065</c:v>
                </c:pt>
                <c:pt idx="1220">
                  <c:v>0.64278760968653936</c:v>
                </c:pt>
                <c:pt idx="1221">
                  <c:v>0.62932039104983828</c:v>
                </c:pt>
                <c:pt idx="1222">
                  <c:v>0.61566147532565718</c:v>
                </c:pt>
                <c:pt idx="1223">
                  <c:v>0.60181502315204805</c:v>
                </c:pt>
                <c:pt idx="1224">
                  <c:v>0.5877852522924738</c:v>
                </c:pt>
                <c:pt idx="1225">
                  <c:v>0.57357643635104771</c:v>
                </c:pt>
                <c:pt idx="1226">
                  <c:v>0.55919290347074635</c:v>
                </c:pt>
                <c:pt idx="1227">
                  <c:v>0.54463903501502753</c:v>
                </c:pt>
                <c:pt idx="1228">
                  <c:v>0.52991926423320634</c:v>
                </c:pt>
                <c:pt idx="1229">
                  <c:v>0.51503807491005349</c:v>
                </c:pt>
                <c:pt idx="1230">
                  <c:v>0.50000000000000022</c:v>
                </c:pt>
                <c:pt idx="1231">
                  <c:v>0.48480962024633817</c:v>
                </c:pt>
                <c:pt idx="1232">
                  <c:v>0.46947156278588975</c:v>
                </c:pt>
                <c:pt idx="1233">
                  <c:v>0.45399049973954675</c:v>
                </c:pt>
                <c:pt idx="1234">
                  <c:v>0.43837114678907835</c:v>
                </c:pt>
                <c:pt idx="1235">
                  <c:v>0.42261826174070138</c:v>
                </c:pt>
                <c:pt idx="1236">
                  <c:v>0.40673664307579988</c:v>
                </c:pt>
                <c:pt idx="1237">
                  <c:v>0.39073112848927444</c:v>
                </c:pt>
                <c:pt idx="1238">
                  <c:v>0.37460659341591374</c:v>
                </c:pt>
                <c:pt idx="1239">
                  <c:v>0.35836794954529966</c:v>
                </c:pt>
                <c:pt idx="1240">
                  <c:v>0.34202014332566916</c:v>
                </c:pt>
                <c:pt idx="1241">
                  <c:v>0.32556815445715814</c:v>
                </c:pt>
                <c:pt idx="1242">
                  <c:v>0.30901699437494656</c:v>
                </c:pt>
                <c:pt idx="1243">
                  <c:v>0.29237170472273688</c:v>
                </c:pt>
                <c:pt idx="1244">
                  <c:v>0.27563735581700038</c:v>
                </c:pt>
                <c:pt idx="1245">
                  <c:v>0.25881904510251957</c:v>
                </c:pt>
                <c:pt idx="1246">
                  <c:v>0.24192189559966759</c:v>
                </c:pt>
                <c:pt idx="1247">
                  <c:v>0.22495105434386592</c:v>
                </c:pt>
                <c:pt idx="1248">
                  <c:v>0.20791169081776131</c:v>
                </c:pt>
                <c:pt idx="1249">
                  <c:v>0.19080899537654439</c:v>
                </c:pt>
                <c:pt idx="1250">
                  <c:v>0.173648177666931</c:v>
                </c:pt>
                <c:pt idx="1251">
                  <c:v>0.15643446504023259</c:v>
                </c:pt>
                <c:pt idx="1252">
                  <c:v>0.13917310096006472</c:v>
                </c:pt>
                <c:pt idx="1253">
                  <c:v>0.12186934340514784</c:v>
                </c:pt>
                <c:pt idx="1254">
                  <c:v>0.10452846326765491</c:v>
                </c:pt>
                <c:pt idx="1255">
                  <c:v>8.7155742747657153E-2</c:v>
                </c:pt>
                <c:pt idx="1256">
                  <c:v>6.9756473744125372E-2</c:v>
                </c:pt>
                <c:pt idx="1257">
                  <c:v>5.233595624294498E-2</c:v>
                </c:pt>
                <c:pt idx="1258">
                  <c:v>3.4899496702499658E-2</c:v>
                </c:pt>
                <c:pt idx="1259">
                  <c:v>1.7452406437283283E-2</c:v>
                </c:pt>
                <c:pt idx="1260">
                  <c:v>8.5760391843603401E-16</c:v>
                </c:pt>
                <c:pt idx="1261">
                  <c:v>-1.7452406437281569E-2</c:v>
                </c:pt>
                <c:pt idx="1262">
                  <c:v>-3.4899496702501497E-2</c:v>
                </c:pt>
                <c:pt idx="1263">
                  <c:v>-5.2335956242943273E-2</c:v>
                </c:pt>
                <c:pt idx="1264">
                  <c:v>-6.9756473744123651E-2</c:v>
                </c:pt>
                <c:pt idx="1265">
                  <c:v>-8.7155742747658985E-2</c:v>
                </c:pt>
                <c:pt idx="1266">
                  <c:v>-0.10452846326765321</c:v>
                </c:pt>
                <c:pt idx="1267">
                  <c:v>-0.12186934340514613</c:v>
                </c:pt>
                <c:pt idx="1268">
                  <c:v>-0.13917310096006655</c:v>
                </c:pt>
                <c:pt idx="1269">
                  <c:v>-0.1564344650402309</c:v>
                </c:pt>
                <c:pt idx="1270">
                  <c:v>-0.1736481776669293</c:v>
                </c:pt>
                <c:pt idx="1271">
                  <c:v>-0.19080899537654269</c:v>
                </c:pt>
                <c:pt idx="1272">
                  <c:v>-0.20791169081775965</c:v>
                </c:pt>
                <c:pt idx="1273">
                  <c:v>-0.22495105434386425</c:v>
                </c:pt>
                <c:pt idx="1274">
                  <c:v>-0.24192189559966593</c:v>
                </c:pt>
                <c:pt idx="1275">
                  <c:v>-0.25881904510252135</c:v>
                </c:pt>
                <c:pt idx="1276">
                  <c:v>-0.27563735581699872</c:v>
                </c:pt>
                <c:pt idx="1277">
                  <c:v>-0.29237170472273522</c:v>
                </c:pt>
                <c:pt idx="1278">
                  <c:v>-0.30901699437494828</c:v>
                </c:pt>
                <c:pt idx="1279">
                  <c:v>-0.32556815445715648</c:v>
                </c:pt>
                <c:pt idx="1280">
                  <c:v>-0.34202014332566755</c:v>
                </c:pt>
                <c:pt idx="1281">
                  <c:v>-0.35836794954530138</c:v>
                </c:pt>
                <c:pt idx="1282">
                  <c:v>-0.37460659341591213</c:v>
                </c:pt>
                <c:pt idx="1283">
                  <c:v>-0.39073112848927288</c:v>
                </c:pt>
                <c:pt idx="1284">
                  <c:v>-0.40673664307579832</c:v>
                </c:pt>
                <c:pt idx="1285">
                  <c:v>-0.42261826174069983</c:v>
                </c:pt>
                <c:pt idx="1286">
                  <c:v>-0.43837114678907679</c:v>
                </c:pt>
                <c:pt idx="1287">
                  <c:v>-0.45399049973954519</c:v>
                </c:pt>
                <c:pt idx="1288">
                  <c:v>-0.46947156278589142</c:v>
                </c:pt>
                <c:pt idx="1289">
                  <c:v>-0.48480962024633667</c:v>
                </c:pt>
                <c:pt idx="1290">
                  <c:v>-0.49999999999999872</c:v>
                </c:pt>
                <c:pt idx="1291">
                  <c:v>-0.51503807491005504</c:v>
                </c:pt>
                <c:pt idx="1292">
                  <c:v>-0.5299192642332049</c:v>
                </c:pt>
                <c:pt idx="1293">
                  <c:v>-0.54463903501502609</c:v>
                </c:pt>
                <c:pt idx="1294">
                  <c:v>-0.5591929034707479</c:v>
                </c:pt>
                <c:pt idx="1295">
                  <c:v>-0.57357643635104627</c:v>
                </c:pt>
                <c:pt idx="1296">
                  <c:v>-0.58778525229247247</c:v>
                </c:pt>
                <c:pt idx="1297">
                  <c:v>-0.60181502315204671</c:v>
                </c:pt>
                <c:pt idx="1298">
                  <c:v>-0.61566147532565862</c:v>
                </c:pt>
                <c:pt idx="1299">
                  <c:v>-0.62932039104983695</c:v>
                </c:pt>
                <c:pt idx="1300">
                  <c:v>-0.64278760968653803</c:v>
                </c:pt>
                <c:pt idx="1301">
                  <c:v>-0.65605902899050783</c:v>
                </c:pt>
                <c:pt idx="1302">
                  <c:v>-0.66913060635885802</c:v>
                </c:pt>
                <c:pt idx="1303">
                  <c:v>-0.68199836006249748</c:v>
                </c:pt>
                <c:pt idx="1304">
                  <c:v>-0.69465837045899803</c:v>
                </c:pt>
                <c:pt idx="1305">
                  <c:v>-0.70710678118654757</c:v>
                </c:pt>
                <c:pt idx="1306">
                  <c:v>-0.71933980033865041</c:v>
                </c:pt>
                <c:pt idx="1307">
                  <c:v>-0.73135370161917146</c:v>
                </c:pt>
                <c:pt idx="1308">
                  <c:v>-0.74314482547739447</c:v>
                </c:pt>
                <c:pt idx="1309">
                  <c:v>-0.75470958022277146</c:v>
                </c:pt>
                <c:pt idx="1310">
                  <c:v>-0.76604444311897679</c:v>
                </c:pt>
                <c:pt idx="1311">
                  <c:v>-0.77714596145697123</c:v>
                </c:pt>
                <c:pt idx="1312">
                  <c:v>-0.78801075360672168</c:v>
                </c:pt>
                <c:pt idx="1313">
                  <c:v>-0.79863551004729194</c:v>
                </c:pt>
                <c:pt idx="1314">
                  <c:v>-0.8090169943749479</c:v>
                </c:pt>
                <c:pt idx="1315">
                  <c:v>-0.81915204428899169</c:v>
                </c:pt>
                <c:pt idx="1316">
                  <c:v>-0.82903757255504096</c:v>
                </c:pt>
                <c:pt idx="1317">
                  <c:v>-0.83867056794542472</c:v>
                </c:pt>
                <c:pt idx="1318">
                  <c:v>-0.84804809615642607</c:v>
                </c:pt>
                <c:pt idx="1319">
                  <c:v>-0.85716730070211178</c:v>
                </c:pt>
                <c:pt idx="1320">
                  <c:v>-0.8660254037844376</c:v>
                </c:pt>
                <c:pt idx="1321">
                  <c:v>-0.87461970713939596</c:v>
                </c:pt>
                <c:pt idx="1322">
                  <c:v>-0.88294759285892666</c:v>
                </c:pt>
                <c:pt idx="1323">
                  <c:v>-0.89100652418836701</c:v>
                </c:pt>
                <c:pt idx="1324">
                  <c:v>-0.89879404629916726</c:v>
                </c:pt>
                <c:pt idx="1325">
                  <c:v>-0.90630778703664983</c:v>
                </c:pt>
                <c:pt idx="1326">
                  <c:v>-0.91354545764260031</c:v>
                </c:pt>
                <c:pt idx="1327">
                  <c:v>-0.92050485345244071</c:v>
                </c:pt>
                <c:pt idx="1328">
                  <c:v>-0.92718385456678731</c:v>
                </c:pt>
                <c:pt idx="1329">
                  <c:v>-0.9335804264972013</c:v>
                </c:pt>
                <c:pt idx="1330">
                  <c:v>-0.93969262078590887</c:v>
                </c:pt>
                <c:pt idx="1331">
                  <c:v>-0.94551857559931685</c:v>
                </c:pt>
                <c:pt idx="1332">
                  <c:v>-0.95105651629515331</c:v>
                </c:pt>
                <c:pt idx="1333">
                  <c:v>-0.95630475596303488</c:v>
                </c:pt>
                <c:pt idx="1334">
                  <c:v>-0.96126169593831901</c:v>
                </c:pt>
                <c:pt idx="1335">
                  <c:v>-0.96592582628906809</c:v>
                </c:pt>
                <c:pt idx="1336">
                  <c:v>-0.97029572627599603</c:v>
                </c:pt>
                <c:pt idx="1337">
                  <c:v>-0.97437006478523536</c:v>
                </c:pt>
                <c:pt idx="1338">
                  <c:v>-0.97814760073380558</c:v>
                </c:pt>
                <c:pt idx="1339">
                  <c:v>-0.98162718344766364</c:v>
                </c:pt>
                <c:pt idx="1340">
                  <c:v>-0.98480775301220824</c:v>
                </c:pt>
                <c:pt idx="1341">
                  <c:v>-0.98768834059513777</c:v>
                </c:pt>
                <c:pt idx="1342">
                  <c:v>-0.99026806874157014</c:v>
                </c:pt>
                <c:pt idx="1343">
                  <c:v>-0.99254615164132221</c:v>
                </c:pt>
                <c:pt idx="1344">
                  <c:v>-0.9945218953682734</c:v>
                </c:pt>
                <c:pt idx="1345">
                  <c:v>-0.99619469809174543</c:v>
                </c:pt>
                <c:pt idx="1346">
                  <c:v>-0.99756405025982409</c:v>
                </c:pt>
                <c:pt idx="1347">
                  <c:v>-0.99862953475457394</c:v>
                </c:pt>
                <c:pt idx="1348">
                  <c:v>-0.99939082701909576</c:v>
                </c:pt>
                <c:pt idx="1349">
                  <c:v>-0.99984769515639116</c:v>
                </c:pt>
                <c:pt idx="1350">
                  <c:v>-1</c:v>
                </c:pt>
                <c:pt idx="1351">
                  <c:v>-0.99984769515639127</c:v>
                </c:pt>
                <c:pt idx="1352">
                  <c:v>-0.99939082701909576</c:v>
                </c:pt>
                <c:pt idx="1353">
                  <c:v>-0.99862953475457383</c:v>
                </c:pt>
                <c:pt idx="1354">
                  <c:v>-0.9975640502598242</c:v>
                </c:pt>
                <c:pt idx="1355">
                  <c:v>-0.99619469809174566</c:v>
                </c:pt>
                <c:pt idx="1356">
                  <c:v>-0.99452189536827351</c:v>
                </c:pt>
                <c:pt idx="1357">
                  <c:v>-0.99254615164132198</c:v>
                </c:pt>
                <c:pt idx="1358">
                  <c:v>-0.99026806874157036</c:v>
                </c:pt>
                <c:pt idx="1359">
                  <c:v>-0.98768834059513799</c:v>
                </c:pt>
                <c:pt idx="1360">
                  <c:v>-0.98480775301220791</c:v>
                </c:pt>
                <c:pt idx="1361">
                  <c:v>-0.98162718344766409</c:v>
                </c:pt>
                <c:pt idx="1362">
                  <c:v>-0.97814760073380591</c:v>
                </c:pt>
                <c:pt idx="1363">
                  <c:v>-0.97437006478523502</c:v>
                </c:pt>
                <c:pt idx="1364">
                  <c:v>-0.97029572627599647</c:v>
                </c:pt>
                <c:pt idx="1365">
                  <c:v>-0.96592582628906865</c:v>
                </c:pt>
                <c:pt idx="1366">
                  <c:v>-0.96126169593831856</c:v>
                </c:pt>
                <c:pt idx="1367">
                  <c:v>-0.95630475596303544</c:v>
                </c:pt>
                <c:pt idx="1368">
                  <c:v>-0.95105651629515386</c:v>
                </c:pt>
                <c:pt idx="1369">
                  <c:v>-0.94551857559931751</c:v>
                </c:pt>
                <c:pt idx="1370">
                  <c:v>-0.93969262078590821</c:v>
                </c:pt>
                <c:pt idx="1371">
                  <c:v>-0.93358042649720197</c:v>
                </c:pt>
                <c:pt idx="1372">
                  <c:v>-0.92718385456678809</c:v>
                </c:pt>
                <c:pt idx="1373">
                  <c:v>-0.92050485345244004</c:v>
                </c:pt>
                <c:pt idx="1374">
                  <c:v>-0.91354545764260109</c:v>
                </c:pt>
                <c:pt idx="1375">
                  <c:v>-0.9063077870366506</c:v>
                </c:pt>
                <c:pt idx="1376">
                  <c:v>-0.89879404629916659</c:v>
                </c:pt>
                <c:pt idx="1377">
                  <c:v>-0.8910065241883679</c:v>
                </c:pt>
                <c:pt idx="1378">
                  <c:v>-0.88294759285892743</c:v>
                </c:pt>
                <c:pt idx="1379">
                  <c:v>-0.87461970713939519</c:v>
                </c:pt>
                <c:pt idx="1380">
                  <c:v>-0.86602540378443849</c:v>
                </c:pt>
                <c:pt idx="1381">
                  <c:v>-0.85716730070211267</c:v>
                </c:pt>
                <c:pt idx="1382">
                  <c:v>-0.84804809615642696</c:v>
                </c:pt>
                <c:pt idx="1383">
                  <c:v>-0.83867056794542372</c:v>
                </c:pt>
                <c:pt idx="1384">
                  <c:v>-0.82903757255504196</c:v>
                </c:pt>
                <c:pt idx="1385">
                  <c:v>-0.81915204428899269</c:v>
                </c:pt>
                <c:pt idx="1386">
                  <c:v>-0.8090169943749469</c:v>
                </c:pt>
                <c:pt idx="1387">
                  <c:v>-0.79863551004729305</c:v>
                </c:pt>
                <c:pt idx="1388">
                  <c:v>-0.78801075360672279</c:v>
                </c:pt>
                <c:pt idx="1389">
                  <c:v>-0.77714596145697012</c:v>
                </c:pt>
                <c:pt idx="1390">
                  <c:v>-0.76604444311897801</c:v>
                </c:pt>
                <c:pt idx="1391">
                  <c:v>-0.75470958022277268</c:v>
                </c:pt>
                <c:pt idx="1392">
                  <c:v>-0.74314482547739569</c:v>
                </c:pt>
                <c:pt idx="1393">
                  <c:v>-0.73135370161917024</c:v>
                </c:pt>
                <c:pt idx="1394">
                  <c:v>-0.71933980033865164</c:v>
                </c:pt>
                <c:pt idx="1395">
                  <c:v>-0.70710678118654879</c:v>
                </c:pt>
                <c:pt idx="1396">
                  <c:v>-0.69465837045899681</c:v>
                </c:pt>
                <c:pt idx="1397">
                  <c:v>-0.68199836006249881</c:v>
                </c:pt>
                <c:pt idx="1398">
                  <c:v>-0.66913060635885935</c:v>
                </c:pt>
                <c:pt idx="1399">
                  <c:v>-0.65605902899050661</c:v>
                </c:pt>
                <c:pt idx="1400">
                  <c:v>-0.64278760968653947</c:v>
                </c:pt>
                <c:pt idx="1401">
                  <c:v>-0.62932039104983839</c:v>
                </c:pt>
                <c:pt idx="1402">
                  <c:v>-0.61566147532565729</c:v>
                </c:pt>
                <c:pt idx="1403">
                  <c:v>-0.60181502315204816</c:v>
                </c:pt>
                <c:pt idx="1404">
                  <c:v>-0.58778525229247391</c:v>
                </c:pt>
                <c:pt idx="1405">
                  <c:v>-0.57357643635104771</c:v>
                </c:pt>
                <c:pt idx="1406">
                  <c:v>-0.55919290347074646</c:v>
                </c:pt>
                <c:pt idx="1407">
                  <c:v>-0.54463903501502764</c:v>
                </c:pt>
                <c:pt idx="1408">
                  <c:v>-0.52991926423320646</c:v>
                </c:pt>
                <c:pt idx="1409">
                  <c:v>-0.5150380749100536</c:v>
                </c:pt>
                <c:pt idx="1410">
                  <c:v>-0.50000000000000033</c:v>
                </c:pt>
                <c:pt idx="1411">
                  <c:v>-0.48480962024633828</c:v>
                </c:pt>
                <c:pt idx="1412">
                  <c:v>-0.46947156278588986</c:v>
                </c:pt>
                <c:pt idx="1413">
                  <c:v>-0.45399049973954686</c:v>
                </c:pt>
                <c:pt idx="1414">
                  <c:v>-0.43837114678907846</c:v>
                </c:pt>
                <c:pt idx="1415">
                  <c:v>-0.42261826174069828</c:v>
                </c:pt>
                <c:pt idx="1416">
                  <c:v>-0.40673664307579999</c:v>
                </c:pt>
                <c:pt idx="1417">
                  <c:v>-0.39073112848927455</c:v>
                </c:pt>
                <c:pt idx="1418">
                  <c:v>-0.37460659341591385</c:v>
                </c:pt>
                <c:pt idx="1419">
                  <c:v>-0.35836794954529977</c:v>
                </c:pt>
                <c:pt idx="1420">
                  <c:v>-0.34202014332566927</c:v>
                </c:pt>
                <c:pt idx="1421">
                  <c:v>-0.32556815445715825</c:v>
                </c:pt>
                <c:pt idx="1422">
                  <c:v>-0.30901699437494667</c:v>
                </c:pt>
                <c:pt idx="1423">
                  <c:v>-0.29237170472273699</c:v>
                </c:pt>
                <c:pt idx="1424">
                  <c:v>-0.2756373558170005</c:v>
                </c:pt>
                <c:pt idx="1425">
                  <c:v>-0.25881904510251968</c:v>
                </c:pt>
                <c:pt idx="1426">
                  <c:v>-0.2419218955996677</c:v>
                </c:pt>
                <c:pt idx="1427">
                  <c:v>-0.22495105434386603</c:v>
                </c:pt>
                <c:pt idx="1428">
                  <c:v>-0.20791169081776145</c:v>
                </c:pt>
                <c:pt idx="1429">
                  <c:v>-0.1908089953765445</c:v>
                </c:pt>
                <c:pt idx="1430">
                  <c:v>-0.17364817766693111</c:v>
                </c:pt>
                <c:pt idx="1431">
                  <c:v>-0.1564344650402327</c:v>
                </c:pt>
                <c:pt idx="1432">
                  <c:v>-0.13917310096006485</c:v>
                </c:pt>
                <c:pt idx="1433">
                  <c:v>-0.12186934340514796</c:v>
                </c:pt>
                <c:pt idx="1434">
                  <c:v>-0.10452846326765503</c:v>
                </c:pt>
                <c:pt idx="1435">
                  <c:v>-8.7155742747657278E-2</c:v>
                </c:pt>
                <c:pt idx="1436">
                  <c:v>-6.9756473744125483E-2</c:v>
                </c:pt>
                <c:pt idx="1437">
                  <c:v>-5.2335956242945104E-2</c:v>
                </c:pt>
                <c:pt idx="1438">
                  <c:v>-3.4899496702499783E-2</c:v>
                </c:pt>
                <c:pt idx="1439">
                  <c:v>-1.7452406437283408E-2</c:v>
                </c:pt>
                <c:pt idx="1440">
                  <c:v>-9.8011876392689601E-16</c:v>
                </c:pt>
                <c:pt idx="1441">
                  <c:v>1.7452406437281447E-2</c:v>
                </c:pt>
                <c:pt idx="1442">
                  <c:v>3.4899496702501372E-2</c:v>
                </c:pt>
                <c:pt idx="1443">
                  <c:v>5.2335956242943148E-2</c:v>
                </c:pt>
                <c:pt idx="1444">
                  <c:v>6.9756473744123526E-2</c:v>
                </c:pt>
                <c:pt idx="1445">
                  <c:v>8.715574274765886E-2</c:v>
                </c:pt>
                <c:pt idx="1446">
                  <c:v>0.10452846326765308</c:v>
                </c:pt>
                <c:pt idx="1447">
                  <c:v>0.12186934340514602</c:v>
                </c:pt>
                <c:pt idx="1448">
                  <c:v>0.13917310096006641</c:v>
                </c:pt>
                <c:pt idx="1449">
                  <c:v>0.15643446504023079</c:v>
                </c:pt>
                <c:pt idx="1450">
                  <c:v>0.17364817766692919</c:v>
                </c:pt>
                <c:pt idx="1451">
                  <c:v>0.19080899537654608</c:v>
                </c:pt>
                <c:pt idx="1452">
                  <c:v>0.20791169081775954</c:v>
                </c:pt>
                <c:pt idx="1453">
                  <c:v>0.22495105434386414</c:v>
                </c:pt>
                <c:pt idx="1454">
                  <c:v>0.24192189559966581</c:v>
                </c:pt>
                <c:pt idx="1455">
                  <c:v>0.25881904510252124</c:v>
                </c:pt>
                <c:pt idx="1456">
                  <c:v>0.27563735581699861</c:v>
                </c:pt>
                <c:pt idx="1457">
                  <c:v>0.2923717047227351</c:v>
                </c:pt>
                <c:pt idx="1458">
                  <c:v>0.30901699437494817</c:v>
                </c:pt>
                <c:pt idx="1459">
                  <c:v>0.32556815445715637</c:v>
                </c:pt>
                <c:pt idx="1460">
                  <c:v>0.34202014332566744</c:v>
                </c:pt>
                <c:pt idx="1461">
                  <c:v>0.35836794954530127</c:v>
                </c:pt>
                <c:pt idx="1462">
                  <c:v>0.37460659341591201</c:v>
                </c:pt>
              </c:numCache>
            </c:numRef>
          </c:yVal>
          <c:smooth val="0"/>
          <c:extLst>
            <c:ext xmlns:c16="http://schemas.microsoft.com/office/drawing/2014/chart" uri="{C3380CC4-5D6E-409C-BE32-E72D297353CC}">
              <c16:uniqueId val="{00000000-19E7-4046-A53C-2ADC8979C236}"/>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85938456755422E-2"/>
          <c:y val="0.10185208034079242"/>
          <c:w val="0.93888888888888888"/>
          <c:h val="0.89814814814814814"/>
        </c:manualLayout>
      </c:layout>
      <c:scatterChart>
        <c:scatterStyle val="lineMarker"/>
        <c:varyColors val="0"/>
        <c:ser>
          <c:idx val="0"/>
          <c:order val="0"/>
          <c:spPr>
            <a:ln w="22225" cap="rnd">
              <a:solidFill>
                <a:schemeClr val="tx1"/>
              </a:solidFill>
              <a:round/>
            </a:ln>
            <a:effectLst/>
          </c:spPr>
          <c:marker>
            <c:symbol val="none"/>
          </c:marker>
          <c:xVal>
            <c:numRef>
              <c:f>Sheet2!$A$2:$A$722</c:f>
              <c:numCache>
                <c:formatCode>General</c:formatCode>
                <c:ptCount val="7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numCache>
            </c:numRef>
          </c:xVal>
          <c:yVal>
            <c:numRef>
              <c:f>Sheet2!$B$2:$B$722</c:f>
              <c:numCache>
                <c:formatCode>General</c:formatCode>
                <c:ptCount val="721"/>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numCache>
            </c:numRef>
          </c:yVal>
          <c:smooth val="0"/>
          <c:extLst>
            <c:ext xmlns:c16="http://schemas.microsoft.com/office/drawing/2014/chart" uri="{C3380CC4-5D6E-409C-BE32-E72D297353CC}">
              <c16:uniqueId val="{00000000-3DC3-48C4-AC5A-EBF81F35F8DF}"/>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111080176623547E-2"/>
          <c:y val="0.17842861320900785"/>
          <c:w val="0.93888897113349057"/>
          <c:h val="0.8215716109810598"/>
        </c:manualLayout>
      </c:layout>
      <c:scatterChart>
        <c:scatterStyle val="lineMarker"/>
        <c:varyColors val="0"/>
        <c:ser>
          <c:idx val="0"/>
          <c:order val="0"/>
          <c:spPr>
            <a:ln w="22225" cap="rnd">
              <a:solidFill>
                <a:schemeClr val="tx1"/>
              </a:solidFill>
              <a:round/>
            </a:ln>
            <a:effectLst/>
          </c:spPr>
          <c:marker>
            <c:symbol val="none"/>
          </c:marker>
          <c:xVal>
            <c:numRef>
              <c:f>Sheet2!$A$2:$A$722</c:f>
              <c:numCache>
                <c:formatCode>General</c:formatCode>
                <c:ptCount val="7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numCache>
            </c:numRef>
          </c:xVal>
          <c:yVal>
            <c:numRef>
              <c:f>Sheet2!$B$2:$B$722</c:f>
              <c:numCache>
                <c:formatCode>General</c:formatCode>
                <c:ptCount val="721"/>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numCache>
            </c:numRef>
          </c:yVal>
          <c:smooth val="0"/>
          <c:extLst>
            <c:ext xmlns:c16="http://schemas.microsoft.com/office/drawing/2014/chart" uri="{C3380CC4-5D6E-409C-BE32-E72D297353CC}">
              <c16:uniqueId val="{00000000-FDAD-4A6D-82D1-9C0D2DA8CCAA}"/>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1058" name="Rectangle 2">
            <a:extLst>
              <a:ext uri="{FF2B5EF4-FFF2-40B4-BE49-F238E27FC236}">
                <a16:creationId xmlns:a16="http://schemas.microsoft.com/office/drawing/2014/main" id="{40CE95F9-B18D-B941-B9AB-B106ED18F67C}"/>
              </a:ext>
            </a:extLst>
          </p:cNvPr>
          <p:cNvSpPr>
            <a:spLocks noGrp="1" noChangeArrowheads="1"/>
          </p:cNvSpPr>
          <p:nvPr>
            <p:ph type="hdr" sz="quarter"/>
          </p:nvPr>
        </p:nvSpPr>
        <p:spPr bwMode="auto">
          <a:xfrm>
            <a:off x="0" y="0"/>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t" anchorCtr="0" compatLnSpc="1">
            <a:prstTxWarp prst="textNoShape">
              <a:avLst/>
            </a:prstTxWarp>
          </a:bodyPr>
          <a:lstStyle>
            <a:lvl1pPr defTabSz="946150">
              <a:defRPr i="0">
                <a:latin typeface="Times" charset="0"/>
                <a:ea typeface="ＭＳ Ｐゴシック" charset="-128"/>
                <a:cs typeface="+mn-cs"/>
              </a:defRPr>
            </a:lvl1pPr>
          </a:lstStyle>
          <a:p>
            <a:pPr>
              <a:defRPr/>
            </a:pPr>
            <a:endParaRPr lang="en-US" altLang="zh-TW"/>
          </a:p>
        </p:txBody>
      </p:sp>
      <p:sp>
        <p:nvSpPr>
          <p:cNvPr id="301059" name="Rectangle 3">
            <a:extLst>
              <a:ext uri="{FF2B5EF4-FFF2-40B4-BE49-F238E27FC236}">
                <a16:creationId xmlns:a16="http://schemas.microsoft.com/office/drawing/2014/main" id="{811AF85E-B0EB-5941-AD48-D28E5234FC53}"/>
              </a:ext>
            </a:extLst>
          </p:cNvPr>
          <p:cNvSpPr>
            <a:spLocks noGrp="1" noChangeArrowheads="1"/>
          </p:cNvSpPr>
          <p:nvPr>
            <p:ph type="dt" sz="quarter" idx="1"/>
          </p:nvPr>
        </p:nvSpPr>
        <p:spPr bwMode="auto">
          <a:xfrm>
            <a:off x="4025900" y="0"/>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t" anchorCtr="0" compatLnSpc="1">
            <a:prstTxWarp prst="textNoShape">
              <a:avLst/>
            </a:prstTxWarp>
          </a:bodyPr>
          <a:lstStyle>
            <a:lvl1pPr algn="r" defTabSz="946150">
              <a:defRPr i="0">
                <a:latin typeface="Times" charset="0"/>
                <a:ea typeface="ＭＳ Ｐゴシック" charset="-128"/>
                <a:cs typeface="+mn-cs"/>
              </a:defRPr>
            </a:lvl1pPr>
          </a:lstStyle>
          <a:p>
            <a:pPr>
              <a:defRPr/>
            </a:pPr>
            <a:endParaRPr lang="en-US" altLang="zh-TW"/>
          </a:p>
        </p:txBody>
      </p:sp>
      <p:sp>
        <p:nvSpPr>
          <p:cNvPr id="301060" name="Rectangle 4">
            <a:extLst>
              <a:ext uri="{FF2B5EF4-FFF2-40B4-BE49-F238E27FC236}">
                <a16:creationId xmlns:a16="http://schemas.microsoft.com/office/drawing/2014/main" id="{AAF776BE-7AD6-4A43-820E-452D40BB6836}"/>
              </a:ext>
            </a:extLst>
          </p:cNvPr>
          <p:cNvSpPr>
            <a:spLocks noGrp="1" noChangeArrowheads="1"/>
          </p:cNvSpPr>
          <p:nvPr>
            <p:ph type="ftr" sz="quarter" idx="2"/>
          </p:nvPr>
        </p:nvSpPr>
        <p:spPr bwMode="auto">
          <a:xfrm>
            <a:off x="0" y="9723438"/>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b" anchorCtr="0" compatLnSpc="1">
            <a:prstTxWarp prst="textNoShape">
              <a:avLst/>
            </a:prstTxWarp>
          </a:bodyPr>
          <a:lstStyle>
            <a:lvl1pPr defTabSz="946150">
              <a:defRPr i="0">
                <a:latin typeface="Times" charset="0"/>
                <a:ea typeface="ＭＳ Ｐゴシック" charset="-128"/>
                <a:cs typeface="+mn-cs"/>
              </a:defRPr>
            </a:lvl1pPr>
          </a:lstStyle>
          <a:p>
            <a:pPr>
              <a:defRPr/>
            </a:pPr>
            <a:endParaRPr lang="en-US" altLang="zh-TW"/>
          </a:p>
        </p:txBody>
      </p:sp>
      <p:sp>
        <p:nvSpPr>
          <p:cNvPr id="301061" name="Rectangle 5">
            <a:extLst>
              <a:ext uri="{FF2B5EF4-FFF2-40B4-BE49-F238E27FC236}">
                <a16:creationId xmlns:a16="http://schemas.microsoft.com/office/drawing/2014/main" id="{2E70A17A-2DD5-3C41-9DB9-800606EEA79C}"/>
              </a:ext>
            </a:extLst>
          </p:cNvPr>
          <p:cNvSpPr>
            <a:spLocks noGrp="1" noChangeArrowheads="1"/>
          </p:cNvSpPr>
          <p:nvPr>
            <p:ph type="sldNum" sz="quarter" idx="3"/>
          </p:nvPr>
        </p:nvSpPr>
        <p:spPr bwMode="auto">
          <a:xfrm>
            <a:off x="4025900" y="9723438"/>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b" anchorCtr="0" compatLnSpc="1">
            <a:prstTxWarp prst="textNoShape">
              <a:avLst/>
            </a:prstTxWarp>
          </a:bodyPr>
          <a:lstStyle>
            <a:lvl1pPr algn="r" defTabSz="946150">
              <a:defRPr i="0">
                <a:latin typeface="Times" charset="0"/>
                <a:ea typeface="ＭＳ Ｐゴシック" charset="-128"/>
              </a:defRPr>
            </a:lvl1pPr>
          </a:lstStyle>
          <a:p>
            <a:pPr>
              <a:defRPr/>
            </a:pPr>
            <a:fld id="{647B9DDB-074F-8749-A193-A6ECBCC9CB7A}" type="slidenum">
              <a:rPr lang="en-US" altLang="zh-TW"/>
              <a:pPr>
                <a:defRPr/>
              </a:pPr>
              <a:t>‹#›</a:t>
            </a:fld>
            <a:endParaRPr lang="en-US" altLang="zh-TW"/>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8594" name="Rectangle 2">
            <a:extLst>
              <a:ext uri="{FF2B5EF4-FFF2-40B4-BE49-F238E27FC236}">
                <a16:creationId xmlns:a16="http://schemas.microsoft.com/office/drawing/2014/main" id="{9D147860-33D1-AA45-A593-8412E167BDDE}"/>
              </a:ext>
            </a:extLst>
          </p:cNvPr>
          <p:cNvSpPr>
            <a:spLocks noGrp="1" noChangeArrowheads="1"/>
          </p:cNvSpPr>
          <p:nvPr>
            <p:ph type="hdr" sz="quarter"/>
          </p:nvPr>
        </p:nvSpPr>
        <p:spPr bwMode="auto">
          <a:xfrm>
            <a:off x="0" y="0"/>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t" anchorCtr="0" compatLnSpc="1">
            <a:prstTxWarp prst="textNoShape">
              <a:avLst/>
            </a:prstTxWarp>
          </a:bodyPr>
          <a:lstStyle>
            <a:lvl1pPr defTabSz="946150">
              <a:defRPr i="0">
                <a:latin typeface="Times" charset="0"/>
                <a:ea typeface="ＭＳ Ｐゴシック" charset="-128"/>
                <a:cs typeface="+mn-cs"/>
              </a:defRPr>
            </a:lvl1pPr>
          </a:lstStyle>
          <a:p>
            <a:pPr>
              <a:defRPr/>
            </a:pPr>
            <a:endParaRPr lang="en-US"/>
          </a:p>
        </p:txBody>
      </p:sp>
      <p:sp>
        <p:nvSpPr>
          <p:cNvPr id="238595" name="Rectangle 3">
            <a:extLst>
              <a:ext uri="{FF2B5EF4-FFF2-40B4-BE49-F238E27FC236}">
                <a16:creationId xmlns:a16="http://schemas.microsoft.com/office/drawing/2014/main" id="{E025B5F2-9015-3F45-9FB7-6E64498DB93E}"/>
              </a:ext>
            </a:extLst>
          </p:cNvPr>
          <p:cNvSpPr>
            <a:spLocks noGrp="1" noChangeArrowheads="1"/>
          </p:cNvSpPr>
          <p:nvPr>
            <p:ph type="dt" idx="1"/>
          </p:nvPr>
        </p:nvSpPr>
        <p:spPr bwMode="auto">
          <a:xfrm>
            <a:off x="4025900" y="0"/>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t" anchorCtr="0" compatLnSpc="1">
            <a:prstTxWarp prst="textNoShape">
              <a:avLst/>
            </a:prstTxWarp>
          </a:bodyPr>
          <a:lstStyle>
            <a:lvl1pPr algn="r" defTabSz="946150">
              <a:defRPr i="0">
                <a:latin typeface="Times" charset="0"/>
                <a:ea typeface="ＭＳ Ｐゴシック" charset="-128"/>
                <a:cs typeface="+mn-cs"/>
              </a:defRPr>
            </a:lvl1pPr>
          </a:lstStyle>
          <a:p>
            <a:pPr>
              <a:defRPr/>
            </a:pPr>
            <a:endParaRPr lang="en-US"/>
          </a:p>
        </p:txBody>
      </p:sp>
      <p:sp>
        <p:nvSpPr>
          <p:cNvPr id="3076" name="Rectangle 4">
            <a:extLst>
              <a:ext uri="{FF2B5EF4-FFF2-40B4-BE49-F238E27FC236}">
                <a16:creationId xmlns:a16="http://schemas.microsoft.com/office/drawing/2014/main" id="{4C78FB87-C515-2841-AFDA-D14F1517C101}"/>
              </a:ext>
            </a:extLst>
          </p:cNvPr>
          <p:cNvSpPr>
            <a:spLocks noGrp="1" noRot="1" noChangeAspect="1" noChangeArrowheads="1" noTextEdit="1"/>
          </p:cNvSpPr>
          <p:nvPr>
            <p:ph type="sldImg" idx="2"/>
          </p:nvPr>
        </p:nvSpPr>
        <p:spPr bwMode="auto">
          <a:xfrm>
            <a:off x="144463" y="768350"/>
            <a:ext cx="6818312"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8597" name="Rectangle 5">
            <a:extLst>
              <a:ext uri="{FF2B5EF4-FFF2-40B4-BE49-F238E27FC236}">
                <a16:creationId xmlns:a16="http://schemas.microsoft.com/office/drawing/2014/main" id="{B138E057-BABF-B746-BE9A-A7BF53C324A0}"/>
              </a:ext>
            </a:extLst>
          </p:cNvPr>
          <p:cNvSpPr>
            <a:spLocks noGrp="1" noChangeArrowheads="1"/>
          </p:cNvSpPr>
          <p:nvPr>
            <p:ph type="body" sz="quarter" idx="3"/>
          </p:nvPr>
        </p:nvSpPr>
        <p:spPr bwMode="auto">
          <a:xfrm>
            <a:off x="947738" y="4860925"/>
            <a:ext cx="5208587" cy="4605338"/>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t" anchorCtr="0" compatLnSpc="1">
            <a:prstTxWarp prst="textNoShape">
              <a:avLst/>
            </a:prstTxWarp>
          </a:bodyPr>
          <a:lstStyle/>
          <a:p>
            <a:pPr lvl="0"/>
            <a:r>
              <a:rPr lang="en-US" altLang="ja-JP" noProof="0"/>
              <a:t>Click to edit Master text styles</a:t>
            </a:r>
          </a:p>
          <a:p>
            <a:pPr lvl="1"/>
            <a:r>
              <a:rPr lang="en-US" altLang="ja-JP" noProof="0"/>
              <a:t>Second level</a:t>
            </a:r>
          </a:p>
          <a:p>
            <a:pPr lvl="2"/>
            <a:r>
              <a:rPr lang="en-US" altLang="ja-JP" noProof="0"/>
              <a:t>Third level</a:t>
            </a:r>
          </a:p>
          <a:p>
            <a:pPr lvl="3"/>
            <a:r>
              <a:rPr lang="en-US" altLang="ja-JP" noProof="0"/>
              <a:t>Fourth level</a:t>
            </a:r>
          </a:p>
          <a:p>
            <a:pPr lvl="4"/>
            <a:r>
              <a:rPr lang="en-US" altLang="ja-JP" noProof="0"/>
              <a:t>Fifth level</a:t>
            </a:r>
          </a:p>
        </p:txBody>
      </p:sp>
      <p:sp>
        <p:nvSpPr>
          <p:cNvPr id="238598" name="Rectangle 6">
            <a:extLst>
              <a:ext uri="{FF2B5EF4-FFF2-40B4-BE49-F238E27FC236}">
                <a16:creationId xmlns:a16="http://schemas.microsoft.com/office/drawing/2014/main" id="{83A8390D-5E71-0246-9CD4-100FDFEB49F9}"/>
              </a:ext>
            </a:extLst>
          </p:cNvPr>
          <p:cNvSpPr>
            <a:spLocks noGrp="1" noChangeArrowheads="1"/>
          </p:cNvSpPr>
          <p:nvPr>
            <p:ph type="ftr" sz="quarter" idx="4"/>
          </p:nvPr>
        </p:nvSpPr>
        <p:spPr bwMode="auto">
          <a:xfrm>
            <a:off x="0" y="9723438"/>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b" anchorCtr="0" compatLnSpc="1">
            <a:prstTxWarp prst="textNoShape">
              <a:avLst/>
            </a:prstTxWarp>
          </a:bodyPr>
          <a:lstStyle>
            <a:lvl1pPr defTabSz="946150">
              <a:defRPr i="0">
                <a:latin typeface="Times" charset="0"/>
                <a:ea typeface="ＭＳ Ｐゴシック" charset="-128"/>
                <a:cs typeface="+mn-cs"/>
              </a:defRPr>
            </a:lvl1pPr>
          </a:lstStyle>
          <a:p>
            <a:pPr>
              <a:defRPr/>
            </a:pPr>
            <a:endParaRPr lang="en-US"/>
          </a:p>
        </p:txBody>
      </p:sp>
      <p:sp>
        <p:nvSpPr>
          <p:cNvPr id="238599" name="Rectangle 7">
            <a:extLst>
              <a:ext uri="{FF2B5EF4-FFF2-40B4-BE49-F238E27FC236}">
                <a16:creationId xmlns:a16="http://schemas.microsoft.com/office/drawing/2014/main" id="{7FB1BCCD-D179-4149-AB3B-56146B26F53A}"/>
              </a:ext>
            </a:extLst>
          </p:cNvPr>
          <p:cNvSpPr>
            <a:spLocks noGrp="1" noChangeArrowheads="1"/>
          </p:cNvSpPr>
          <p:nvPr>
            <p:ph type="sldNum" sz="quarter" idx="5"/>
          </p:nvPr>
        </p:nvSpPr>
        <p:spPr bwMode="auto">
          <a:xfrm>
            <a:off x="4025900" y="9723438"/>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b" anchorCtr="0" compatLnSpc="1">
            <a:prstTxWarp prst="textNoShape">
              <a:avLst/>
            </a:prstTxWarp>
          </a:bodyPr>
          <a:lstStyle>
            <a:lvl1pPr algn="r" defTabSz="946150">
              <a:defRPr i="0">
                <a:latin typeface="Times" charset="0"/>
                <a:ea typeface="ＭＳ Ｐゴシック" charset="-128"/>
              </a:defRPr>
            </a:lvl1pPr>
          </a:lstStyle>
          <a:p>
            <a:pPr>
              <a:defRPr/>
            </a:pPr>
            <a:fld id="{D389AF18-AA3C-A74D-A98A-39385926BE4C}"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charset="0"/>
        <a:ea typeface="ＭＳ Ｐゴシック" charset="-128"/>
        <a:cs typeface="ＭＳ Ｐゴシック" charset="0"/>
      </a:defRPr>
    </a:lvl1pPr>
    <a:lvl2pPr marL="457200" algn="l" rtl="0" eaLnBrk="0" fontAlgn="base" hangingPunct="0">
      <a:spcBef>
        <a:spcPct val="30000"/>
      </a:spcBef>
      <a:spcAft>
        <a:spcPct val="0"/>
      </a:spcAft>
      <a:defRPr kumimoji="1" sz="1200" kern="1200">
        <a:solidFill>
          <a:schemeClr val="tx1"/>
        </a:solidFill>
        <a:latin typeface="Times" charset="0"/>
        <a:ea typeface="ＭＳ Ｐゴシック" charset="-128"/>
        <a:cs typeface="+mn-cs"/>
      </a:defRPr>
    </a:lvl2pPr>
    <a:lvl3pPr marL="914400" algn="l" rtl="0" eaLnBrk="0" fontAlgn="base" hangingPunct="0">
      <a:spcBef>
        <a:spcPct val="30000"/>
      </a:spcBef>
      <a:spcAft>
        <a:spcPct val="0"/>
      </a:spcAft>
      <a:defRPr kumimoji="1" sz="1200" kern="1200">
        <a:solidFill>
          <a:schemeClr val="tx1"/>
        </a:solidFill>
        <a:latin typeface="Times" charset="0"/>
        <a:ea typeface="ＭＳ Ｐゴシック" charset="-128"/>
        <a:cs typeface="+mn-cs"/>
      </a:defRPr>
    </a:lvl3pPr>
    <a:lvl4pPr marL="1371600" algn="l" rtl="0" eaLnBrk="0" fontAlgn="base" hangingPunct="0">
      <a:spcBef>
        <a:spcPct val="30000"/>
      </a:spcBef>
      <a:spcAft>
        <a:spcPct val="0"/>
      </a:spcAft>
      <a:defRPr kumimoji="1" sz="1200" kern="1200">
        <a:solidFill>
          <a:schemeClr val="tx1"/>
        </a:solidFill>
        <a:latin typeface="Times" charset="0"/>
        <a:ea typeface="ＭＳ Ｐゴシック" charset="-128"/>
        <a:cs typeface="+mn-cs"/>
      </a:defRPr>
    </a:lvl4pPr>
    <a:lvl5pPr marL="1828800" algn="l" rtl="0" eaLnBrk="0" fontAlgn="base" hangingPunct="0">
      <a:spcBef>
        <a:spcPct val="30000"/>
      </a:spcBef>
      <a:spcAft>
        <a:spcPct val="0"/>
      </a:spcAft>
      <a:defRPr kumimoji="1" sz="1200" kern="1200">
        <a:solidFill>
          <a:schemeClr val="tx1"/>
        </a:solidFill>
        <a:latin typeface="Times" charset="0"/>
        <a:ea typeface="ＭＳ Ｐゴシック"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a:extLst>
              <a:ext uri="{FF2B5EF4-FFF2-40B4-BE49-F238E27FC236}">
                <a16:creationId xmlns:a16="http://schemas.microsoft.com/office/drawing/2014/main" id="{8F02D090-7EB3-764E-8EBD-B0EBEF07D542}"/>
              </a:ext>
            </a:extLst>
          </p:cNvPr>
          <p:cNvSpPr>
            <a:spLocks noGrp="1" noRot="1" noChangeAspect="1" noChangeArrowheads="1" noTextEdit="1"/>
          </p:cNvSpPr>
          <p:nvPr>
            <p:ph type="sldImg"/>
          </p:nvPr>
        </p:nvSpPr>
        <p:spPr>
          <a:xfrm>
            <a:off x="144463" y="768350"/>
            <a:ext cx="6818312" cy="3836988"/>
          </a:xfrm>
          <a:ln/>
        </p:spPr>
      </p:sp>
      <p:sp>
        <p:nvSpPr>
          <p:cNvPr id="6146" name="Rectangle 3">
            <a:extLst>
              <a:ext uri="{FF2B5EF4-FFF2-40B4-BE49-F238E27FC236}">
                <a16:creationId xmlns:a16="http://schemas.microsoft.com/office/drawing/2014/main" id="{CB416B68-3666-D24D-B990-AE35952FC54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ja-JP" altLang="en-US" dirty="0">
                <a:latin typeface="Times" pitchFamily="2" charset="0"/>
                <a:ea typeface="ＭＳ Ｐゴシック" panose="020B0600070205080204" pitchFamily="34" charset="-128"/>
              </a:rPr>
              <a:t>キーワードは太字</a:t>
            </a:r>
            <a:r>
              <a:rPr kumimoji="0" lang="en-US" altLang="ja-JP" dirty="0">
                <a:latin typeface="Times" pitchFamily="2" charset="0"/>
                <a:ea typeface="ＭＳ Ｐゴシック" panose="020B0600070205080204" pitchFamily="34" charset="-128"/>
              </a:rPr>
              <a:t>+</a:t>
            </a:r>
            <a:r>
              <a:rPr kumimoji="0" lang="ja-JP" altLang="en-US" dirty="0">
                <a:latin typeface="Times" pitchFamily="2" charset="0"/>
                <a:ea typeface="ＭＳ Ｐゴシック" panose="020B0600070205080204" pitchFamily="34" charset="-128"/>
              </a:rPr>
              <a:t>デカ文字　理論的に大事なところは赤文字</a:t>
            </a:r>
            <a:r>
              <a:rPr kumimoji="0" lang="en-US" altLang="ja-JP" dirty="0">
                <a:latin typeface="Times" pitchFamily="2" charset="0"/>
                <a:ea typeface="ＭＳ Ｐゴシック" panose="020B0600070205080204" pitchFamily="34" charset="-128"/>
              </a:rPr>
              <a:t>+</a:t>
            </a:r>
            <a:r>
              <a:rPr kumimoji="0" lang="ja-JP" altLang="en-US" dirty="0">
                <a:latin typeface="Times" pitchFamily="2" charset="0"/>
                <a:ea typeface="ＭＳ Ｐゴシック" panose="020B0600070205080204" pitchFamily="34" charset="-128"/>
              </a:rPr>
              <a:t>アンダー　</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研究の核になる部分は赤字</a:t>
            </a:r>
            <a:r>
              <a:rPr kumimoji="0" lang="en-US" altLang="ja-JP" dirty="0">
                <a:latin typeface="Times" pitchFamily="2" charset="0"/>
                <a:ea typeface="ＭＳ Ｐゴシック" panose="020B0600070205080204" pitchFamily="34" charset="-128"/>
              </a:rPr>
              <a:t>+</a:t>
            </a:r>
            <a:r>
              <a:rPr kumimoji="0" lang="ja-JP" altLang="en-US" dirty="0">
                <a:latin typeface="Times" pitchFamily="2" charset="0"/>
                <a:ea typeface="ＭＳ Ｐゴシック" panose="020B0600070205080204" pitchFamily="34" charset="-128"/>
              </a:rPr>
              <a:t>太字＋アンダー　</a:t>
            </a:r>
            <a:endParaRPr kumimoji="0" lang="en-US" altLang="ja-JP" dirty="0">
              <a:latin typeface="Times" pitchFamily="2"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17F7406B-228F-3A44-8E42-C07FA937DE1F}"/>
              </a:ext>
            </a:extLst>
          </p:cNvPr>
          <p:cNvSpPr txBox="1">
            <a:spLocks noGrp="1" noChangeArrowheads="1"/>
          </p:cNvSpPr>
          <p:nvPr/>
        </p:nvSpPr>
        <p:spPr bwMode="auto">
          <a:xfrm>
            <a:off x="4025900" y="9723438"/>
            <a:ext cx="307816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67" tIns="47332" rIns="94667" bIns="47332" anchor="b"/>
          <a:lstStyle>
            <a:lvl1pPr defTabSz="946150">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defTabSz="9461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defTabSz="94615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defTabSz="94615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defTabSz="94615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lgn="r"/>
            <a:fld id="{10429634-35DA-6648-90B0-7D9EFFA1B907}" type="slidenum">
              <a:rPr lang="en-US" altLang="ja-JP" i="0">
                <a:latin typeface="Times" pitchFamily="2" charset="0"/>
              </a:rPr>
              <a:pPr algn="r"/>
              <a:t>2</a:t>
            </a:fld>
            <a:endParaRPr lang="en-US" altLang="ja-JP" i="0">
              <a:latin typeface="Times" pitchFamily="2" charset="0"/>
            </a:endParaRPr>
          </a:p>
        </p:txBody>
      </p:sp>
      <p:sp>
        <p:nvSpPr>
          <p:cNvPr id="8194" name="Rectangle 2">
            <a:extLst>
              <a:ext uri="{FF2B5EF4-FFF2-40B4-BE49-F238E27FC236}">
                <a16:creationId xmlns:a16="http://schemas.microsoft.com/office/drawing/2014/main" id="{9E9FB00C-BCBA-5F40-8E11-9E98AD41D352}"/>
              </a:ext>
            </a:extLst>
          </p:cNvPr>
          <p:cNvSpPr>
            <a:spLocks noGrp="1" noRot="1" noChangeAspect="1" noChangeArrowheads="1" noTextEdit="1"/>
          </p:cNvSpPr>
          <p:nvPr>
            <p:ph type="sldImg"/>
          </p:nvPr>
        </p:nvSpPr>
        <p:spPr>
          <a:xfrm>
            <a:off x="144463" y="768350"/>
            <a:ext cx="6818312" cy="3836988"/>
          </a:xfrm>
          <a:ln/>
        </p:spPr>
      </p:sp>
      <p:sp>
        <p:nvSpPr>
          <p:cNvPr id="8195" name="Rectangle 3">
            <a:extLst>
              <a:ext uri="{FF2B5EF4-FFF2-40B4-BE49-F238E27FC236}">
                <a16:creationId xmlns:a16="http://schemas.microsoft.com/office/drawing/2014/main" id="{01AE6E40-E10F-8B44-802E-8EE6326954E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0" lang="ja-JP" altLang="en-US">
              <a:latin typeface="Times" pitchFamily="2"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84362-673D-A2F0-3876-B4CF3063514E}"/>
            </a:ext>
          </a:extLst>
        </p:cNvPr>
        <p:cNvGrpSpPr/>
        <p:nvPr/>
      </p:nvGrpSpPr>
      <p:grpSpPr>
        <a:xfrm>
          <a:off x="0" y="0"/>
          <a:ext cx="0" cy="0"/>
          <a:chOff x="0" y="0"/>
          <a:chExt cx="0" cy="0"/>
        </a:xfrm>
      </p:grpSpPr>
      <p:sp>
        <p:nvSpPr>
          <p:cNvPr id="8193" name="Rectangle 7">
            <a:extLst>
              <a:ext uri="{FF2B5EF4-FFF2-40B4-BE49-F238E27FC236}">
                <a16:creationId xmlns:a16="http://schemas.microsoft.com/office/drawing/2014/main" id="{C152564C-B9FB-6BDA-A494-35C6E5A18EBB}"/>
              </a:ext>
            </a:extLst>
          </p:cNvPr>
          <p:cNvSpPr txBox="1">
            <a:spLocks noGrp="1" noChangeArrowheads="1"/>
          </p:cNvSpPr>
          <p:nvPr/>
        </p:nvSpPr>
        <p:spPr bwMode="auto">
          <a:xfrm>
            <a:off x="4025900" y="9723438"/>
            <a:ext cx="307816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67" tIns="47332" rIns="94667" bIns="47332" anchor="b"/>
          <a:lstStyle>
            <a:lvl1pPr defTabSz="946150">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defTabSz="9461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defTabSz="94615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defTabSz="94615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defTabSz="94615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lgn="r"/>
            <a:fld id="{10429634-35DA-6648-90B0-7D9EFFA1B907}" type="slidenum">
              <a:rPr lang="en-US" altLang="ja-JP" i="0">
                <a:latin typeface="Times" pitchFamily="2" charset="0"/>
              </a:rPr>
              <a:pPr algn="r"/>
              <a:t>4</a:t>
            </a:fld>
            <a:endParaRPr lang="en-US" altLang="ja-JP" i="0">
              <a:latin typeface="Times" pitchFamily="2" charset="0"/>
            </a:endParaRPr>
          </a:p>
        </p:txBody>
      </p:sp>
      <p:sp>
        <p:nvSpPr>
          <p:cNvPr id="8194" name="Rectangle 2">
            <a:extLst>
              <a:ext uri="{FF2B5EF4-FFF2-40B4-BE49-F238E27FC236}">
                <a16:creationId xmlns:a16="http://schemas.microsoft.com/office/drawing/2014/main" id="{8803D0FD-4A93-0593-A7A5-BB533B9A986B}"/>
              </a:ext>
            </a:extLst>
          </p:cNvPr>
          <p:cNvSpPr>
            <a:spLocks noGrp="1" noRot="1" noChangeAspect="1" noChangeArrowheads="1" noTextEdit="1"/>
          </p:cNvSpPr>
          <p:nvPr>
            <p:ph type="sldImg"/>
          </p:nvPr>
        </p:nvSpPr>
        <p:spPr>
          <a:xfrm>
            <a:off x="144463" y="768350"/>
            <a:ext cx="6818312" cy="3836988"/>
          </a:xfrm>
          <a:ln/>
        </p:spPr>
      </p:sp>
      <p:sp>
        <p:nvSpPr>
          <p:cNvPr id="8195" name="Rectangle 3">
            <a:extLst>
              <a:ext uri="{FF2B5EF4-FFF2-40B4-BE49-F238E27FC236}">
                <a16:creationId xmlns:a16="http://schemas.microsoft.com/office/drawing/2014/main" id="{28538F5A-11DC-8B86-75A6-76E5406680E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ja-JP" altLang="en-US" dirty="0">
                <a:latin typeface="Times" pitchFamily="2" charset="0"/>
                <a:ea typeface="ＭＳ Ｐゴシック" panose="020B0600070205080204" pitchFamily="34" charset="-128"/>
              </a:rPr>
              <a:t>言いたいことは</a:t>
            </a:r>
            <a:r>
              <a:rPr kumimoji="0" lang="en-US" altLang="ja-JP" dirty="0">
                <a:latin typeface="Times" pitchFamily="2" charset="0"/>
                <a:ea typeface="ＭＳ Ｐゴシック" panose="020B0600070205080204" pitchFamily="34" charset="-128"/>
              </a:rPr>
              <a:t>1</a:t>
            </a:r>
            <a:r>
              <a:rPr kumimoji="0" lang="ja-JP" altLang="en-US" dirty="0">
                <a:latin typeface="Times" pitchFamily="2" charset="0"/>
                <a:ea typeface="ＭＳ Ｐゴシック" panose="020B0600070205080204" pitchFamily="34" charset="-128"/>
              </a:rPr>
              <a:t>スライドで１つにしよう！</a:t>
            </a:r>
          </a:p>
        </p:txBody>
      </p:sp>
    </p:spTree>
    <p:extLst>
      <p:ext uri="{BB962C8B-B14F-4D97-AF65-F5344CB8AC3E}">
        <p14:creationId xmlns:p14="http://schemas.microsoft.com/office/powerpoint/2010/main" val="2441022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A35F1-F47A-65A8-0E2E-E492D1D6DA2D}"/>
            </a:ext>
          </a:extLst>
        </p:cNvPr>
        <p:cNvGrpSpPr/>
        <p:nvPr/>
      </p:nvGrpSpPr>
      <p:grpSpPr>
        <a:xfrm>
          <a:off x="0" y="0"/>
          <a:ext cx="0" cy="0"/>
          <a:chOff x="0" y="0"/>
          <a:chExt cx="0" cy="0"/>
        </a:xfrm>
      </p:grpSpPr>
      <p:sp>
        <p:nvSpPr>
          <p:cNvPr id="8193" name="Rectangle 7">
            <a:extLst>
              <a:ext uri="{FF2B5EF4-FFF2-40B4-BE49-F238E27FC236}">
                <a16:creationId xmlns:a16="http://schemas.microsoft.com/office/drawing/2014/main" id="{7D94F5DE-C37B-9D0A-4533-E8E51E20AC5F}"/>
              </a:ext>
            </a:extLst>
          </p:cNvPr>
          <p:cNvSpPr txBox="1">
            <a:spLocks noGrp="1" noChangeArrowheads="1"/>
          </p:cNvSpPr>
          <p:nvPr/>
        </p:nvSpPr>
        <p:spPr bwMode="auto">
          <a:xfrm>
            <a:off x="4025900" y="9723438"/>
            <a:ext cx="307816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67" tIns="47332" rIns="94667" bIns="47332" anchor="b"/>
          <a:lstStyle>
            <a:lvl1pPr defTabSz="946150">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defTabSz="9461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defTabSz="94615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defTabSz="94615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defTabSz="94615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lgn="r"/>
            <a:fld id="{10429634-35DA-6648-90B0-7D9EFFA1B907}" type="slidenum">
              <a:rPr lang="en-US" altLang="ja-JP" i="0">
                <a:latin typeface="Times" pitchFamily="2" charset="0"/>
              </a:rPr>
              <a:pPr algn="r"/>
              <a:t>6</a:t>
            </a:fld>
            <a:endParaRPr lang="en-US" altLang="ja-JP" i="0">
              <a:latin typeface="Times" pitchFamily="2" charset="0"/>
            </a:endParaRPr>
          </a:p>
        </p:txBody>
      </p:sp>
      <p:sp>
        <p:nvSpPr>
          <p:cNvPr id="8194" name="Rectangle 2">
            <a:extLst>
              <a:ext uri="{FF2B5EF4-FFF2-40B4-BE49-F238E27FC236}">
                <a16:creationId xmlns:a16="http://schemas.microsoft.com/office/drawing/2014/main" id="{DA24B983-201A-6840-5DC3-8115A29CD83B}"/>
              </a:ext>
            </a:extLst>
          </p:cNvPr>
          <p:cNvSpPr>
            <a:spLocks noGrp="1" noRot="1" noChangeAspect="1" noChangeArrowheads="1" noTextEdit="1"/>
          </p:cNvSpPr>
          <p:nvPr>
            <p:ph type="sldImg"/>
          </p:nvPr>
        </p:nvSpPr>
        <p:spPr>
          <a:xfrm>
            <a:off x="144463" y="768350"/>
            <a:ext cx="6818312" cy="3836988"/>
          </a:xfrm>
          <a:ln/>
        </p:spPr>
      </p:sp>
      <p:sp>
        <p:nvSpPr>
          <p:cNvPr id="8195" name="Rectangle 3">
            <a:extLst>
              <a:ext uri="{FF2B5EF4-FFF2-40B4-BE49-F238E27FC236}">
                <a16:creationId xmlns:a16="http://schemas.microsoft.com/office/drawing/2014/main" id="{EBB13D61-FDFE-AA8A-049C-72959DA488E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0" lang="ja-JP" altLang="en-US">
              <a:latin typeface="Times" pitchFamily="2" charset="0"/>
              <a:ea typeface="ＭＳ Ｐゴシック" panose="020B0600070205080204" pitchFamily="34" charset="-128"/>
            </a:endParaRPr>
          </a:p>
        </p:txBody>
      </p:sp>
    </p:spTree>
    <p:extLst>
      <p:ext uri="{BB962C8B-B14F-4D97-AF65-F5344CB8AC3E}">
        <p14:creationId xmlns:p14="http://schemas.microsoft.com/office/powerpoint/2010/main" val="349105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加えて，設計の段階での効果も書く</a:t>
            </a:r>
          </a:p>
        </p:txBody>
      </p:sp>
      <p:sp>
        <p:nvSpPr>
          <p:cNvPr id="4" name="スライド番号プレースホルダー 3"/>
          <p:cNvSpPr>
            <a:spLocks noGrp="1"/>
          </p:cNvSpPr>
          <p:nvPr>
            <p:ph type="sldNum" sz="quarter" idx="5"/>
          </p:nvPr>
        </p:nvSpPr>
        <p:spPr/>
        <p:txBody>
          <a:bodyPr/>
          <a:lstStyle/>
          <a:p>
            <a:pPr>
              <a:defRPr/>
            </a:pPr>
            <a:fld id="{D389AF18-AA3C-A74D-A98A-39385926BE4C}" type="slidenum">
              <a:rPr lang="en-US" altLang="ja-JP" smtClean="0"/>
              <a:pPr>
                <a:defRPr/>
              </a:pPr>
              <a:t>7</a:t>
            </a:fld>
            <a:endParaRPr lang="en-US" altLang="ja-JP"/>
          </a:p>
        </p:txBody>
      </p:sp>
    </p:spTree>
    <p:extLst>
      <p:ext uri="{BB962C8B-B14F-4D97-AF65-F5344CB8AC3E}">
        <p14:creationId xmlns:p14="http://schemas.microsoft.com/office/powerpoint/2010/main" val="43289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9D6C8-E601-FE21-A9FE-088BB559A80B}"/>
            </a:ext>
          </a:extLst>
        </p:cNvPr>
        <p:cNvGrpSpPr/>
        <p:nvPr/>
      </p:nvGrpSpPr>
      <p:grpSpPr>
        <a:xfrm>
          <a:off x="0" y="0"/>
          <a:ext cx="0" cy="0"/>
          <a:chOff x="0" y="0"/>
          <a:chExt cx="0" cy="0"/>
        </a:xfrm>
      </p:grpSpPr>
      <p:sp>
        <p:nvSpPr>
          <p:cNvPr id="8193" name="Rectangle 7">
            <a:extLst>
              <a:ext uri="{FF2B5EF4-FFF2-40B4-BE49-F238E27FC236}">
                <a16:creationId xmlns:a16="http://schemas.microsoft.com/office/drawing/2014/main" id="{8AC906AB-9B37-AA9D-2422-6AB5E915C294}"/>
              </a:ext>
            </a:extLst>
          </p:cNvPr>
          <p:cNvSpPr txBox="1">
            <a:spLocks noGrp="1" noChangeArrowheads="1"/>
          </p:cNvSpPr>
          <p:nvPr/>
        </p:nvSpPr>
        <p:spPr bwMode="auto">
          <a:xfrm>
            <a:off x="4025900" y="9723438"/>
            <a:ext cx="307816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67" tIns="47332" rIns="94667" bIns="47332" anchor="b"/>
          <a:lstStyle>
            <a:lvl1pPr defTabSz="946150">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defTabSz="9461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defTabSz="94615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defTabSz="94615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defTabSz="94615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lgn="r"/>
            <a:fld id="{10429634-35DA-6648-90B0-7D9EFFA1B907}" type="slidenum">
              <a:rPr lang="en-US" altLang="ja-JP" i="0">
                <a:latin typeface="Times" pitchFamily="2" charset="0"/>
              </a:rPr>
              <a:pPr algn="r"/>
              <a:t>8</a:t>
            </a:fld>
            <a:endParaRPr lang="en-US" altLang="ja-JP" i="0">
              <a:latin typeface="Times" pitchFamily="2" charset="0"/>
            </a:endParaRPr>
          </a:p>
        </p:txBody>
      </p:sp>
      <p:sp>
        <p:nvSpPr>
          <p:cNvPr id="8194" name="Rectangle 2">
            <a:extLst>
              <a:ext uri="{FF2B5EF4-FFF2-40B4-BE49-F238E27FC236}">
                <a16:creationId xmlns:a16="http://schemas.microsoft.com/office/drawing/2014/main" id="{761A3C39-5629-BBF6-055B-53E24B76A1E6}"/>
              </a:ext>
            </a:extLst>
          </p:cNvPr>
          <p:cNvSpPr>
            <a:spLocks noGrp="1" noRot="1" noChangeAspect="1" noChangeArrowheads="1" noTextEdit="1"/>
          </p:cNvSpPr>
          <p:nvPr>
            <p:ph type="sldImg"/>
          </p:nvPr>
        </p:nvSpPr>
        <p:spPr>
          <a:xfrm>
            <a:off x="144463" y="768350"/>
            <a:ext cx="6818312" cy="3836988"/>
          </a:xfrm>
          <a:ln/>
        </p:spPr>
      </p:sp>
      <p:sp>
        <p:nvSpPr>
          <p:cNvPr id="8195" name="Rectangle 3">
            <a:extLst>
              <a:ext uri="{FF2B5EF4-FFF2-40B4-BE49-F238E27FC236}">
                <a16:creationId xmlns:a16="http://schemas.microsoft.com/office/drawing/2014/main" id="{3B88D1CE-E2A0-3386-A63A-0EE113B672F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ja-JP" altLang="en-US" dirty="0">
                <a:latin typeface="Times" pitchFamily="2" charset="0"/>
                <a:ea typeface="ＭＳ Ｐゴシック" panose="020B0600070205080204" pitchFamily="34" charset="-128"/>
              </a:rPr>
              <a:t>重ね合わせ，と一言ではなくて，どのような法則で重ね合わせが成立するのか，についてをしっかり書こう</a:t>
            </a:r>
          </a:p>
        </p:txBody>
      </p:sp>
    </p:spTree>
    <p:extLst>
      <p:ext uri="{BB962C8B-B14F-4D97-AF65-F5344CB8AC3E}">
        <p14:creationId xmlns:p14="http://schemas.microsoft.com/office/powerpoint/2010/main" val="2339384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他シミュレーションと比べたときの，弱点もわかってるといい</a:t>
            </a:r>
            <a:endParaRPr kumimoji="1" lang="en-US" altLang="ja-JP" dirty="0"/>
          </a:p>
          <a:p>
            <a:r>
              <a:rPr kumimoji="1" lang="ja-JP" altLang="en-US" dirty="0"/>
              <a:t>あとは，ブラックボックスシミュレーションである</a:t>
            </a:r>
            <a:r>
              <a:rPr kumimoji="1" lang="en-US" altLang="ja-JP" dirty="0" err="1"/>
              <a:t>mujoco</a:t>
            </a:r>
            <a:r>
              <a:rPr kumimoji="1" lang="ja-JP" altLang="en-US" dirty="0"/>
              <a:t>を使う理由　</a:t>
            </a:r>
            <a:endParaRPr kumimoji="1" lang="en-US" altLang="ja-JP" dirty="0"/>
          </a:p>
        </p:txBody>
      </p:sp>
      <p:sp>
        <p:nvSpPr>
          <p:cNvPr id="4" name="スライド番号プレースホルダー 3"/>
          <p:cNvSpPr>
            <a:spLocks noGrp="1"/>
          </p:cNvSpPr>
          <p:nvPr>
            <p:ph type="sldNum" sz="quarter" idx="5"/>
          </p:nvPr>
        </p:nvSpPr>
        <p:spPr/>
        <p:txBody>
          <a:bodyPr/>
          <a:lstStyle/>
          <a:p>
            <a:pPr>
              <a:defRPr/>
            </a:pPr>
            <a:fld id="{D389AF18-AA3C-A74D-A98A-39385926BE4C}" type="slidenum">
              <a:rPr lang="en-US" altLang="ja-JP" smtClean="0"/>
              <a:pPr>
                <a:defRPr/>
              </a:pPr>
              <a:t>12</a:t>
            </a:fld>
            <a:endParaRPr lang="en-US" altLang="ja-JP"/>
          </a:p>
        </p:txBody>
      </p:sp>
    </p:spTree>
    <p:extLst>
      <p:ext uri="{BB962C8B-B14F-4D97-AF65-F5344CB8AC3E}">
        <p14:creationId xmlns:p14="http://schemas.microsoft.com/office/powerpoint/2010/main" val="352249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ダンパ→シミュレーションに減衰項の実装　サスペンション→ばねを実装</a:t>
            </a:r>
          </a:p>
        </p:txBody>
      </p:sp>
      <p:sp>
        <p:nvSpPr>
          <p:cNvPr id="4" name="スライド番号プレースホルダー 3"/>
          <p:cNvSpPr>
            <a:spLocks noGrp="1"/>
          </p:cNvSpPr>
          <p:nvPr>
            <p:ph type="sldNum" sz="quarter" idx="5"/>
          </p:nvPr>
        </p:nvSpPr>
        <p:spPr/>
        <p:txBody>
          <a:bodyPr/>
          <a:lstStyle/>
          <a:p>
            <a:pPr>
              <a:defRPr/>
            </a:pPr>
            <a:fld id="{D389AF18-AA3C-A74D-A98A-39385926BE4C}" type="slidenum">
              <a:rPr lang="en-US" altLang="ja-JP" smtClean="0"/>
              <a:pPr>
                <a:defRPr/>
              </a:pPr>
              <a:t>15</a:t>
            </a:fld>
            <a:endParaRPr lang="en-US" altLang="ja-JP"/>
          </a:p>
        </p:txBody>
      </p:sp>
    </p:spTree>
    <p:extLst>
      <p:ext uri="{BB962C8B-B14F-4D97-AF65-F5344CB8AC3E}">
        <p14:creationId xmlns:p14="http://schemas.microsoft.com/office/powerpoint/2010/main" val="3123329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CC535-1D87-C492-47ED-8835071F4912}"/>
            </a:ext>
          </a:extLst>
        </p:cNvPr>
        <p:cNvGrpSpPr/>
        <p:nvPr/>
      </p:nvGrpSpPr>
      <p:grpSpPr>
        <a:xfrm>
          <a:off x="0" y="0"/>
          <a:ext cx="0" cy="0"/>
          <a:chOff x="0" y="0"/>
          <a:chExt cx="0" cy="0"/>
        </a:xfrm>
      </p:grpSpPr>
      <p:sp>
        <p:nvSpPr>
          <p:cNvPr id="8193" name="Rectangle 7">
            <a:extLst>
              <a:ext uri="{FF2B5EF4-FFF2-40B4-BE49-F238E27FC236}">
                <a16:creationId xmlns:a16="http://schemas.microsoft.com/office/drawing/2014/main" id="{5E175D63-3B71-65E4-3769-00196888E6D4}"/>
              </a:ext>
            </a:extLst>
          </p:cNvPr>
          <p:cNvSpPr txBox="1">
            <a:spLocks noGrp="1" noChangeArrowheads="1"/>
          </p:cNvSpPr>
          <p:nvPr/>
        </p:nvSpPr>
        <p:spPr bwMode="auto">
          <a:xfrm>
            <a:off x="4025900" y="9723438"/>
            <a:ext cx="307816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67" tIns="47332" rIns="94667" bIns="47332" anchor="b"/>
          <a:lstStyle>
            <a:lvl1pPr defTabSz="946150">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defTabSz="9461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defTabSz="94615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defTabSz="94615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defTabSz="94615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lgn="r"/>
            <a:fld id="{10429634-35DA-6648-90B0-7D9EFFA1B907}" type="slidenum">
              <a:rPr lang="en-US" altLang="ja-JP" i="0">
                <a:latin typeface="Times" pitchFamily="2" charset="0"/>
              </a:rPr>
              <a:pPr algn="r"/>
              <a:t>16</a:t>
            </a:fld>
            <a:endParaRPr lang="en-US" altLang="ja-JP" i="0">
              <a:latin typeface="Times" pitchFamily="2" charset="0"/>
            </a:endParaRPr>
          </a:p>
        </p:txBody>
      </p:sp>
      <p:sp>
        <p:nvSpPr>
          <p:cNvPr id="8194" name="Rectangle 2">
            <a:extLst>
              <a:ext uri="{FF2B5EF4-FFF2-40B4-BE49-F238E27FC236}">
                <a16:creationId xmlns:a16="http://schemas.microsoft.com/office/drawing/2014/main" id="{506D49F7-D3FC-0171-9628-730249BE60B5}"/>
              </a:ext>
            </a:extLst>
          </p:cNvPr>
          <p:cNvSpPr>
            <a:spLocks noGrp="1" noRot="1" noChangeAspect="1" noChangeArrowheads="1" noTextEdit="1"/>
          </p:cNvSpPr>
          <p:nvPr>
            <p:ph type="sldImg"/>
          </p:nvPr>
        </p:nvSpPr>
        <p:spPr>
          <a:xfrm>
            <a:off x="144463" y="768350"/>
            <a:ext cx="6818312" cy="3836988"/>
          </a:xfrm>
          <a:ln/>
        </p:spPr>
      </p:sp>
      <p:sp>
        <p:nvSpPr>
          <p:cNvPr id="8195" name="Rectangle 3">
            <a:extLst>
              <a:ext uri="{FF2B5EF4-FFF2-40B4-BE49-F238E27FC236}">
                <a16:creationId xmlns:a16="http://schemas.microsoft.com/office/drawing/2014/main" id="{FEC57308-DAB2-362E-6B3F-92F9D886514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0" lang="ja-JP" altLang="en-US">
              <a:latin typeface="Times" pitchFamily="2" charset="0"/>
              <a:ea typeface="ＭＳ Ｐゴシック" panose="020B0600070205080204" pitchFamily="34" charset="-128"/>
            </a:endParaRPr>
          </a:p>
        </p:txBody>
      </p:sp>
    </p:spTree>
    <p:extLst>
      <p:ext uri="{BB962C8B-B14F-4D97-AF65-F5344CB8AC3E}">
        <p14:creationId xmlns:p14="http://schemas.microsoft.com/office/powerpoint/2010/main" val="14185501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タイトル スライド">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DB0A8DCB-8837-AA44-8B19-67A82A078622}"/>
              </a:ext>
            </a:extLst>
          </p:cNvPr>
          <p:cNvSpPr>
            <a:spLocks noChangeArrowheads="1"/>
          </p:cNvSpPr>
          <p:nvPr userDrawn="1"/>
        </p:nvSpPr>
        <p:spPr bwMode="auto">
          <a:xfrm>
            <a:off x="0" y="6538913"/>
            <a:ext cx="12192000" cy="317500"/>
          </a:xfrm>
          <a:prstGeom prst="rect">
            <a:avLst/>
          </a:prstGeom>
          <a:solidFill>
            <a:srgbClr val="E8320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3" name="Text Box 45">
            <a:extLst>
              <a:ext uri="{FF2B5EF4-FFF2-40B4-BE49-F238E27FC236}">
                <a16:creationId xmlns:a16="http://schemas.microsoft.com/office/drawing/2014/main" id="{9CD4A681-2507-D948-8BFE-EAC06447273B}"/>
              </a:ext>
            </a:extLst>
          </p:cNvPr>
          <p:cNvSpPr txBox="1">
            <a:spLocks noChangeArrowheads="1"/>
          </p:cNvSpPr>
          <p:nvPr userDrawn="1"/>
        </p:nvSpPr>
        <p:spPr bwMode="auto">
          <a:xfrm>
            <a:off x="237067" y="6627814"/>
            <a:ext cx="2457404" cy="123111"/>
          </a:xfrm>
          <a:prstGeom prst="rect">
            <a:avLst/>
          </a:prstGeom>
          <a:solidFill>
            <a:schemeClr val="tx1">
              <a:alpha val="0"/>
            </a:schemeClr>
          </a:solidFill>
          <a:ln>
            <a:noFill/>
          </a:ln>
          <a:effectLst/>
          <a:extLst>
            <a:ext uri="{91240B29-F687-4f45-9708-019B960494DF}"/>
            <a:ext uri="{AF507438-7753-43e0-B8FC-AC1667EBCBE1}"/>
          </a:extLst>
        </p:spPr>
        <p:txBody>
          <a:bodyPr wrap="none" lIns="0" tIns="0" rIns="0" bIns="0">
            <a:spAutoFit/>
          </a:bodyPr>
          <a:lstStyle>
            <a:lvl1pPr>
              <a:defRPr sz="1200" i="1">
                <a:solidFill>
                  <a:schemeClr val="tx1"/>
                </a:solidFill>
                <a:latin typeface="ＭＳ Ｐゴシック" charset="-128"/>
                <a:ea typeface="ＭＳ Ｐゴシック" charset="-128"/>
              </a:defRPr>
            </a:lvl1pPr>
            <a:lvl2pPr marL="742950" indent="-285750">
              <a:defRPr sz="1200" i="1">
                <a:solidFill>
                  <a:schemeClr val="tx1"/>
                </a:solidFill>
                <a:latin typeface="ＭＳ Ｐゴシック" charset="-128"/>
                <a:ea typeface="ＭＳ Ｐゴシック" charset="-128"/>
              </a:defRPr>
            </a:lvl2pPr>
            <a:lvl3pPr marL="1143000" indent="-228600">
              <a:defRPr sz="1200" i="1">
                <a:solidFill>
                  <a:schemeClr val="tx1"/>
                </a:solidFill>
                <a:latin typeface="ＭＳ Ｐゴシック" charset="-128"/>
                <a:ea typeface="ＭＳ Ｐゴシック" charset="-128"/>
              </a:defRPr>
            </a:lvl3pPr>
            <a:lvl4pPr marL="1600200" indent="-228600">
              <a:defRPr sz="1200" i="1">
                <a:solidFill>
                  <a:schemeClr val="tx1"/>
                </a:solidFill>
                <a:latin typeface="ＭＳ Ｐゴシック" charset="-128"/>
                <a:ea typeface="ＭＳ Ｐゴシック" charset="-128"/>
              </a:defRPr>
            </a:lvl4pPr>
            <a:lvl5pPr marL="2057400" indent="-228600">
              <a:defRPr sz="1200" i="1">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sz="1200" i="1">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sz="1200" i="1">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sz="1200" i="1">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sz="1200" i="1">
                <a:solidFill>
                  <a:schemeClr val="tx1"/>
                </a:solidFill>
                <a:latin typeface="ＭＳ Ｐゴシック" charset="-128"/>
                <a:ea typeface="ＭＳ Ｐゴシック" charset="-128"/>
              </a:defRPr>
            </a:lvl9pPr>
          </a:lstStyle>
          <a:p>
            <a:pPr>
              <a:defRPr/>
            </a:pPr>
            <a:r>
              <a:rPr lang="en-US" altLang="ja-JP" sz="800" b="1" i="0">
                <a:solidFill>
                  <a:schemeClr val="bg1"/>
                </a:solidFill>
              </a:rPr>
              <a:t>© Hokkaido University of Science  All Rights Reserved.</a:t>
            </a:r>
          </a:p>
        </p:txBody>
      </p:sp>
      <p:pic>
        <p:nvPicPr>
          <p:cNvPr id="4" name="Picture 56" descr="HUS_SH_Color">
            <a:extLst>
              <a:ext uri="{FF2B5EF4-FFF2-40B4-BE49-F238E27FC236}">
                <a16:creationId xmlns:a16="http://schemas.microsoft.com/office/drawing/2014/main" id="{06F97475-FA5A-474F-A9AD-03C043BF093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327401" y="5340350"/>
            <a:ext cx="4798484"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5043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914400" y="2130426"/>
            <a:ext cx="10363200" cy="1470025"/>
          </a:xfrm>
        </p:spPr>
        <p:txBody>
          <a:bodyPr/>
          <a:lstStyle/>
          <a:p>
            <a:r>
              <a:rPr lang="ja-JP" altLang="en-US"/>
              <a:t>マスター タイトルの書式設定</a:t>
            </a:r>
          </a:p>
        </p:txBody>
      </p:sp>
      <p:sp>
        <p:nvSpPr>
          <p:cNvPr id="3" name="サブタイトル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マスター サブタイトルの書式設定</a:t>
            </a:r>
          </a:p>
        </p:txBody>
      </p:sp>
    </p:spTree>
    <p:extLst>
      <p:ext uri="{BB962C8B-B14F-4D97-AF65-F5344CB8AC3E}">
        <p14:creationId xmlns:p14="http://schemas.microsoft.com/office/powerpoint/2010/main" val="2615073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27710432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084" y="4406901"/>
            <a:ext cx="10363200" cy="1362075"/>
          </a:xfrm>
        </p:spPr>
        <p:txBody>
          <a:bodyPr anchor="t"/>
          <a:lstStyle>
            <a:lvl1pPr algn="l">
              <a:defRPr sz="4000" b="1" cap="all"/>
            </a:lvl1pPr>
          </a:lstStyle>
          <a:p>
            <a:r>
              <a:rPr lang="ja-JP" altLang="en-US"/>
              <a:t>マスター タイトルの書式設定</a:t>
            </a:r>
          </a:p>
        </p:txBody>
      </p:sp>
      <p:sp>
        <p:nvSpPr>
          <p:cNvPr id="3" name="テキスト プレースホルダー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Tree>
    <p:extLst>
      <p:ext uri="{BB962C8B-B14F-4D97-AF65-F5344CB8AC3E}">
        <p14:creationId xmlns:p14="http://schemas.microsoft.com/office/powerpoint/2010/main" val="226842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914400" y="1828800"/>
            <a:ext cx="50800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6197600" y="1828800"/>
            <a:ext cx="50800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2958630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0" y="274638"/>
            <a:ext cx="10972800" cy="1143000"/>
          </a:xfrm>
        </p:spPr>
        <p:txBody>
          <a:bodyPr/>
          <a:lstStyle>
            <a:lvl1pPr>
              <a:defRPr/>
            </a:lvl1pPr>
          </a:lstStyle>
          <a:p>
            <a:r>
              <a:rPr lang="ja-JP" altLang="en-US"/>
              <a:t>マスター タイトルの書式設定</a:t>
            </a:r>
          </a:p>
        </p:txBody>
      </p:sp>
      <p:sp>
        <p:nvSpPr>
          <p:cNvPr id="3" name="テキスト プレースホルダー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3483231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Tree>
    <p:extLst>
      <p:ext uri="{BB962C8B-B14F-4D97-AF65-F5344CB8AC3E}">
        <p14:creationId xmlns:p14="http://schemas.microsoft.com/office/powerpoint/2010/main" val="3502601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8957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273050"/>
            <a:ext cx="4011084" cy="1162050"/>
          </a:xfrm>
        </p:spPr>
        <p:txBody>
          <a:bodyPr anchor="b"/>
          <a:lstStyle>
            <a:lvl1pPr algn="l">
              <a:defRPr sz="2000" b="1"/>
            </a:lvl1pPr>
          </a:lstStyle>
          <a:p>
            <a:r>
              <a:rPr lang="ja-JP" altLang="en-US"/>
              <a:t>マスター タイトルの書式設定</a:t>
            </a:r>
          </a:p>
        </p:txBody>
      </p:sp>
      <p:sp>
        <p:nvSpPr>
          <p:cNvPr id="3" name="コンテンツ プレースホルダー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ー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Tree>
    <p:extLst>
      <p:ext uri="{BB962C8B-B14F-4D97-AF65-F5344CB8AC3E}">
        <p14:creationId xmlns:p14="http://schemas.microsoft.com/office/powerpoint/2010/main" val="1046320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1"/>
            </a:lvl1pPr>
          </a:lstStyle>
          <a:p>
            <a:r>
              <a:rPr lang="ja-JP" altLang="en-US"/>
              <a:t>マスター タイトルの書式設定</a:t>
            </a:r>
          </a:p>
        </p:txBody>
      </p:sp>
      <p:sp>
        <p:nvSpPr>
          <p:cNvPr id="3" name="図プレースホルダー 2"/>
          <p:cNvSpPr>
            <a:spLocks noGrp="1"/>
          </p:cNvSpPr>
          <p:nvPr>
            <p:ph type="pic" idx="1"/>
          </p:nvPr>
        </p:nvSpPr>
        <p:spPr>
          <a:xfrm>
            <a:off x="2389717" y="612775"/>
            <a:ext cx="7315200" cy="4114800"/>
          </a:xfrm>
        </p:spPr>
        <p:txBody>
          <a:bodyPr lIns="91440" tIns="45720" rIns="91440" bIns="4572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ー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Tree>
    <p:extLst>
      <p:ext uri="{BB962C8B-B14F-4D97-AF65-F5344CB8AC3E}">
        <p14:creationId xmlns:p14="http://schemas.microsoft.com/office/powerpoint/2010/main" val="581767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1452428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686800" y="152400"/>
            <a:ext cx="2590800" cy="5943600"/>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914400" y="152400"/>
            <a:ext cx="7569200" cy="594360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2722198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8">
            <a:extLst>
              <a:ext uri="{FF2B5EF4-FFF2-40B4-BE49-F238E27FC236}">
                <a16:creationId xmlns:a16="http://schemas.microsoft.com/office/drawing/2014/main" id="{F344F1B7-7C42-5D4C-B55C-7065D9B6410A}"/>
              </a:ext>
            </a:extLst>
          </p:cNvPr>
          <p:cNvSpPr>
            <a:spLocks noChangeArrowheads="1"/>
          </p:cNvSpPr>
          <p:nvPr userDrawn="1"/>
        </p:nvSpPr>
        <p:spPr bwMode="auto">
          <a:xfrm>
            <a:off x="0" y="6538914"/>
            <a:ext cx="12192000" cy="319087"/>
          </a:xfrm>
          <a:prstGeom prst="rect">
            <a:avLst/>
          </a:prstGeom>
          <a:solidFill>
            <a:srgbClr val="E8320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lgn="ctr">
              <a:defRPr/>
            </a:pPr>
            <a:endParaRPr lang="ja-JP" altLang="en-US" sz="1200" i="0"/>
          </a:p>
        </p:txBody>
      </p:sp>
      <p:pic>
        <p:nvPicPr>
          <p:cNvPr id="1027" name="Picture 17" descr="TopBar">
            <a:extLst>
              <a:ext uri="{FF2B5EF4-FFF2-40B4-BE49-F238E27FC236}">
                <a16:creationId xmlns:a16="http://schemas.microsoft.com/office/drawing/2014/main" id="{FF4838CD-9835-3B42-A54C-9E68C2642E97}"/>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2192000" cy="127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3">
            <a:extLst>
              <a:ext uri="{FF2B5EF4-FFF2-40B4-BE49-F238E27FC236}">
                <a16:creationId xmlns:a16="http://schemas.microsoft.com/office/drawing/2014/main" id="{63559436-3DAE-C346-9D1C-6A1330C0FF23}"/>
              </a:ext>
            </a:extLst>
          </p:cNvPr>
          <p:cNvSpPr>
            <a:spLocks noGrp="1" noChangeArrowheads="1"/>
          </p:cNvSpPr>
          <p:nvPr>
            <p:ph type="body" idx="1"/>
          </p:nvPr>
        </p:nvSpPr>
        <p:spPr bwMode="auto">
          <a:xfrm>
            <a:off x="867833" y="1435101"/>
            <a:ext cx="10447867"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ja-JP" altLang="en-US"/>
              <a:t>マスタ</a:t>
            </a:r>
            <a:r>
              <a:rPr lang="en-US" altLang="ja-JP"/>
              <a:t> </a:t>
            </a:r>
            <a:r>
              <a:rPr lang="ja-JP" altLang="en-US"/>
              <a:t>テキストの書式設定</a:t>
            </a:r>
            <a:endParaRPr lang="en-US" altLang="ja-JP"/>
          </a:p>
          <a:p>
            <a:pPr lvl="1"/>
            <a:r>
              <a:rPr lang="ja-JP" altLang="en-US"/>
              <a:t>第</a:t>
            </a:r>
            <a:r>
              <a:rPr lang="en-US" altLang="ja-JP"/>
              <a:t> 2 </a:t>
            </a:r>
            <a:r>
              <a:rPr lang="ja-JP" altLang="en-US"/>
              <a:t>レベル</a:t>
            </a:r>
            <a:endParaRPr lang="en-US" altLang="ja-JP"/>
          </a:p>
          <a:p>
            <a:pPr lvl="2"/>
            <a:r>
              <a:rPr lang="ja-JP" altLang="en-US"/>
              <a:t>第</a:t>
            </a:r>
            <a:r>
              <a:rPr lang="en-US" altLang="ja-JP"/>
              <a:t> 3 </a:t>
            </a:r>
            <a:r>
              <a:rPr lang="ja-JP" altLang="en-US"/>
              <a:t>レベル</a:t>
            </a:r>
            <a:endParaRPr lang="en-US" altLang="ja-JP"/>
          </a:p>
          <a:p>
            <a:pPr lvl="3"/>
            <a:r>
              <a:rPr lang="ja-JP" altLang="en-US"/>
              <a:t>第</a:t>
            </a:r>
            <a:r>
              <a:rPr lang="en-US" altLang="ja-JP"/>
              <a:t> 4 </a:t>
            </a:r>
            <a:r>
              <a:rPr lang="ja-JP" altLang="en-US"/>
              <a:t>レベル</a:t>
            </a:r>
            <a:endParaRPr lang="en-US" altLang="ja-JP"/>
          </a:p>
          <a:p>
            <a:pPr lvl="4"/>
            <a:r>
              <a:rPr lang="ja-JP" altLang="en-US"/>
              <a:t>第</a:t>
            </a:r>
            <a:r>
              <a:rPr lang="en-US" altLang="ja-JP"/>
              <a:t> 5 </a:t>
            </a:r>
            <a:r>
              <a:rPr lang="ja-JP" altLang="en-US"/>
              <a:t>レベル</a:t>
            </a:r>
            <a:endParaRPr lang="en-US" altLang="ja-JP"/>
          </a:p>
        </p:txBody>
      </p:sp>
      <p:sp>
        <p:nvSpPr>
          <p:cNvPr id="1029" name="Rectangle 25">
            <a:extLst>
              <a:ext uri="{FF2B5EF4-FFF2-40B4-BE49-F238E27FC236}">
                <a16:creationId xmlns:a16="http://schemas.microsoft.com/office/drawing/2014/main" id="{389D8CEA-3D5C-934A-BB7E-2BED31B1C438}"/>
              </a:ext>
            </a:extLst>
          </p:cNvPr>
          <p:cNvSpPr>
            <a:spLocks noGrp="1" noChangeArrowheads="1"/>
          </p:cNvSpPr>
          <p:nvPr>
            <p:ph type="title"/>
          </p:nvPr>
        </p:nvSpPr>
        <p:spPr bwMode="auto">
          <a:xfrm>
            <a:off x="867833" y="330200"/>
            <a:ext cx="1044786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ja-JP" altLang="en-US"/>
              <a:t>マスタ</a:t>
            </a:r>
            <a:r>
              <a:rPr lang="en-US" altLang="ja-JP" dirty="0"/>
              <a:t> </a:t>
            </a:r>
            <a:r>
              <a:rPr lang="ja-JP" altLang="en-US"/>
              <a:t>タイトルの書式設定</a:t>
            </a:r>
            <a:endParaRPr lang="en-US" altLang="ja-JP" dirty="0"/>
          </a:p>
        </p:txBody>
      </p:sp>
      <p:sp>
        <p:nvSpPr>
          <p:cNvPr id="1030" name="Rectangle 34">
            <a:extLst>
              <a:ext uri="{FF2B5EF4-FFF2-40B4-BE49-F238E27FC236}">
                <a16:creationId xmlns:a16="http://schemas.microsoft.com/office/drawing/2014/main" id="{A8AE3897-8F22-604F-ACF3-D874BBB69AC3}"/>
              </a:ext>
            </a:extLst>
          </p:cNvPr>
          <p:cNvSpPr>
            <a:spLocks noChangeArrowheads="1"/>
          </p:cNvSpPr>
          <p:nvPr userDrawn="1"/>
        </p:nvSpPr>
        <p:spPr bwMode="auto">
          <a:xfrm>
            <a:off x="11379200" y="6553200"/>
            <a:ext cx="609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i="1">
                <a:solidFill>
                  <a:schemeClr val="tx1"/>
                </a:solidFill>
                <a:latin typeface="ＭＳ Ｐゴシック" charset="-128"/>
                <a:ea typeface="ＭＳ Ｐゴシック" charset="-128"/>
              </a:defRPr>
            </a:lvl1pPr>
            <a:lvl2pPr marL="742950" indent="-285750">
              <a:defRPr sz="1200" i="1">
                <a:solidFill>
                  <a:schemeClr val="tx1"/>
                </a:solidFill>
                <a:latin typeface="ＭＳ Ｐゴシック" charset="-128"/>
                <a:ea typeface="ＭＳ Ｐゴシック" charset="-128"/>
              </a:defRPr>
            </a:lvl2pPr>
            <a:lvl3pPr marL="1143000" indent="-228600">
              <a:defRPr sz="1200" i="1">
                <a:solidFill>
                  <a:schemeClr val="tx1"/>
                </a:solidFill>
                <a:latin typeface="ＭＳ Ｐゴシック" charset="-128"/>
                <a:ea typeface="ＭＳ Ｐゴシック" charset="-128"/>
              </a:defRPr>
            </a:lvl3pPr>
            <a:lvl4pPr marL="1600200" indent="-228600">
              <a:defRPr sz="1200" i="1">
                <a:solidFill>
                  <a:schemeClr val="tx1"/>
                </a:solidFill>
                <a:latin typeface="ＭＳ Ｐゴシック" charset="-128"/>
                <a:ea typeface="ＭＳ Ｐゴシック" charset="-128"/>
              </a:defRPr>
            </a:lvl4pPr>
            <a:lvl5pPr marL="2057400" indent="-228600">
              <a:defRPr sz="1200" i="1">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sz="1200" i="1">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sz="1200" i="1">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sz="1200" i="1">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sz="1200" i="1">
                <a:solidFill>
                  <a:schemeClr val="tx1"/>
                </a:solidFill>
                <a:latin typeface="ＭＳ Ｐゴシック" charset="-128"/>
                <a:ea typeface="ＭＳ Ｐゴシック" charset="-128"/>
              </a:defRPr>
            </a:lvl9pPr>
          </a:lstStyle>
          <a:p>
            <a:pPr algn="r" eaLnBrk="1" hangingPunct="1">
              <a:defRPr/>
            </a:pPr>
            <a:fld id="{A99629CA-AE9C-AD4C-9B90-1C8C7A36BB56}" type="slidenum">
              <a:rPr kumimoji="1" lang="en-US" altLang="ja-JP" sz="1000" i="0" smtClean="0">
                <a:solidFill>
                  <a:schemeClr val="bg1"/>
                </a:solidFill>
                <a:latin typeface="Arial" charset="0"/>
              </a:rPr>
              <a:pPr algn="r" eaLnBrk="1" hangingPunct="1">
                <a:defRPr/>
              </a:pPr>
              <a:t>‹#›</a:t>
            </a:fld>
            <a:endParaRPr kumimoji="1" lang="en-US" altLang="ja-JP" sz="1000" i="0">
              <a:solidFill>
                <a:schemeClr val="bg1"/>
              </a:solidFill>
              <a:latin typeface="Arial" charset="0"/>
            </a:endParaRPr>
          </a:p>
        </p:txBody>
      </p:sp>
      <p:sp>
        <p:nvSpPr>
          <p:cNvPr id="1031" name="Text Box 20">
            <a:extLst>
              <a:ext uri="{FF2B5EF4-FFF2-40B4-BE49-F238E27FC236}">
                <a16:creationId xmlns:a16="http://schemas.microsoft.com/office/drawing/2014/main" id="{D9EF32B9-69A1-DB48-8670-9C676BBDD250}"/>
              </a:ext>
            </a:extLst>
          </p:cNvPr>
          <p:cNvSpPr txBox="1">
            <a:spLocks noChangeArrowheads="1"/>
          </p:cNvSpPr>
          <p:nvPr userDrawn="1"/>
        </p:nvSpPr>
        <p:spPr bwMode="auto">
          <a:xfrm>
            <a:off x="237067" y="6627814"/>
            <a:ext cx="2457404" cy="123111"/>
          </a:xfrm>
          <a:prstGeom prst="rect">
            <a:avLst/>
          </a:prstGeom>
          <a:solidFill>
            <a:schemeClr val="tx1">
              <a:alpha val="0"/>
            </a:schemeClr>
          </a:solidFill>
          <a:ln>
            <a:noFill/>
          </a:ln>
          <a:effectLst/>
          <a:extLst>
            <a:ext uri="{91240B29-F687-4f45-9708-019B960494DF}"/>
            <a:ext uri="{AF507438-7753-43e0-B8FC-AC1667EBCBE1}"/>
          </a:extLst>
        </p:spPr>
        <p:txBody>
          <a:bodyPr wrap="none" lIns="0" tIns="0" rIns="0" bIns="0">
            <a:spAutoFit/>
          </a:bodyPr>
          <a:lstStyle>
            <a:lvl1pPr>
              <a:defRPr sz="1200" i="1">
                <a:solidFill>
                  <a:schemeClr val="tx1"/>
                </a:solidFill>
                <a:latin typeface="ＭＳ Ｐゴシック" charset="-128"/>
                <a:ea typeface="ＭＳ Ｐゴシック" charset="-128"/>
              </a:defRPr>
            </a:lvl1pPr>
            <a:lvl2pPr marL="742950" indent="-285750">
              <a:defRPr sz="1200" i="1">
                <a:solidFill>
                  <a:schemeClr val="tx1"/>
                </a:solidFill>
                <a:latin typeface="ＭＳ Ｐゴシック" charset="-128"/>
                <a:ea typeface="ＭＳ Ｐゴシック" charset="-128"/>
              </a:defRPr>
            </a:lvl2pPr>
            <a:lvl3pPr marL="1143000" indent="-228600">
              <a:defRPr sz="1200" i="1">
                <a:solidFill>
                  <a:schemeClr val="tx1"/>
                </a:solidFill>
                <a:latin typeface="ＭＳ Ｐゴシック" charset="-128"/>
                <a:ea typeface="ＭＳ Ｐゴシック" charset="-128"/>
              </a:defRPr>
            </a:lvl3pPr>
            <a:lvl4pPr marL="1600200" indent="-228600">
              <a:defRPr sz="1200" i="1">
                <a:solidFill>
                  <a:schemeClr val="tx1"/>
                </a:solidFill>
                <a:latin typeface="ＭＳ Ｐゴシック" charset="-128"/>
                <a:ea typeface="ＭＳ Ｐゴシック" charset="-128"/>
              </a:defRPr>
            </a:lvl4pPr>
            <a:lvl5pPr marL="2057400" indent="-228600">
              <a:defRPr sz="1200" i="1">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sz="1200" i="1">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sz="1200" i="1">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sz="1200" i="1">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sz="1200" i="1">
                <a:solidFill>
                  <a:schemeClr val="tx1"/>
                </a:solidFill>
                <a:latin typeface="ＭＳ Ｐゴシック" charset="-128"/>
                <a:ea typeface="ＭＳ Ｐゴシック" charset="-128"/>
              </a:defRPr>
            </a:lvl9pPr>
          </a:lstStyle>
          <a:p>
            <a:pPr>
              <a:defRPr/>
            </a:pPr>
            <a:r>
              <a:rPr lang="en-US" altLang="ja-JP" sz="800" b="1" i="0">
                <a:solidFill>
                  <a:schemeClr val="bg1"/>
                </a:solidFill>
              </a:rPr>
              <a:t>© Hokkaido University of Science  All Rights Reserved.</a:t>
            </a:r>
          </a:p>
        </p:txBody>
      </p:sp>
      <p:sp>
        <p:nvSpPr>
          <p:cNvPr id="1032" name="Rectangle 23">
            <a:extLst>
              <a:ext uri="{FF2B5EF4-FFF2-40B4-BE49-F238E27FC236}">
                <a16:creationId xmlns:a16="http://schemas.microsoft.com/office/drawing/2014/main" id="{D36D9B91-974E-1A4E-B2F7-BFEC752096FE}"/>
              </a:ext>
            </a:extLst>
          </p:cNvPr>
          <p:cNvSpPr>
            <a:spLocks noChangeArrowheads="1"/>
          </p:cNvSpPr>
          <p:nvPr userDrawn="1"/>
        </p:nvSpPr>
        <p:spPr bwMode="auto">
          <a:xfrm>
            <a:off x="10888134" y="6538914"/>
            <a:ext cx="427567" cy="319087"/>
          </a:xfrm>
          <a:prstGeom prst="rect">
            <a:avLst/>
          </a:prstGeom>
          <a:solidFill>
            <a:srgbClr val="F6AB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3" name="Rectangle 24">
            <a:extLst>
              <a:ext uri="{FF2B5EF4-FFF2-40B4-BE49-F238E27FC236}">
                <a16:creationId xmlns:a16="http://schemas.microsoft.com/office/drawing/2014/main" id="{C4DD7468-7F99-3E43-9BD5-BA8803838881}"/>
              </a:ext>
            </a:extLst>
          </p:cNvPr>
          <p:cNvSpPr>
            <a:spLocks noChangeArrowheads="1"/>
          </p:cNvSpPr>
          <p:nvPr userDrawn="1"/>
        </p:nvSpPr>
        <p:spPr bwMode="auto">
          <a:xfrm>
            <a:off x="12031133" y="6538914"/>
            <a:ext cx="160867" cy="319087"/>
          </a:xfrm>
          <a:prstGeom prst="rect">
            <a:avLst/>
          </a:prstGeom>
          <a:solidFill>
            <a:srgbClr val="5063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4" name="Rectangle 25">
            <a:extLst>
              <a:ext uri="{FF2B5EF4-FFF2-40B4-BE49-F238E27FC236}">
                <a16:creationId xmlns:a16="http://schemas.microsoft.com/office/drawing/2014/main" id="{D496687F-0E5A-F540-AB21-10D916553ADB}"/>
              </a:ext>
            </a:extLst>
          </p:cNvPr>
          <p:cNvSpPr>
            <a:spLocks noChangeArrowheads="1"/>
          </p:cNvSpPr>
          <p:nvPr userDrawn="1"/>
        </p:nvSpPr>
        <p:spPr bwMode="auto">
          <a:xfrm>
            <a:off x="10947401" y="6538914"/>
            <a:ext cx="80433" cy="319087"/>
          </a:xfrm>
          <a:prstGeom prst="rect">
            <a:avLst/>
          </a:prstGeom>
          <a:solidFill>
            <a:srgbClr val="E5005A"/>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5" name="Rectangle 26">
            <a:extLst>
              <a:ext uri="{FF2B5EF4-FFF2-40B4-BE49-F238E27FC236}">
                <a16:creationId xmlns:a16="http://schemas.microsoft.com/office/drawing/2014/main" id="{776164EF-8824-A940-B4A6-602D2BE419ED}"/>
              </a:ext>
            </a:extLst>
          </p:cNvPr>
          <p:cNvSpPr>
            <a:spLocks noChangeArrowheads="1"/>
          </p:cNvSpPr>
          <p:nvPr userDrawn="1"/>
        </p:nvSpPr>
        <p:spPr bwMode="auto">
          <a:xfrm>
            <a:off x="10608734" y="6538914"/>
            <a:ext cx="283633" cy="319087"/>
          </a:xfrm>
          <a:prstGeom prst="rect">
            <a:avLst/>
          </a:prstGeom>
          <a:solidFill>
            <a:srgbClr val="00B9EF"/>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6" name="Rectangle 27">
            <a:extLst>
              <a:ext uri="{FF2B5EF4-FFF2-40B4-BE49-F238E27FC236}">
                <a16:creationId xmlns:a16="http://schemas.microsoft.com/office/drawing/2014/main" id="{30C270E6-BC4F-AA4E-9C86-8F2E26B57A3E}"/>
              </a:ext>
            </a:extLst>
          </p:cNvPr>
          <p:cNvSpPr>
            <a:spLocks noChangeArrowheads="1"/>
          </p:cNvSpPr>
          <p:nvPr userDrawn="1"/>
        </p:nvSpPr>
        <p:spPr bwMode="auto">
          <a:xfrm>
            <a:off x="10687051" y="6538914"/>
            <a:ext cx="57149" cy="319087"/>
          </a:xfrm>
          <a:prstGeom prst="rect">
            <a:avLst/>
          </a:prstGeom>
          <a:solidFill>
            <a:srgbClr val="EC6D81"/>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7" name="Rectangle 28">
            <a:extLst>
              <a:ext uri="{FF2B5EF4-FFF2-40B4-BE49-F238E27FC236}">
                <a16:creationId xmlns:a16="http://schemas.microsoft.com/office/drawing/2014/main" id="{91FBDF80-03C5-4547-8DA4-9B0E5473CA99}"/>
              </a:ext>
            </a:extLst>
          </p:cNvPr>
          <p:cNvSpPr>
            <a:spLocks noChangeArrowheads="1"/>
          </p:cNvSpPr>
          <p:nvPr userDrawn="1"/>
        </p:nvSpPr>
        <p:spPr bwMode="auto">
          <a:xfrm>
            <a:off x="10204452" y="6538914"/>
            <a:ext cx="196849" cy="319087"/>
          </a:xfrm>
          <a:prstGeom prst="rect">
            <a:avLst/>
          </a:prstGeom>
          <a:solidFill>
            <a:srgbClr val="8FC32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8" name="Rectangle 29">
            <a:extLst>
              <a:ext uri="{FF2B5EF4-FFF2-40B4-BE49-F238E27FC236}">
                <a16:creationId xmlns:a16="http://schemas.microsoft.com/office/drawing/2014/main" id="{645329F5-1A93-094A-8DB7-EE7BF2206FB0}"/>
              </a:ext>
            </a:extLst>
          </p:cNvPr>
          <p:cNvSpPr>
            <a:spLocks noChangeArrowheads="1"/>
          </p:cNvSpPr>
          <p:nvPr userDrawn="1"/>
        </p:nvSpPr>
        <p:spPr bwMode="auto">
          <a:xfrm>
            <a:off x="10576984" y="6538914"/>
            <a:ext cx="57149" cy="319087"/>
          </a:xfrm>
          <a:prstGeom prst="rect">
            <a:avLst/>
          </a:prstGeom>
          <a:solidFill>
            <a:srgbClr val="118CC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9" name="Rectangle 31">
            <a:extLst>
              <a:ext uri="{FF2B5EF4-FFF2-40B4-BE49-F238E27FC236}">
                <a16:creationId xmlns:a16="http://schemas.microsoft.com/office/drawing/2014/main" id="{A00135D7-D610-B948-BF30-3734846142DF}"/>
              </a:ext>
            </a:extLst>
          </p:cNvPr>
          <p:cNvSpPr>
            <a:spLocks noChangeArrowheads="1"/>
          </p:cNvSpPr>
          <p:nvPr userDrawn="1"/>
        </p:nvSpPr>
        <p:spPr bwMode="auto">
          <a:xfrm>
            <a:off x="10071101" y="6538914"/>
            <a:ext cx="139700" cy="319087"/>
          </a:xfrm>
          <a:prstGeom prst="rect">
            <a:avLst/>
          </a:prstGeom>
          <a:solidFill>
            <a:srgbClr val="14A73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0" name="Rectangle 32">
            <a:extLst>
              <a:ext uri="{FF2B5EF4-FFF2-40B4-BE49-F238E27FC236}">
                <a16:creationId xmlns:a16="http://schemas.microsoft.com/office/drawing/2014/main" id="{A8359E1A-0B8F-AF45-99B5-9C2DD03E7449}"/>
              </a:ext>
            </a:extLst>
          </p:cNvPr>
          <p:cNvSpPr>
            <a:spLocks noChangeArrowheads="1"/>
          </p:cNvSpPr>
          <p:nvPr userDrawn="1"/>
        </p:nvSpPr>
        <p:spPr bwMode="auto">
          <a:xfrm>
            <a:off x="10026651" y="6538914"/>
            <a:ext cx="63500" cy="319087"/>
          </a:xfrm>
          <a:prstGeom prst="rect">
            <a:avLst/>
          </a:prstGeom>
          <a:solidFill>
            <a:srgbClr val="5DB7E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1" name="Rectangle 33">
            <a:extLst>
              <a:ext uri="{FF2B5EF4-FFF2-40B4-BE49-F238E27FC236}">
                <a16:creationId xmlns:a16="http://schemas.microsoft.com/office/drawing/2014/main" id="{271525D1-2023-7942-B61E-62BA817F0FAB}"/>
              </a:ext>
            </a:extLst>
          </p:cNvPr>
          <p:cNvSpPr>
            <a:spLocks noChangeArrowheads="1"/>
          </p:cNvSpPr>
          <p:nvPr userDrawn="1"/>
        </p:nvSpPr>
        <p:spPr bwMode="auto">
          <a:xfrm>
            <a:off x="9891185" y="6538914"/>
            <a:ext cx="139700" cy="319087"/>
          </a:xfrm>
          <a:prstGeom prst="rect">
            <a:avLst/>
          </a:prstGeom>
          <a:solidFill>
            <a:srgbClr val="A4001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2" name="Rectangle 34">
            <a:extLst>
              <a:ext uri="{FF2B5EF4-FFF2-40B4-BE49-F238E27FC236}">
                <a16:creationId xmlns:a16="http://schemas.microsoft.com/office/drawing/2014/main" id="{71753C7F-D4C3-754B-B54A-67104A2086BC}"/>
              </a:ext>
            </a:extLst>
          </p:cNvPr>
          <p:cNvSpPr>
            <a:spLocks noChangeArrowheads="1"/>
          </p:cNvSpPr>
          <p:nvPr userDrawn="1"/>
        </p:nvSpPr>
        <p:spPr bwMode="auto">
          <a:xfrm>
            <a:off x="9575800" y="6538914"/>
            <a:ext cx="211667" cy="319087"/>
          </a:xfrm>
          <a:prstGeom prst="rect">
            <a:avLst/>
          </a:prstGeom>
          <a:solidFill>
            <a:srgbClr val="B863A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3" name="Rectangle 35">
            <a:extLst>
              <a:ext uri="{FF2B5EF4-FFF2-40B4-BE49-F238E27FC236}">
                <a16:creationId xmlns:a16="http://schemas.microsoft.com/office/drawing/2014/main" id="{5671A5F1-4CCB-BE46-9A32-D1D889164DA6}"/>
              </a:ext>
            </a:extLst>
          </p:cNvPr>
          <p:cNvSpPr>
            <a:spLocks noChangeArrowheads="1"/>
          </p:cNvSpPr>
          <p:nvPr userDrawn="1"/>
        </p:nvSpPr>
        <p:spPr bwMode="auto">
          <a:xfrm>
            <a:off x="9495367" y="6538914"/>
            <a:ext cx="88900" cy="319087"/>
          </a:xfrm>
          <a:prstGeom prst="rect">
            <a:avLst/>
          </a:prstGeom>
          <a:solidFill>
            <a:srgbClr val="598F35"/>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4" name="Rectangle 36">
            <a:extLst>
              <a:ext uri="{FF2B5EF4-FFF2-40B4-BE49-F238E27FC236}">
                <a16:creationId xmlns:a16="http://schemas.microsoft.com/office/drawing/2014/main" id="{CFEF8CC8-58DD-8347-9EDC-36A6D5E794FD}"/>
              </a:ext>
            </a:extLst>
          </p:cNvPr>
          <p:cNvSpPr>
            <a:spLocks noChangeArrowheads="1"/>
          </p:cNvSpPr>
          <p:nvPr userDrawn="1"/>
        </p:nvSpPr>
        <p:spPr bwMode="auto">
          <a:xfrm>
            <a:off x="9438218" y="6538914"/>
            <a:ext cx="57149" cy="319087"/>
          </a:xfrm>
          <a:prstGeom prst="rect">
            <a:avLst/>
          </a:prstGeom>
          <a:solidFill>
            <a:srgbClr val="00642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5" name="Rectangle 37">
            <a:extLst>
              <a:ext uri="{FF2B5EF4-FFF2-40B4-BE49-F238E27FC236}">
                <a16:creationId xmlns:a16="http://schemas.microsoft.com/office/drawing/2014/main" id="{A2E9CB85-2D75-F54F-923F-75D7E55D2C2F}"/>
              </a:ext>
            </a:extLst>
          </p:cNvPr>
          <p:cNvSpPr>
            <a:spLocks noChangeArrowheads="1"/>
          </p:cNvSpPr>
          <p:nvPr userDrawn="1"/>
        </p:nvSpPr>
        <p:spPr bwMode="auto">
          <a:xfrm>
            <a:off x="9309101" y="6538914"/>
            <a:ext cx="139700" cy="319087"/>
          </a:xfrm>
          <a:prstGeom prst="rect">
            <a:avLst/>
          </a:prstGeom>
          <a:solidFill>
            <a:srgbClr val="C3D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6" name="Rectangle 38">
            <a:extLst>
              <a:ext uri="{FF2B5EF4-FFF2-40B4-BE49-F238E27FC236}">
                <a16:creationId xmlns:a16="http://schemas.microsoft.com/office/drawing/2014/main" id="{BC62E006-87AE-6844-B685-DC0FFDEB8363}"/>
              </a:ext>
            </a:extLst>
          </p:cNvPr>
          <p:cNvSpPr>
            <a:spLocks noChangeArrowheads="1"/>
          </p:cNvSpPr>
          <p:nvPr userDrawn="1"/>
        </p:nvSpPr>
        <p:spPr bwMode="auto">
          <a:xfrm>
            <a:off x="9169401" y="6538914"/>
            <a:ext cx="139700" cy="319087"/>
          </a:xfrm>
          <a:prstGeom prst="rect">
            <a:avLst/>
          </a:prstGeom>
          <a:solidFill>
            <a:srgbClr val="36407B"/>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7" name="Rectangle 39">
            <a:extLst>
              <a:ext uri="{FF2B5EF4-FFF2-40B4-BE49-F238E27FC236}">
                <a16:creationId xmlns:a16="http://schemas.microsoft.com/office/drawing/2014/main" id="{3C6EAACA-1570-0447-ACC0-3E0ECC26F199}"/>
              </a:ext>
            </a:extLst>
          </p:cNvPr>
          <p:cNvSpPr>
            <a:spLocks noChangeArrowheads="1"/>
          </p:cNvSpPr>
          <p:nvPr userDrawn="1"/>
        </p:nvSpPr>
        <p:spPr bwMode="auto">
          <a:xfrm>
            <a:off x="9108018" y="6538914"/>
            <a:ext cx="69849" cy="319087"/>
          </a:xfrm>
          <a:prstGeom prst="rect">
            <a:avLst/>
          </a:prstGeom>
          <a:solidFill>
            <a:srgbClr val="FFF1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8" name="Rectangle 40">
            <a:extLst>
              <a:ext uri="{FF2B5EF4-FFF2-40B4-BE49-F238E27FC236}">
                <a16:creationId xmlns:a16="http://schemas.microsoft.com/office/drawing/2014/main" id="{AE03D2C4-E9C9-5749-8C4E-384D2D4A1E5E}"/>
              </a:ext>
            </a:extLst>
          </p:cNvPr>
          <p:cNvSpPr>
            <a:spLocks noChangeArrowheads="1"/>
          </p:cNvSpPr>
          <p:nvPr userDrawn="1"/>
        </p:nvSpPr>
        <p:spPr bwMode="auto">
          <a:xfrm>
            <a:off x="8771467" y="6538914"/>
            <a:ext cx="57151" cy="319087"/>
          </a:xfrm>
          <a:prstGeom prst="rect">
            <a:avLst/>
          </a:prstGeom>
          <a:solidFill>
            <a:srgbClr val="FDD1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9" name="Rectangle 41">
            <a:extLst>
              <a:ext uri="{FF2B5EF4-FFF2-40B4-BE49-F238E27FC236}">
                <a16:creationId xmlns:a16="http://schemas.microsoft.com/office/drawing/2014/main" id="{61191F66-2C36-C649-8169-497D075AB78F}"/>
              </a:ext>
            </a:extLst>
          </p:cNvPr>
          <p:cNvSpPr>
            <a:spLocks noChangeArrowheads="1"/>
          </p:cNvSpPr>
          <p:nvPr userDrawn="1"/>
        </p:nvSpPr>
        <p:spPr bwMode="auto">
          <a:xfrm>
            <a:off x="8970434" y="6538914"/>
            <a:ext cx="139700" cy="319087"/>
          </a:xfrm>
          <a:prstGeom prst="rect">
            <a:avLst/>
          </a:prstGeom>
          <a:solidFill>
            <a:srgbClr val="8FC32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0" name="Rectangle 42">
            <a:extLst>
              <a:ext uri="{FF2B5EF4-FFF2-40B4-BE49-F238E27FC236}">
                <a16:creationId xmlns:a16="http://schemas.microsoft.com/office/drawing/2014/main" id="{3DA6D410-AF6E-1743-830F-1881FD7BCB9D}"/>
              </a:ext>
            </a:extLst>
          </p:cNvPr>
          <p:cNvSpPr>
            <a:spLocks noChangeArrowheads="1"/>
          </p:cNvSpPr>
          <p:nvPr userDrawn="1"/>
        </p:nvSpPr>
        <p:spPr bwMode="auto">
          <a:xfrm>
            <a:off x="8921751" y="6538914"/>
            <a:ext cx="57149" cy="319087"/>
          </a:xfrm>
          <a:prstGeom prst="rect">
            <a:avLst/>
          </a:prstGeom>
          <a:solidFill>
            <a:srgbClr val="23B8B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1" name="Rectangle 43">
            <a:extLst>
              <a:ext uri="{FF2B5EF4-FFF2-40B4-BE49-F238E27FC236}">
                <a16:creationId xmlns:a16="http://schemas.microsoft.com/office/drawing/2014/main" id="{0B6E51A2-5C77-954D-B14A-0C1B57810551}"/>
              </a:ext>
            </a:extLst>
          </p:cNvPr>
          <p:cNvSpPr>
            <a:spLocks noChangeArrowheads="1"/>
          </p:cNvSpPr>
          <p:nvPr userDrawn="1"/>
        </p:nvSpPr>
        <p:spPr bwMode="auto">
          <a:xfrm>
            <a:off x="8640234" y="6538914"/>
            <a:ext cx="139700" cy="319087"/>
          </a:xfrm>
          <a:prstGeom prst="rect">
            <a:avLst/>
          </a:prstGeom>
          <a:solidFill>
            <a:srgbClr val="8847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2" name="Rectangle 44">
            <a:extLst>
              <a:ext uri="{FF2B5EF4-FFF2-40B4-BE49-F238E27FC236}">
                <a16:creationId xmlns:a16="http://schemas.microsoft.com/office/drawing/2014/main" id="{57CADA32-EFEB-9D42-8131-63F2E52994B6}"/>
              </a:ext>
            </a:extLst>
          </p:cNvPr>
          <p:cNvSpPr>
            <a:spLocks noChangeArrowheads="1"/>
          </p:cNvSpPr>
          <p:nvPr userDrawn="1"/>
        </p:nvSpPr>
        <p:spPr bwMode="auto">
          <a:xfrm>
            <a:off x="8502651" y="6538914"/>
            <a:ext cx="74083" cy="319087"/>
          </a:xfrm>
          <a:prstGeom prst="rect">
            <a:avLst/>
          </a:prstGeom>
          <a:solidFill>
            <a:srgbClr val="584A4F"/>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3" name="Rectangle 45">
            <a:extLst>
              <a:ext uri="{FF2B5EF4-FFF2-40B4-BE49-F238E27FC236}">
                <a16:creationId xmlns:a16="http://schemas.microsoft.com/office/drawing/2014/main" id="{4166E70F-E677-E54A-B0F5-BA1A51FDC871}"/>
              </a:ext>
            </a:extLst>
          </p:cNvPr>
          <p:cNvSpPr>
            <a:spLocks noChangeArrowheads="1"/>
          </p:cNvSpPr>
          <p:nvPr userDrawn="1"/>
        </p:nvSpPr>
        <p:spPr bwMode="auto">
          <a:xfrm>
            <a:off x="8445500" y="6538914"/>
            <a:ext cx="67733" cy="319087"/>
          </a:xfrm>
          <a:prstGeom prst="rect">
            <a:avLst/>
          </a:prstGeom>
          <a:solidFill>
            <a:srgbClr val="F6AB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4" name="Rectangle 46">
            <a:extLst>
              <a:ext uri="{FF2B5EF4-FFF2-40B4-BE49-F238E27FC236}">
                <a16:creationId xmlns:a16="http://schemas.microsoft.com/office/drawing/2014/main" id="{04972545-8AC9-594A-9DAB-5DCFC6D209F6}"/>
              </a:ext>
            </a:extLst>
          </p:cNvPr>
          <p:cNvSpPr>
            <a:spLocks noChangeArrowheads="1"/>
          </p:cNvSpPr>
          <p:nvPr userDrawn="1"/>
        </p:nvSpPr>
        <p:spPr bwMode="auto">
          <a:xfrm>
            <a:off x="8339667" y="6538914"/>
            <a:ext cx="57151" cy="319087"/>
          </a:xfrm>
          <a:prstGeom prst="rect">
            <a:avLst/>
          </a:prstGeom>
          <a:solidFill>
            <a:srgbClr val="8FC32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5" name="Rectangle 47">
            <a:extLst>
              <a:ext uri="{FF2B5EF4-FFF2-40B4-BE49-F238E27FC236}">
                <a16:creationId xmlns:a16="http://schemas.microsoft.com/office/drawing/2014/main" id="{5002826A-63B8-474F-BFEE-905AE9A54A7A}"/>
              </a:ext>
            </a:extLst>
          </p:cNvPr>
          <p:cNvSpPr>
            <a:spLocks noChangeArrowheads="1"/>
          </p:cNvSpPr>
          <p:nvPr userDrawn="1"/>
        </p:nvSpPr>
        <p:spPr bwMode="auto">
          <a:xfrm>
            <a:off x="8390467" y="6538914"/>
            <a:ext cx="57151" cy="319087"/>
          </a:xfrm>
          <a:prstGeom prst="rect">
            <a:avLst/>
          </a:prstGeom>
          <a:solidFill>
            <a:srgbClr val="118CC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Tree>
  </p:cSld>
  <p:clrMap bg1="lt1" tx1="dk1" bg2="lt2" tx2="dk2" accent1="accent1" accent2="accent2" accent3="accent3" accent4="accent4" accent5="accent5" accent6="accent6" hlink="hlink" folHlink="folHlink"/>
  <p:sldLayoutIdLst>
    <p:sldLayoutId id="2147483725"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a:lvl1pPr algn="l" rtl="0" eaLnBrk="0" fontAlgn="base" hangingPunct="0">
        <a:spcBef>
          <a:spcPct val="0"/>
        </a:spcBef>
        <a:spcAft>
          <a:spcPct val="0"/>
        </a:spcAft>
        <a:defRPr kumimoji="1" sz="2800" b="0" i="0">
          <a:solidFill>
            <a:schemeClr val="tx1"/>
          </a:solidFill>
          <a:latin typeface="Meiryo" panose="020B0604030504040204" pitchFamily="34" charset="-128"/>
          <a:ea typeface="Meiryo" panose="020B0604030504040204" pitchFamily="34" charset="-128"/>
          <a:cs typeface="Meiryo" panose="020B0604030504040204" pitchFamily="34" charset="-128"/>
        </a:defRPr>
      </a:lvl1pPr>
      <a:lvl2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2pPr>
      <a:lvl3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3pPr>
      <a:lvl4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4pPr>
      <a:lvl5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5pPr>
      <a:lvl6pPr marL="457200" algn="l" rtl="0" eaLnBrk="0" fontAlgn="base" hangingPunct="0">
        <a:spcBef>
          <a:spcPct val="0"/>
        </a:spcBef>
        <a:spcAft>
          <a:spcPct val="0"/>
        </a:spcAft>
        <a:defRPr sz="2400">
          <a:solidFill>
            <a:schemeClr val="tx1"/>
          </a:solidFill>
          <a:latin typeface="Times" charset="0"/>
          <a:ea typeface="ＭＳ Ｐゴシック" charset="-128"/>
        </a:defRPr>
      </a:lvl6pPr>
      <a:lvl7pPr marL="914400" algn="l" rtl="0" eaLnBrk="0" fontAlgn="base" hangingPunct="0">
        <a:spcBef>
          <a:spcPct val="0"/>
        </a:spcBef>
        <a:spcAft>
          <a:spcPct val="0"/>
        </a:spcAft>
        <a:defRPr sz="2400">
          <a:solidFill>
            <a:schemeClr val="tx1"/>
          </a:solidFill>
          <a:latin typeface="Times" charset="0"/>
          <a:ea typeface="ＭＳ Ｐゴシック" charset="-128"/>
        </a:defRPr>
      </a:lvl7pPr>
      <a:lvl8pPr marL="1371600" algn="l" rtl="0" eaLnBrk="0" fontAlgn="base" hangingPunct="0">
        <a:spcBef>
          <a:spcPct val="0"/>
        </a:spcBef>
        <a:spcAft>
          <a:spcPct val="0"/>
        </a:spcAft>
        <a:defRPr sz="2400">
          <a:solidFill>
            <a:schemeClr val="tx1"/>
          </a:solidFill>
          <a:latin typeface="Times" charset="0"/>
          <a:ea typeface="ＭＳ Ｐゴシック" charset="-128"/>
        </a:defRPr>
      </a:lvl8pPr>
      <a:lvl9pPr marL="1828800" algn="l" rtl="0" eaLnBrk="0" fontAlgn="base" hangingPunct="0">
        <a:spcBef>
          <a:spcPct val="0"/>
        </a:spcBef>
        <a:spcAft>
          <a:spcPct val="0"/>
        </a:spcAft>
        <a:defRPr sz="2400">
          <a:solidFill>
            <a:schemeClr val="tx1"/>
          </a:solidFill>
          <a:latin typeface="Times" charset="0"/>
          <a:ea typeface="ＭＳ Ｐゴシック" charset="-128"/>
        </a:defRPr>
      </a:lvl9pPr>
    </p:titleStyle>
    <p:bodyStyle>
      <a:lvl1pPr marL="342900" indent="-342900" algn="l" rtl="0" eaLnBrk="0" fontAlgn="base" hangingPunct="0">
        <a:lnSpc>
          <a:spcPct val="150000"/>
        </a:lnSpc>
        <a:spcBef>
          <a:spcPts val="300"/>
        </a:spcBef>
        <a:spcAft>
          <a:spcPct val="0"/>
        </a:spcAft>
        <a:buChar char="•"/>
        <a:defRPr kumimoji="1">
          <a:solidFill>
            <a:schemeClr val="tx1"/>
          </a:solidFill>
          <a:latin typeface="Meiryo" panose="020B0604030504040204" pitchFamily="34" charset="-128"/>
          <a:ea typeface="Meiryo" panose="020B0604030504040204" pitchFamily="34" charset="-128"/>
          <a:cs typeface="Meiryo" panose="020B0604030504040204" pitchFamily="34" charset="-128"/>
        </a:defRPr>
      </a:lvl1pPr>
      <a:lvl2pPr marL="742950" indent="-285750" algn="l" rtl="0" eaLnBrk="0" fontAlgn="base" hangingPunct="0">
        <a:lnSpc>
          <a:spcPct val="150000"/>
        </a:lnSpc>
        <a:spcBef>
          <a:spcPts val="300"/>
        </a:spcBef>
        <a:spcAft>
          <a:spcPct val="0"/>
        </a:spcAft>
        <a:buChar char="–"/>
        <a:defRPr kumimoji="1">
          <a:solidFill>
            <a:schemeClr val="tx1"/>
          </a:solidFill>
          <a:latin typeface="Meiryo" panose="020B0604030504040204" pitchFamily="34" charset="-128"/>
          <a:ea typeface="Meiryo" panose="020B0604030504040204" pitchFamily="34" charset="-128"/>
        </a:defRPr>
      </a:lvl2pPr>
      <a:lvl3pPr marL="1143000" indent="-228600" algn="l" rtl="0" eaLnBrk="0" fontAlgn="base" hangingPunct="0">
        <a:lnSpc>
          <a:spcPct val="150000"/>
        </a:lnSpc>
        <a:spcBef>
          <a:spcPts val="300"/>
        </a:spcBef>
        <a:spcAft>
          <a:spcPct val="0"/>
        </a:spcAft>
        <a:buChar char="•"/>
        <a:defRPr kumimoji="1">
          <a:solidFill>
            <a:schemeClr val="tx1"/>
          </a:solidFill>
          <a:latin typeface="Meiryo" panose="020B0604030504040204" pitchFamily="34" charset="-128"/>
          <a:ea typeface="Meiryo" panose="020B0604030504040204" pitchFamily="34" charset="-128"/>
        </a:defRPr>
      </a:lvl3pPr>
      <a:lvl4pPr marL="1600200" indent="-228600" algn="l" rtl="0" eaLnBrk="0" fontAlgn="base" hangingPunct="0">
        <a:lnSpc>
          <a:spcPct val="150000"/>
        </a:lnSpc>
        <a:spcBef>
          <a:spcPts val="300"/>
        </a:spcBef>
        <a:spcAft>
          <a:spcPct val="0"/>
        </a:spcAft>
        <a:buChar char="–"/>
        <a:defRPr kumimoji="1">
          <a:solidFill>
            <a:schemeClr val="tx1"/>
          </a:solidFill>
          <a:latin typeface="Meiryo" panose="020B0604030504040204" pitchFamily="34" charset="-128"/>
          <a:ea typeface="Meiryo" panose="020B0604030504040204" pitchFamily="34" charset="-128"/>
        </a:defRPr>
      </a:lvl4pPr>
      <a:lvl5pPr marL="2057400" indent="-228600" algn="l" rtl="0" eaLnBrk="0" fontAlgn="base" hangingPunct="0">
        <a:lnSpc>
          <a:spcPct val="150000"/>
        </a:lnSpc>
        <a:spcBef>
          <a:spcPts val="300"/>
        </a:spcBef>
        <a:spcAft>
          <a:spcPct val="0"/>
        </a:spcAft>
        <a:buChar char="»"/>
        <a:defRPr kumimoji="1">
          <a:solidFill>
            <a:schemeClr val="tx1"/>
          </a:solidFill>
          <a:latin typeface="Meiryo" panose="020B0604030504040204" pitchFamily="34" charset="-128"/>
          <a:ea typeface="Meiryo" panose="020B0604030504040204" pitchFamily="34" charset="-128"/>
        </a:defRPr>
      </a:lvl5pPr>
      <a:lvl6pPr marL="2514600" indent="-228600" algn="l" rtl="0" eaLnBrk="0" fontAlgn="base" hangingPunct="0">
        <a:spcBef>
          <a:spcPct val="20000"/>
        </a:spcBef>
        <a:spcAft>
          <a:spcPct val="0"/>
        </a:spcAft>
        <a:buChar char="»"/>
        <a:defRPr>
          <a:solidFill>
            <a:schemeClr val="tx1"/>
          </a:solidFill>
          <a:latin typeface="+mn-lt"/>
          <a:ea typeface="+mn-ea"/>
        </a:defRPr>
      </a:lvl6pPr>
      <a:lvl7pPr marL="2971800" indent="-228600" algn="l" rtl="0" eaLnBrk="0" fontAlgn="base" hangingPunct="0">
        <a:spcBef>
          <a:spcPct val="20000"/>
        </a:spcBef>
        <a:spcAft>
          <a:spcPct val="0"/>
        </a:spcAft>
        <a:buChar char="»"/>
        <a:defRPr>
          <a:solidFill>
            <a:schemeClr val="tx1"/>
          </a:solidFill>
          <a:latin typeface="+mn-lt"/>
          <a:ea typeface="+mn-ea"/>
        </a:defRPr>
      </a:lvl7pPr>
      <a:lvl8pPr marL="3429000" indent="-228600" algn="l" rtl="0" eaLnBrk="0" fontAlgn="base" hangingPunct="0">
        <a:spcBef>
          <a:spcPct val="20000"/>
        </a:spcBef>
        <a:spcAft>
          <a:spcPct val="0"/>
        </a:spcAft>
        <a:buChar char="»"/>
        <a:defRPr>
          <a:solidFill>
            <a:schemeClr val="tx1"/>
          </a:solidFill>
          <a:latin typeface="+mn-lt"/>
          <a:ea typeface="+mn-ea"/>
        </a:defRPr>
      </a:lvl8pPr>
      <a:lvl9pPr marL="3886200" indent="-228600" algn="l" rtl="0" eaLnBrk="0" fontAlgn="base" hangingPunct="0">
        <a:spcBef>
          <a:spcPct val="20000"/>
        </a:spcBef>
        <a:spcAft>
          <a:spcPct val="0"/>
        </a:spcAft>
        <a:buChar char="»"/>
        <a:defRPr>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chart" Target="../charts/char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FACE77F5-4186-2003-8203-B71334AA4630}"/>
              </a:ext>
            </a:extLst>
          </p:cNvPr>
          <p:cNvSpPr txBox="1">
            <a:spLocks noChangeArrowheads="1"/>
          </p:cNvSpPr>
          <p:nvPr/>
        </p:nvSpPr>
        <p:spPr bwMode="auto">
          <a:xfrm>
            <a:off x="1650254" y="1484898"/>
            <a:ext cx="8891490" cy="1625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kumimoji="1">
                <a:solidFill>
                  <a:schemeClr val="tx1"/>
                </a:solidFill>
                <a:latin typeface="Times" pitchFamily="2" charset="0"/>
                <a:ea typeface="ＭＳ Ｐゴシック" panose="020B0600070205080204" pitchFamily="34" charset="-128"/>
              </a:defRPr>
            </a:lvl1pPr>
            <a:lvl2pPr marL="742950" indent="-285750">
              <a:spcBef>
                <a:spcPct val="20000"/>
              </a:spcBef>
              <a:buChar char="–"/>
              <a:defRPr kumimoji="1">
                <a:solidFill>
                  <a:schemeClr val="tx1"/>
                </a:solidFill>
                <a:latin typeface="Times" pitchFamily="2" charset="0"/>
                <a:ea typeface="ＭＳ Ｐゴシック" panose="020B0600070205080204" pitchFamily="34" charset="-128"/>
              </a:defRPr>
            </a:lvl2pPr>
            <a:lvl3pPr marL="1143000" indent="-228600">
              <a:spcBef>
                <a:spcPct val="20000"/>
              </a:spcBef>
              <a:buChar char="•"/>
              <a:defRPr kumimoji="1">
                <a:solidFill>
                  <a:schemeClr val="tx1"/>
                </a:solidFill>
                <a:latin typeface="Times" pitchFamily="2" charset="0"/>
                <a:ea typeface="ＭＳ Ｐゴシック" panose="020B0600070205080204" pitchFamily="34" charset="-128"/>
              </a:defRPr>
            </a:lvl3pPr>
            <a:lvl4pPr marL="1600200" indent="-228600">
              <a:spcBef>
                <a:spcPct val="20000"/>
              </a:spcBef>
              <a:buChar char="–"/>
              <a:defRPr kumimoji="1">
                <a:solidFill>
                  <a:schemeClr val="tx1"/>
                </a:solidFill>
                <a:latin typeface="Times" pitchFamily="2" charset="0"/>
                <a:ea typeface="ＭＳ Ｐゴシック" panose="020B0600070205080204" pitchFamily="34" charset="-128"/>
              </a:defRPr>
            </a:lvl4pPr>
            <a:lvl5pPr marL="2057400" indent="-228600">
              <a:spcBef>
                <a:spcPct val="20000"/>
              </a:spcBef>
              <a:buChar char="»"/>
              <a:defRPr kumimoji="1">
                <a:solidFill>
                  <a:schemeClr val="tx1"/>
                </a:solidFill>
                <a:latin typeface="Times"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kumimoji="1">
                <a:solidFill>
                  <a:schemeClr val="tx1"/>
                </a:solidFill>
                <a:latin typeface="Times"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kumimoji="1">
                <a:solidFill>
                  <a:schemeClr val="tx1"/>
                </a:solidFill>
                <a:latin typeface="Times"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kumimoji="1">
                <a:solidFill>
                  <a:schemeClr val="tx1"/>
                </a:solidFill>
                <a:latin typeface="Times"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kumimoji="1">
                <a:solidFill>
                  <a:schemeClr val="tx1"/>
                </a:solidFill>
                <a:latin typeface="Times" pitchFamily="2" charset="0"/>
                <a:ea typeface="ＭＳ Ｐゴシック" panose="020B0600070205080204" pitchFamily="34" charset="-128"/>
              </a:defRPr>
            </a:lvl9pPr>
          </a:lstStyle>
          <a:p>
            <a:pPr algn="ctr">
              <a:buFontTx/>
              <a:buNone/>
            </a:pPr>
            <a:r>
              <a:rPr kumimoji="0" lang="ja-JP" altLang="en-US" sz="4800" b="1" i="0" dirty="0">
                <a:latin typeface="ＭＳ Ｐゴシック" panose="020B0600070205080204" pitchFamily="50" charset="-128"/>
                <a:ea typeface="ＭＳ Ｐゴシック" panose="020B0600070205080204" pitchFamily="50" charset="-128"/>
              </a:rPr>
              <a:t>移動ロボットの不整地</a:t>
            </a:r>
            <a:endParaRPr kumimoji="0" lang="en-US" altLang="ja-JP" sz="4800" b="1" i="0" dirty="0">
              <a:latin typeface="ＭＳ Ｐゴシック" panose="020B0600070205080204" pitchFamily="50" charset="-128"/>
              <a:ea typeface="ＭＳ Ｐゴシック" panose="020B0600070205080204" pitchFamily="50" charset="-128"/>
            </a:endParaRPr>
          </a:p>
          <a:p>
            <a:pPr algn="ctr">
              <a:buFontTx/>
              <a:buNone/>
            </a:pPr>
            <a:r>
              <a:rPr kumimoji="0" lang="ja-JP" altLang="en-US" sz="4800" b="1" i="0" dirty="0">
                <a:latin typeface="ＭＳ Ｐゴシック" panose="020B0600070205080204" pitchFamily="50" charset="-128"/>
                <a:ea typeface="ＭＳ Ｐゴシック" panose="020B0600070205080204" pitchFamily="50" charset="-128"/>
              </a:rPr>
              <a:t>走行性能評価手法の検討</a:t>
            </a:r>
            <a:endParaRPr kumimoji="0" lang="en-US" altLang="ja-JP" sz="4800" b="1" i="0" dirty="0">
              <a:latin typeface="ＭＳ Ｐゴシック" panose="020B0600070205080204" pitchFamily="50" charset="-128"/>
              <a:ea typeface="ＭＳ Ｐゴシック" panose="020B0600070205080204" pitchFamily="50" charset="-128"/>
            </a:endParaRPr>
          </a:p>
        </p:txBody>
      </p:sp>
      <p:sp>
        <p:nvSpPr>
          <p:cNvPr id="4" name="テキスト ボックス 3">
            <a:extLst>
              <a:ext uri="{FF2B5EF4-FFF2-40B4-BE49-F238E27FC236}">
                <a16:creationId xmlns:a16="http://schemas.microsoft.com/office/drawing/2014/main" id="{1CFF3504-9A82-9E5D-6F39-8537E124992D}"/>
              </a:ext>
            </a:extLst>
          </p:cNvPr>
          <p:cNvSpPr txBox="1"/>
          <p:nvPr/>
        </p:nvSpPr>
        <p:spPr>
          <a:xfrm>
            <a:off x="3809999" y="4642109"/>
            <a:ext cx="4572000" cy="400110"/>
          </a:xfrm>
          <a:prstGeom prst="rect">
            <a:avLst/>
          </a:prstGeom>
          <a:noFill/>
        </p:spPr>
        <p:txBody>
          <a:bodyPr wrap="square">
            <a:spAutoFit/>
          </a:bodyPr>
          <a:lstStyle/>
          <a:p>
            <a:pPr algn="ctr"/>
            <a:r>
              <a:rPr lang="en-US" altLang="ja-JP" sz="2000" b="1" i="0" dirty="0">
                <a:latin typeface="メイリオ" panose="020B0604030504040204" pitchFamily="50" charset="-128"/>
                <a:ea typeface="メイリオ" panose="020B0604030504040204" pitchFamily="50" charset="-128"/>
              </a:rPr>
              <a:t>1223011</a:t>
            </a:r>
            <a:r>
              <a:rPr lang="ja-JP" altLang="en-US" sz="2000" b="1" i="0" dirty="0">
                <a:latin typeface="メイリオ" panose="020B0604030504040204" pitchFamily="50" charset="-128"/>
                <a:ea typeface="メイリオ" panose="020B0604030504040204" pitchFamily="50" charset="-128"/>
              </a:rPr>
              <a:t>　佐藤　翔亮</a:t>
            </a:r>
            <a:endParaRPr lang="en-US" altLang="ja-JP" sz="2000" b="1" i="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DEDDB956-52D5-B1F8-1859-16008115E513}"/>
              </a:ext>
            </a:extLst>
          </p:cNvPr>
          <p:cNvSpPr txBox="1"/>
          <p:nvPr/>
        </p:nvSpPr>
        <p:spPr>
          <a:xfrm>
            <a:off x="2349341" y="4204601"/>
            <a:ext cx="7493315" cy="400110"/>
          </a:xfrm>
          <a:prstGeom prst="rect">
            <a:avLst/>
          </a:prstGeom>
          <a:noFill/>
        </p:spPr>
        <p:txBody>
          <a:bodyPr wrap="square">
            <a:spAutoFit/>
          </a:bodyPr>
          <a:lstStyle/>
          <a:p>
            <a:pPr algn="ctr"/>
            <a:r>
              <a:rPr lang="ja-JP" altLang="en-US" sz="2000" b="1" i="0" dirty="0">
                <a:latin typeface="メイリオ" panose="020B0604030504040204" pitchFamily="50" charset="-128"/>
                <a:ea typeface="メイリオ" panose="020B0604030504040204" pitchFamily="50" charset="-128"/>
              </a:rPr>
              <a:t>機械工学科　フィールドロコモーション研究室</a:t>
            </a:r>
            <a:endParaRPr lang="en-US" altLang="ja-JP" sz="2000" b="1" i="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D58FAB02-1E14-FAA4-3BFE-A4A63ED5382B}"/>
              </a:ext>
            </a:extLst>
          </p:cNvPr>
          <p:cNvSpPr txBox="1"/>
          <p:nvPr/>
        </p:nvSpPr>
        <p:spPr>
          <a:xfrm>
            <a:off x="-425886" y="302326"/>
            <a:ext cx="4459266" cy="369332"/>
          </a:xfrm>
          <a:prstGeom prst="rect">
            <a:avLst/>
          </a:prstGeom>
          <a:noFill/>
        </p:spPr>
        <p:txBody>
          <a:bodyPr wrap="square" rtlCol="0">
            <a:spAutoFit/>
          </a:bodyPr>
          <a:lstStyle/>
          <a:p>
            <a:pPr algn="ctr"/>
            <a:r>
              <a:rPr kumimoji="1" lang="ja-JP" altLang="en-US" sz="1800" b="1" i="0" dirty="0">
                <a:latin typeface="メイリオ" panose="020B0604030504040204" pitchFamily="50" charset="-128"/>
                <a:ea typeface="メイリオ" panose="020B0604030504040204" pitchFamily="50" charset="-128"/>
              </a:rPr>
              <a:t>浪花研研究会</a:t>
            </a:r>
          </a:p>
        </p:txBody>
      </p:sp>
      <p:sp>
        <p:nvSpPr>
          <p:cNvPr id="6" name="テキスト ボックス 5">
            <a:extLst>
              <a:ext uri="{FF2B5EF4-FFF2-40B4-BE49-F238E27FC236}">
                <a16:creationId xmlns:a16="http://schemas.microsoft.com/office/drawing/2014/main" id="{B30358F2-6A9E-F766-A832-0CD65EBA0731}"/>
              </a:ext>
            </a:extLst>
          </p:cNvPr>
          <p:cNvSpPr txBox="1"/>
          <p:nvPr/>
        </p:nvSpPr>
        <p:spPr>
          <a:xfrm>
            <a:off x="7079293" y="302326"/>
            <a:ext cx="7493315" cy="369332"/>
          </a:xfrm>
          <a:prstGeom prst="rect">
            <a:avLst/>
          </a:prstGeom>
          <a:noFill/>
        </p:spPr>
        <p:txBody>
          <a:bodyPr wrap="square">
            <a:spAutoFit/>
          </a:bodyPr>
          <a:lstStyle/>
          <a:p>
            <a:pPr algn="ctr"/>
            <a:r>
              <a:rPr lang="en-US" altLang="ja-JP" sz="1800" b="1" i="0" dirty="0">
                <a:latin typeface="メイリオ" panose="020B0604030504040204" pitchFamily="50" charset="-128"/>
                <a:ea typeface="メイリオ" panose="020B0604030504040204" pitchFamily="50" charset="-128"/>
              </a:rPr>
              <a:t>2025/07/01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タイトル 5">
            <a:extLst>
              <a:ext uri="{FF2B5EF4-FFF2-40B4-BE49-F238E27FC236}">
                <a16:creationId xmlns:a16="http://schemas.microsoft.com/office/drawing/2014/main" id="{F706D36F-E829-8D48-9608-EA1ABA52B40D}"/>
              </a:ext>
            </a:extLst>
          </p:cNvPr>
          <p:cNvSpPr>
            <a:spLocks noGrp="1" noChangeArrowheads="1"/>
          </p:cNvSpPr>
          <p:nvPr>
            <p:ph type="title"/>
          </p:nvPr>
        </p:nvSpPr>
        <p:spPr/>
        <p:txBody>
          <a:bodyPr/>
          <a:lstStyle/>
          <a:p>
            <a:r>
              <a:rPr lang="ja-JP" altLang="en-US" b="1" dirty="0"/>
              <a:t>緒言</a:t>
            </a:r>
          </a:p>
        </p:txBody>
      </p:sp>
      <p:sp>
        <p:nvSpPr>
          <p:cNvPr id="4" name="テキスト ボックス 3">
            <a:extLst>
              <a:ext uri="{FF2B5EF4-FFF2-40B4-BE49-F238E27FC236}">
                <a16:creationId xmlns:a16="http://schemas.microsoft.com/office/drawing/2014/main" id="{449F90F3-6129-072B-A229-657D0E79D7B9}"/>
              </a:ext>
            </a:extLst>
          </p:cNvPr>
          <p:cNvSpPr txBox="1"/>
          <p:nvPr/>
        </p:nvSpPr>
        <p:spPr>
          <a:xfrm>
            <a:off x="358611" y="909278"/>
            <a:ext cx="11466310" cy="1323439"/>
          </a:xfrm>
          <a:prstGeom prst="rect">
            <a:avLst/>
          </a:prstGeom>
          <a:noFill/>
          <a:ln>
            <a:noFill/>
          </a:ln>
        </p:spPr>
        <p:txBody>
          <a:bodyPr wrap="square" rtlCol="0">
            <a:spAutoFit/>
          </a:bodyPr>
          <a:lstStyle/>
          <a:p>
            <a:endParaRPr kumimoji="1" lang="en-US" altLang="ja-JP" sz="2400" i="0" dirty="0">
              <a:latin typeface="+mn-ea"/>
              <a:ea typeface="+mn-ea"/>
            </a:endParaRPr>
          </a:p>
          <a:p>
            <a:r>
              <a:rPr kumimoji="1" lang="ja-JP" altLang="en-US" sz="2400" i="0" dirty="0">
                <a:latin typeface="+mn-ea"/>
                <a:ea typeface="+mn-ea"/>
              </a:rPr>
              <a:t>災害大国である日本では，瓦礫や土砂といった</a:t>
            </a:r>
            <a:endParaRPr kumimoji="1" lang="en-US" altLang="ja-JP" sz="2400" i="0" dirty="0">
              <a:latin typeface="+mn-ea"/>
              <a:ea typeface="+mn-ea"/>
            </a:endParaRPr>
          </a:p>
          <a:p>
            <a:r>
              <a:rPr kumimoji="1" lang="ja-JP" altLang="en-US" sz="2400" i="0" dirty="0">
                <a:latin typeface="+mn-ea"/>
                <a:ea typeface="+mn-ea"/>
              </a:rPr>
              <a:t>障害物のある場所（</a:t>
            </a:r>
            <a:r>
              <a:rPr kumimoji="1" lang="ja-JP" altLang="en-US" sz="3200" b="1" i="0" dirty="0">
                <a:latin typeface="+mn-ea"/>
                <a:ea typeface="+mn-ea"/>
              </a:rPr>
              <a:t>不整地</a:t>
            </a:r>
            <a:r>
              <a:rPr kumimoji="1" lang="ja-JP" altLang="en-US" sz="2400" i="0" dirty="0">
                <a:latin typeface="+mn-ea"/>
                <a:ea typeface="+mn-ea"/>
              </a:rPr>
              <a:t>）を自由に走破可能なロボット開発の需要は高い</a:t>
            </a:r>
            <a:endParaRPr kumimoji="1" lang="en-US" altLang="ja-JP" sz="2400" i="0" dirty="0">
              <a:latin typeface="+mn-ea"/>
              <a:ea typeface="+mn-ea"/>
            </a:endParaRPr>
          </a:p>
        </p:txBody>
      </p:sp>
      <p:pic>
        <p:nvPicPr>
          <p:cNvPr id="1026" name="Picture 2" descr="　被災２日後。破壊された家々は、がれきと化し街を埋め尽くしていた（１１年３月１３日、岩手・宮古市田老地区）">
            <a:extLst>
              <a:ext uri="{FF2B5EF4-FFF2-40B4-BE49-F238E27FC236}">
                <a16:creationId xmlns:a16="http://schemas.microsoft.com/office/drawing/2014/main" id="{E8EE8098-1791-9F1A-20F3-266D2AD9D4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2932" y="2999585"/>
            <a:ext cx="3123959" cy="2082639"/>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2CA9806E-3B81-F206-AFE8-13B3E78F4439}"/>
              </a:ext>
            </a:extLst>
          </p:cNvPr>
          <p:cNvSpPr txBox="1"/>
          <p:nvPr/>
        </p:nvSpPr>
        <p:spPr>
          <a:xfrm>
            <a:off x="1122886" y="6039970"/>
            <a:ext cx="3884049" cy="276999"/>
          </a:xfrm>
          <a:prstGeom prst="rect">
            <a:avLst/>
          </a:prstGeom>
          <a:noFill/>
        </p:spPr>
        <p:txBody>
          <a:bodyPr wrap="square">
            <a:spAutoFit/>
          </a:bodyPr>
          <a:lstStyle/>
          <a:p>
            <a:r>
              <a:rPr lang="ja-JP" altLang="en-US" i="0" dirty="0"/>
              <a:t>https://www.jiji.com/jc/v4?id=saigai-haikibutsu&amp;p=110323</a:t>
            </a:r>
          </a:p>
        </p:txBody>
      </p:sp>
      <p:pic>
        <p:nvPicPr>
          <p:cNvPr id="1028" name="Picture 4">
            <a:extLst>
              <a:ext uri="{FF2B5EF4-FFF2-40B4-BE49-F238E27FC236}">
                <a16:creationId xmlns:a16="http://schemas.microsoft.com/office/drawing/2014/main" id="{9B67FC7C-362A-39DA-8AB5-A9F9509414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1757" y="2999585"/>
            <a:ext cx="3985910" cy="2082639"/>
          </a:xfrm>
          <a:prstGeom prst="rect">
            <a:avLst/>
          </a:prstGeom>
          <a:noFill/>
          <a:extLst>
            <a:ext uri="{909E8E84-426E-40DD-AFC4-6F175D3DCCD1}">
              <a14:hiddenFill xmlns:a14="http://schemas.microsoft.com/office/drawing/2010/main">
                <a:solidFill>
                  <a:srgbClr val="FFFFFF"/>
                </a:solidFill>
              </a14:hiddenFill>
            </a:ext>
          </a:extLst>
        </p:spPr>
      </p:pic>
      <p:sp>
        <p:nvSpPr>
          <p:cNvPr id="12" name="テキスト ボックス 11">
            <a:extLst>
              <a:ext uri="{FF2B5EF4-FFF2-40B4-BE49-F238E27FC236}">
                <a16:creationId xmlns:a16="http://schemas.microsoft.com/office/drawing/2014/main" id="{5982BC9C-FEE7-ADB7-6CD2-F755E2747755}"/>
              </a:ext>
            </a:extLst>
          </p:cNvPr>
          <p:cNvSpPr txBox="1"/>
          <p:nvPr/>
        </p:nvSpPr>
        <p:spPr>
          <a:xfrm>
            <a:off x="7287008" y="5758003"/>
            <a:ext cx="3510659" cy="461665"/>
          </a:xfrm>
          <a:prstGeom prst="rect">
            <a:avLst/>
          </a:prstGeom>
          <a:noFill/>
        </p:spPr>
        <p:txBody>
          <a:bodyPr wrap="square">
            <a:spAutoFit/>
          </a:bodyPr>
          <a:lstStyle/>
          <a:p>
            <a:r>
              <a:rPr lang="ja-JP" altLang="en-US" i="0" dirty="0"/>
              <a:t>https://gooddo.jp/magazine/climate-change</a:t>
            </a:r>
            <a:endParaRPr lang="en-US" altLang="ja-JP" i="0" dirty="0"/>
          </a:p>
          <a:p>
            <a:r>
              <a:rPr lang="ja-JP" altLang="en-US" i="0" dirty="0"/>
              <a:t>/heavyrain_typhoon/heavyrain_kyushyu/3778/</a:t>
            </a:r>
          </a:p>
        </p:txBody>
      </p:sp>
      <p:sp>
        <p:nvSpPr>
          <p:cNvPr id="13" name="テキスト ボックス 12">
            <a:extLst>
              <a:ext uri="{FF2B5EF4-FFF2-40B4-BE49-F238E27FC236}">
                <a16:creationId xmlns:a16="http://schemas.microsoft.com/office/drawing/2014/main" id="{C5CC0C1E-1084-623A-9E65-8EBFDE9DF3F3}"/>
              </a:ext>
            </a:extLst>
          </p:cNvPr>
          <p:cNvSpPr txBox="1"/>
          <p:nvPr/>
        </p:nvSpPr>
        <p:spPr>
          <a:xfrm>
            <a:off x="867833" y="5208973"/>
            <a:ext cx="4394153" cy="830997"/>
          </a:xfrm>
          <a:prstGeom prst="rect">
            <a:avLst/>
          </a:prstGeom>
          <a:noFill/>
        </p:spPr>
        <p:txBody>
          <a:bodyPr wrap="none" rtlCol="0">
            <a:spAutoFit/>
          </a:bodyPr>
          <a:lstStyle/>
          <a:p>
            <a:pPr algn="ctr"/>
            <a:r>
              <a:rPr kumimoji="1" lang="ja-JP" altLang="en-US" sz="2400" i="0" dirty="0">
                <a:latin typeface="+mn-ea"/>
                <a:ea typeface="+mn-ea"/>
              </a:rPr>
              <a:t>東日本大震災 </a:t>
            </a:r>
            <a:r>
              <a:rPr kumimoji="1" lang="en-US" altLang="ja-JP" sz="2400" i="0" dirty="0">
                <a:latin typeface="+mn-ea"/>
                <a:ea typeface="+mn-ea"/>
              </a:rPr>
              <a:t>2011</a:t>
            </a:r>
            <a:r>
              <a:rPr kumimoji="1" lang="ja-JP" altLang="en-US" sz="2400" i="0" dirty="0">
                <a:latin typeface="+mn-ea"/>
                <a:ea typeface="+mn-ea"/>
              </a:rPr>
              <a:t>年</a:t>
            </a:r>
            <a:r>
              <a:rPr kumimoji="1" lang="en-US" altLang="ja-JP" sz="2400" i="0" dirty="0">
                <a:latin typeface="+mn-ea"/>
                <a:ea typeface="+mn-ea"/>
              </a:rPr>
              <a:t>3</a:t>
            </a:r>
            <a:r>
              <a:rPr kumimoji="1" lang="ja-JP" altLang="en-US" sz="2400" i="0" dirty="0">
                <a:latin typeface="+mn-ea"/>
                <a:ea typeface="+mn-ea"/>
              </a:rPr>
              <a:t>月</a:t>
            </a:r>
            <a:r>
              <a:rPr kumimoji="1" lang="en-US" altLang="ja-JP" sz="2400" i="0" dirty="0">
                <a:latin typeface="+mn-ea"/>
                <a:ea typeface="+mn-ea"/>
              </a:rPr>
              <a:t>13</a:t>
            </a:r>
            <a:r>
              <a:rPr kumimoji="1" lang="ja-JP" altLang="en-US" sz="2400" i="0" dirty="0">
                <a:latin typeface="+mn-ea"/>
                <a:ea typeface="+mn-ea"/>
              </a:rPr>
              <a:t>日</a:t>
            </a:r>
            <a:endParaRPr kumimoji="1" lang="en-US" altLang="ja-JP" sz="2400" i="0" dirty="0">
              <a:latin typeface="+mn-ea"/>
              <a:ea typeface="+mn-ea"/>
            </a:endParaRPr>
          </a:p>
          <a:p>
            <a:pPr algn="ctr"/>
            <a:r>
              <a:rPr kumimoji="1" lang="ja-JP" altLang="en-US" sz="2400" i="0" dirty="0">
                <a:latin typeface="+mn-ea"/>
                <a:ea typeface="+mn-ea"/>
              </a:rPr>
              <a:t>岩手，宮古市田老地区</a:t>
            </a:r>
            <a:endParaRPr kumimoji="1" lang="en-US" altLang="ja-JP" sz="2400" i="0" dirty="0">
              <a:latin typeface="+mn-ea"/>
              <a:ea typeface="+mn-ea"/>
            </a:endParaRPr>
          </a:p>
        </p:txBody>
      </p:sp>
      <p:sp>
        <p:nvSpPr>
          <p:cNvPr id="14" name="テキスト ボックス 13">
            <a:extLst>
              <a:ext uri="{FF2B5EF4-FFF2-40B4-BE49-F238E27FC236}">
                <a16:creationId xmlns:a16="http://schemas.microsoft.com/office/drawing/2014/main" id="{8B816C8C-C2CB-A249-DF9A-B1F2889E58D1}"/>
              </a:ext>
            </a:extLst>
          </p:cNvPr>
          <p:cNvSpPr txBox="1"/>
          <p:nvPr/>
        </p:nvSpPr>
        <p:spPr>
          <a:xfrm>
            <a:off x="6540310" y="5208973"/>
            <a:ext cx="4528804" cy="461665"/>
          </a:xfrm>
          <a:prstGeom prst="rect">
            <a:avLst/>
          </a:prstGeom>
          <a:noFill/>
        </p:spPr>
        <p:txBody>
          <a:bodyPr wrap="none" rtlCol="0">
            <a:spAutoFit/>
          </a:bodyPr>
          <a:lstStyle/>
          <a:p>
            <a:pPr algn="l"/>
            <a:r>
              <a:rPr kumimoji="1" lang="ja-JP" altLang="en-US" sz="2400" i="0" dirty="0">
                <a:latin typeface="+mn-ea"/>
                <a:ea typeface="+mn-ea"/>
              </a:rPr>
              <a:t>九州北部豪雨 </a:t>
            </a:r>
            <a:r>
              <a:rPr kumimoji="1" lang="en-US" altLang="ja-JP" sz="2400" i="0" dirty="0">
                <a:latin typeface="+mn-ea"/>
                <a:ea typeface="+mn-ea"/>
              </a:rPr>
              <a:t>2017</a:t>
            </a:r>
            <a:r>
              <a:rPr kumimoji="1" lang="ja-JP" altLang="en-US" sz="2400" i="0" dirty="0">
                <a:latin typeface="+mn-ea"/>
                <a:ea typeface="+mn-ea"/>
              </a:rPr>
              <a:t>年</a:t>
            </a:r>
            <a:r>
              <a:rPr kumimoji="1" lang="en-US" altLang="ja-JP" sz="2400" i="0" dirty="0">
                <a:latin typeface="+mn-ea"/>
                <a:ea typeface="+mn-ea"/>
              </a:rPr>
              <a:t>7</a:t>
            </a:r>
            <a:r>
              <a:rPr kumimoji="1" lang="ja-JP" altLang="en-US" sz="2400" i="0" dirty="0">
                <a:latin typeface="+mn-ea"/>
                <a:ea typeface="+mn-ea"/>
              </a:rPr>
              <a:t>月</a:t>
            </a:r>
            <a:r>
              <a:rPr kumimoji="1" lang="en-US" altLang="ja-JP" sz="2400" i="0" dirty="0">
                <a:latin typeface="+mn-ea"/>
                <a:ea typeface="+mn-ea"/>
              </a:rPr>
              <a:t>5-6</a:t>
            </a:r>
            <a:r>
              <a:rPr kumimoji="1" lang="ja-JP" altLang="en-US" sz="2400" i="0" dirty="0">
                <a:latin typeface="+mn-ea"/>
                <a:ea typeface="+mn-ea"/>
              </a:rPr>
              <a:t>日</a:t>
            </a:r>
            <a:endParaRPr kumimoji="1" lang="en-US" altLang="ja-JP" sz="2400" i="0" dirty="0">
              <a:latin typeface="+mn-ea"/>
              <a:ea typeface="+mn-ea"/>
            </a:endParaRPr>
          </a:p>
        </p:txBody>
      </p:sp>
      <p:sp>
        <p:nvSpPr>
          <p:cNvPr id="15" name="正方形/長方形 14">
            <a:extLst>
              <a:ext uri="{FF2B5EF4-FFF2-40B4-BE49-F238E27FC236}">
                <a16:creationId xmlns:a16="http://schemas.microsoft.com/office/drawing/2014/main" id="{3CD8E9AB-D852-6F65-5961-E306144E2AF9}"/>
              </a:ext>
            </a:extLst>
          </p:cNvPr>
          <p:cNvSpPr/>
          <p:nvPr/>
        </p:nvSpPr>
        <p:spPr bwMode="auto">
          <a:xfrm>
            <a:off x="4084908" y="2299861"/>
            <a:ext cx="3654937" cy="537280"/>
          </a:xfrm>
          <a:prstGeom prst="rect">
            <a:avLst/>
          </a:prstGeom>
          <a:solidFill>
            <a:schemeClr val="accent1">
              <a:lumMod val="20000"/>
              <a:lumOff val="80000"/>
            </a:schemeClr>
          </a:solidFill>
          <a:ln w="9525" cap="flat" cmpd="sng" algn="ctr">
            <a:solidFill>
              <a:schemeClr val="accent1">
                <a:lumMod val="20000"/>
                <a:lumOff val="8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6" name="テキスト ボックス 15">
            <a:extLst>
              <a:ext uri="{FF2B5EF4-FFF2-40B4-BE49-F238E27FC236}">
                <a16:creationId xmlns:a16="http://schemas.microsoft.com/office/drawing/2014/main" id="{5B0F3777-59A5-5B9D-FC74-B7C712987ED0}"/>
              </a:ext>
            </a:extLst>
          </p:cNvPr>
          <p:cNvSpPr txBox="1"/>
          <p:nvPr/>
        </p:nvSpPr>
        <p:spPr>
          <a:xfrm>
            <a:off x="4203490" y="2392556"/>
            <a:ext cx="3654937" cy="461665"/>
          </a:xfrm>
          <a:prstGeom prst="rect">
            <a:avLst/>
          </a:prstGeom>
          <a:noFill/>
        </p:spPr>
        <p:txBody>
          <a:bodyPr wrap="square" rtlCol="0">
            <a:spAutoFit/>
          </a:bodyPr>
          <a:lstStyle/>
          <a:p>
            <a:pPr algn="l"/>
            <a:r>
              <a:rPr kumimoji="1" lang="ja-JP" altLang="en-US" sz="2400" i="0" u="sng" dirty="0">
                <a:solidFill>
                  <a:srgbClr val="FF0000"/>
                </a:solidFill>
                <a:latin typeface="+mn-ea"/>
                <a:ea typeface="+mn-ea"/>
              </a:rPr>
              <a:t>二次災害の危険</a:t>
            </a:r>
            <a:r>
              <a:rPr kumimoji="1" lang="ja-JP" altLang="en-US" sz="2400" i="0" dirty="0">
                <a:latin typeface="+mn-ea"/>
                <a:ea typeface="+mn-ea"/>
              </a:rPr>
              <a:t>がある！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1773EC-1F02-172F-725A-D0B6C12AA1B9}"/>
              </a:ext>
            </a:extLst>
          </p:cNvPr>
          <p:cNvSpPr>
            <a:spLocks noGrp="1"/>
          </p:cNvSpPr>
          <p:nvPr>
            <p:ph type="title"/>
          </p:nvPr>
        </p:nvSpPr>
        <p:spPr/>
        <p:txBody>
          <a:bodyPr/>
          <a:lstStyle/>
          <a:p>
            <a:r>
              <a:rPr kumimoji="1" lang="ja-JP" altLang="en-US" b="1" dirty="0"/>
              <a:t>緒言</a:t>
            </a:r>
          </a:p>
        </p:txBody>
      </p:sp>
      <p:pic>
        <p:nvPicPr>
          <p:cNvPr id="4" name="図 3">
            <a:extLst>
              <a:ext uri="{FF2B5EF4-FFF2-40B4-BE49-F238E27FC236}">
                <a16:creationId xmlns:a16="http://schemas.microsoft.com/office/drawing/2014/main" id="{000B837B-21FF-B5A4-8840-E286D49EEE79}"/>
              </a:ext>
            </a:extLst>
          </p:cNvPr>
          <p:cNvPicPr>
            <a:picLocks noChangeAspect="1"/>
          </p:cNvPicPr>
          <p:nvPr/>
        </p:nvPicPr>
        <p:blipFill>
          <a:blip r:embed="rId2"/>
          <a:stretch>
            <a:fillRect/>
          </a:stretch>
        </p:blipFill>
        <p:spPr>
          <a:xfrm>
            <a:off x="1470586" y="2927589"/>
            <a:ext cx="2846581" cy="2092066"/>
          </a:xfrm>
          <a:prstGeom prst="rect">
            <a:avLst/>
          </a:prstGeom>
        </p:spPr>
      </p:pic>
      <p:pic>
        <p:nvPicPr>
          <p:cNvPr id="6" name="図 5">
            <a:extLst>
              <a:ext uri="{FF2B5EF4-FFF2-40B4-BE49-F238E27FC236}">
                <a16:creationId xmlns:a16="http://schemas.microsoft.com/office/drawing/2014/main" id="{CA03788F-D16C-57EE-4213-7BE5528582D8}"/>
              </a:ext>
            </a:extLst>
          </p:cNvPr>
          <p:cNvPicPr>
            <a:picLocks noChangeAspect="1"/>
          </p:cNvPicPr>
          <p:nvPr/>
        </p:nvPicPr>
        <p:blipFill>
          <a:blip r:embed="rId3"/>
          <a:stretch>
            <a:fillRect/>
          </a:stretch>
        </p:blipFill>
        <p:spPr>
          <a:xfrm>
            <a:off x="7683363" y="2897503"/>
            <a:ext cx="2846581" cy="2122152"/>
          </a:xfrm>
          <a:prstGeom prst="rect">
            <a:avLst/>
          </a:prstGeom>
        </p:spPr>
      </p:pic>
      <p:sp>
        <p:nvSpPr>
          <p:cNvPr id="7" name="テキスト ボックス 6">
            <a:extLst>
              <a:ext uri="{FF2B5EF4-FFF2-40B4-BE49-F238E27FC236}">
                <a16:creationId xmlns:a16="http://schemas.microsoft.com/office/drawing/2014/main" id="{CF5E846F-6309-F6ED-EA24-0FBA6DCF763F}"/>
              </a:ext>
            </a:extLst>
          </p:cNvPr>
          <p:cNvSpPr txBox="1"/>
          <p:nvPr/>
        </p:nvSpPr>
        <p:spPr>
          <a:xfrm>
            <a:off x="867833" y="5085655"/>
            <a:ext cx="4131471" cy="830996"/>
          </a:xfrm>
          <a:prstGeom prst="rect">
            <a:avLst/>
          </a:prstGeom>
          <a:noFill/>
        </p:spPr>
        <p:txBody>
          <a:bodyPr wrap="square" rtlCol="0">
            <a:spAutoFit/>
          </a:bodyPr>
          <a:lstStyle/>
          <a:p>
            <a:pPr algn="ctr"/>
            <a:r>
              <a:rPr kumimoji="1" lang="ja-JP" altLang="en-US" sz="2400" i="0" dirty="0">
                <a:latin typeface="+mn-ea"/>
                <a:ea typeface="+mn-ea"/>
              </a:rPr>
              <a:t>クローラ部分が柔軟に</a:t>
            </a:r>
            <a:endParaRPr kumimoji="1" lang="en-US" altLang="ja-JP" sz="2400" i="0" dirty="0">
              <a:latin typeface="+mn-ea"/>
              <a:ea typeface="+mn-ea"/>
            </a:endParaRPr>
          </a:p>
          <a:p>
            <a:pPr algn="ctr"/>
            <a:r>
              <a:rPr kumimoji="1" lang="ja-JP" altLang="en-US" sz="2400" i="0" dirty="0">
                <a:latin typeface="+mn-ea"/>
                <a:ea typeface="+mn-ea"/>
              </a:rPr>
              <a:t>湾曲できる移動ロボット</a:t>
            </a:r>
            <a:endParaRPr kumimoji="1" lang="en-US" altLang="ja-JP" sz="2400" i="0" dirty="0">
              <a:latin typeface="+mn-ea"/>
              <a:ea typeface="+mn-ea"/>
            </a:endParaRPr>
          </a:p>
        </p:txBody>
      </p:sp>
      <p:sp>
        <p:nvSpPr>
          <p:cNvPr id="8" name="テキスト ボックス 7">
            <a:extLst>
              <a:ext uri="{FF2B5EF4-FFF2-40B4-BE49-F238E27FC236}">
                <a16:creationId xmlns:a16="http://schemas.microsoft.com/office/drawing/2014/main" id="{B96FBA95-8857-58B9-14C7-905E617FA020}"/>
              </a:ext>
            </a:extLst>
          </p:cNvPr>
          <p:cNvSpPr txBox="1"/>
          <p:nvPr/>
        </p:nvSpPr>
        <p:spPr>
          <a:xfrm>
            <a:off x="6566390" y="5107111"/>
            <a:ext cx="5080525" cy="830997"/>
          </a:xfrm>
          <a:prstGeom prst="rect">
            <a:avLst/>
          </a:prstGeom>
          <a:noFill/>
        </p:spPr>
        <p:txBody>
          <a:bodyPr wrap="square" rtlCol="0">
            <a:spAutoFit/>
          </a:bodyPr>
          <a:lstStyle/>
          <a:p>
            <a:pPr algn="ctr"/>
            <a:r>
              <a:rPr kumimoji="1" lang="ja-JP" altLang="en-US" sz="2400" i="0" dirty="0">
                <a:latin typeface="+mn-ea"/>
                <a:ea typeface="+mn-ea"/>
              </a:rPr>
              <a:t>クローラを可変型にし</a:t>
            </a:r>
            <a:endParaRPr kumimoji="1" lang="en-US" altLang="ja-JP" sz="2400" i="0" dirty="0">
              <a:latin typeface="+mn-ea"/>
              <a:ea typeface="+mn-ea"/>
            </a:endParaRPr>
          </a:p>
          <a:p>
            <a:pPr algn="ctr"/>
            <a:r>
              <a:rPr kumimoji="1" lang="en-US" altLang="ja-JP" sz="2400" i="0" dirty="0">
                <a:latin typeface="+mn-ea"/>
                <a:ea typeface="+mn-ea"/>
              </a:rPr>
              <a:t>4</a:t>
            </a:r>
            <a:r>
              <a:rPr kumimoji="1" lang="ja-JP" altLang="en-US" sz="2400" i="0" dirty="0">
                <a:latin typeface="+mn-ea"/>
                <a:ea typeface="+mn-ea"/>
              </a:rPr>
              <a:t>足歩行を可能にした移動ロボット</a:t>
            </a:r>
            <a:endParaRPr kumimoji="1" lang="en-US" altLang="ja-JP" sz="2400" i="0" dirty="0">
              <a:latin typeface="+mn-ea"/>
              <a:ea typeface="+mn-ea"/>
            </a:endParaRPr>
          </a:p>
        </p:txBody>
      </p:sp>
      <p:sp>
        <p:nvSpPr>
          <p:cNvPr id="9" name="正方形/長方形 8">
            <a:extLst>
              <a:ext uri="{FF2B5EF4-FFF2-40B4-BE49-F238E27FC236}">
                <a16:creationId xmlns:a16="http://schemas.microsoft.com/office/drawing/2014/main" id="{21915977-51D1-D962-9162-2F8620AB32DD}"/>
              </a:ext>
            </a:extLst>
          </p:cNvPr>
          <p:cNvSpPr/>
          <p:nvPr/>
        </p:nvSpPr>
        <p:spPr bwMode="auto">
          <a:xfrm>
            <a:off x="4927558" y="3310430"/>
            <a:ext cx="2220686" cy="1569659"/>
          </a:xfrm>
          <a:prstGeom prst="rect">
            <a:avLst/>
          </a:prstGeom>
          <a:solidFill>
            <a:schemeClr val="accent1">
              <a:lumMod val="20000"/>
              <a:lumOff val="80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altLang="ja-JP" sz="2400" i="0" dirty="0">
              <a:latin typeface="ＭＳ Ｐゴシック" charset="-128"/>
              <a:ea typeface="ＭＳ Ｐゴシック" charset="-128"/>
            </a:endParaRPr>
          </a:p>
          <a:p>
            <a:pPr marL="0" marR="0" indent="0" algn="ctr" defTabSz="914400" rtl="0" eaLnBrk="0" fontAlgn="base" latinLnBrk="0" hangingPunct="0">
              <a:lnSpc>
                <a:spcPct val="100000"/>
              </a:lnSpc>
              <a:spcBef>
                <a:spcPct val="0"/>
              </a:spcBef>
              <a:spcAft>
                <a:spcPct val="0"/>
              </a:spcAft>
              <a:buClrTx/>
              <a:buSzTx/>
              <a:buFontTx/>
              <a:buNone/>
              <a:tabLst/>
            </a:pPr>
            <a:r>
              <a:rPr lang="ja-JP" altLang="en-US" sz="2400" i="0" dirty="0">
                <a:latin typeface="ＭＳ Ｐゴシック" charset="-128"/>
                <a:ea typeface="ＭＳ Ｐゴシック" charset="-128"/>
              </a:rPr>
              <a:t>さまざまな</a:t>
            </a:r>
            <a:endParaRPr lang="en-US" altLang="ja-JP" sz="2400" i="0" dirty="0">
              <a:latin typeface="ＭＳ Ｐゴシック" charset="-128"/>
              <a:ea typeface="ＭＳ Ｐゴシック" charset="-128"/>
            </a:endParaRPr>
          </a:p>
          <a:p>
            <a:pPr marL="0" marR="0" indent="0" algn="ctr" defTabSz="914400" rtl="0" eaLnBrk="0" fontAlgn="base" latinLnBrk="0" hangingPunct="0">
              <a:lnSpc>
                <a:spcPct val="100000"/>
              </a:lnSpc>
              <a:spcBef>
                <a:spcPct val="0"/>
              </a:spcBef>
              <a:spcAft>
                <a:spcPct val="0"/>
              </a:spcAft>
              <a:buClrTx/>
              <a:buSzTx/>
              <a:buFontTx/>
              <a:buNone/>
              <a:tabLst/>
            </a:pPr>
            <a:r>
              <a:rPr lang="ja-JP" altLang="en-US" sz="2400" i="0" dirty="0">
                <a:latin typeface="ＭＳ Ｐゴシック" charset="-128"/>
                <a:ea typeface="ＭＳ Ｐゴシック" charset="-128"/>
              </a:rPr>
              <a:t>機構，工夫</a:t>
            </a:r>
            <a:endParaRPr kumimoji="0" lang="ja-JP" altLang="en-US" sz="2400" b="0" i="0" u="none" strike="noStrike" cap="none" normalizeH="0" baseline="0" dirty="0">
              <a:ln>
                <a:noFill/>
              </a:ln>
              <a:solidFill>
                <a:schemeClr val="tx1"/>
              </a:solidFill>
              <a:effectLst/>
              <a:latin typeface="ＭＳ Ｐゴシック" charset="-128"/>
              <a:ea typeface="ＭＳ Ｐゴシック" charset="-128"/>
            </a:endParaRPr>
          </a:p>
        </p:txBody>
      </p:sp>
      <p:sp>
        <p:nvSpPr>
          <p:cNvPr id="5" name="テキスト ボックス 4">
            <a:extLst>
              <a:ext uri="{FF2B5EF4-FFF2-40B4-BE49-F238E27FC236}">
                <a16:creationId xmlns:a16="http://schemas.microsoft.com/office/drawing/2014/main" id="{D60F3339-09B0-5FFB-143C-7B54E277FCC2}"/>
              </a:ext>
            </a:extLst>
          </p:cNvPr>
          <p:cNvSpPr txBox="1"/>
          <p:nvPr/>
        </p:nvSpPr>
        <p:spPr>
          <a:xfrm>
            <a:off x="1278630" y="1545439"/>
            <a:ext cx="9626272" cy="954107"/>
          </a:xfrm>
          <a:prstGeom prst="rect">
            <a:avLst/>
          </a:prstGeom>
          <a:noFill/>
        </p:spPr>
        <p:txBody>
          <a:bodyPr wrap="square" rtlCol="0">
            <a:spAutoFit/>
          </a:bodyPr>
          <a:lstStyle/>
          <a:p>
            <a:r>
              <a:rPr kumimoji="1" lang="ja-JP" altLang="en-US" sz="2400" i="0" dirty="0">
                <a:latin typeface="+mn-ea"/>
                <a:ea typeface="+mn-ea"/>
              </a:rPr>
              <a:t>瓦礫や土砂の撤去作業における二次災害のリスクを排除するために</a:t>
            </a:r>
            <a:endParaRPr kumimoji="1" lang="en-US" altLang="ja-JP" sz="2400" i="0" dirty="0">
              <a:latin typeface="+mn-ea"/>
              <a:ea typeface="+mn-ea"/>
            </a:endParaRPr>
          </a:p>
          <a:p>
            <a:r>
              <a:rPr kumimoji="1" lang="ja-JP" altLang="en-US" sz="2400" i="0" dirty="0">
                <a:latin typeface="+mn-ea"/>
                <a:ea typeface="+mn-ea"/>
              </a:rPr>
              <a:t>さまざまな</a:t>
            </a:r>
            <a:r>
              <a:rPr kumimoji="1" lang="ja-JP" altLang="en-US" sz="3200" b="1" i="0" dirty="0">
                <a:latin typeface="+mn-ea"/>
                <a:ea typeface="+mn-ea"/>
              </a:rPr>
              <a:t>移動ロボット</a:t>
            </a:r>
            <a:r>
              <a:rPr kumimoji="1" lang="ja-JP" altLang="en-US" sz="2400" i="0" dirty="0">
                <a:latin typeface="+mn-ea"/>
                <a:ea typeface="+mn-ea"/>
              </a:rPr>
              <a:t>が開発されている</a:t>
            </a:r>
          </a:p>
        </p:txBody>
      </p:sp>
      <p:sp>
        <p:nvSpPr>
          <p:cNvPr id="10" name="テキスト ボックス 9">
            <a:extLst>
              <a:ext uri="{FF2B5EF4-FFF2-40B4-BE49-F238E27FC236}">
                <a16:creationId xmlns:a16="http://schemas.microsoft.com/office/drawing/2014/main" id="{97B302F4-CC67-F6EE-84C2-90761015A058}"/>
              </a:ext>
            </a:extLst>
          </p:cNvPr>
          <p:cNvSpPr txBox="1"/>
          <p:nvPr/>
        </p:nvSpPr>
        <p:spPr>
          <a:xfrm>
            <a:off x="3055686" y="5891772"/>
            <a:ext cx="1546294" cy="646331"/>
          </a:xfrm>
          <a:prstGeom prst="rect">
            <a:avLst/>
          </a:prstGeom>
          <a:noFill/>
        </p:spPr>
        <p:txBody>
          <a:bodyPr wrap="square" rtlCol="0">
            <a:spAutoFit/>
          </a:bodyPr>
          <a:lstStyle/>
          <a:p>
            <a:r>
              <a:rPr kumimoji="1" lang="ja-JP" altLang="en-US" i="0" dirty="0">
                <a:latin typeface="+mn-ea"/>
                <a:ea typeface="+mn-ea"/>
              </a:rPr>
              <a:t>浪花啓右ら </a:t>
            </a:r>
            <a:r>
              <a:rPr kumimoji="1" lang="en-US" altLang="ja-JP" i="0" dirty="0">
                <a:latin typeface="+mn-ea"/>
                <a:ea typeface="+mn-ea"/>
              </a:rPr>
              <a:t>2023</a:t>
            </a:r>
            <a:endParaRPr kumimoji="1" lang="ja-JP" altLang="en-US" i="0" dirty="0">
              <a:latin typeface="+mn-ea"/>
              <a:ea typeface="+mn-ea"/>
            </a:endParaRPr>
          </a:p>
          <a:p>
            <a:pPr algn="l"/>
            <a:endParaRPr kumimoji="1" lang="ja-JP" altLang="en-US" sz="2400" i="0" dirty="0">
              <a:latin typeface="+mn-ea"/>
              <a:ea typeface="+mn-ea"/>
            </a:endParaRPr>
          </a:p>
        </p:txBody>
      </p:sp>
      <p:sp>
        <p:nvSpPr>
          <p:cNvPr id="11" name="テキスト ボックス 10">
            <a:extLst>
              <a:ext uri="{FF2B5EF4-FFF2-40B4-BE49-F238E27FC236}">
                <a16:creationId xmlns:a16="http://schemas.microsoft.com/office/drawing/2014/main" id="{33CB6DC9-83A0-49FD-9F66-6AFC04A3F19E}"/>
              </a:ext>
            </a:extLst>
          </p:cNvPr>
          <p:cNvSpPr txBox="1"/>
          <p:nvPr/>
        </p:nvSpPr>
        <p:spPr>
          <a:xfrm>
            <a:off x="9138216" y="5891771"/>
            <a:ext cx="1391728" cy="646331"/>
          </a:xfrm>
          <a:prstGeom prst="rect">
            <a:avLst/>
          </a:prstGeom>
          <a:noFill/>
        </p:spPr>
        <p:txBody>
          <a:bodyPr wrap="none" rtlCol="0">
            <a:spAutoFit/>
          </a:bodyPr>
          <a:lstStyle/>
          <a:p>
            <a:r>
              <a:rPr kumimoji="1" lang="ja-JP" altLang="en-US" i="0" dirty="0">
                <a:latin typeface="+mn-ea"/>
                <a:ea typeface="+mn-ea"/>
              </a:rPr>
              <a:t>程島竜一ら </a:t>
            </a:r>
            <a:r>
              <a:rPr kumimoji="1" lang="en-US" altLang="ja-JP" i="0" dirty="0">
                <a:latin typeface="+mn-ea"/>
                <a:ea typeface="+mn-ea"/>
              </a:rPr>
              <a:t>2010</a:t>
            </a:r>
          </a:p>
          <a:p>
            <a:pPr algn="l"/>
            <a:endParaRPr kumimoji="1" lang="ja-JP" altLang="en-US" sz="2400" i="0" dirty="0">
              <a:latin typeface="+mn-ea"/>
              <a:ea typeface="+mn-ea"/>
            </a:endParaRPr>
          </a:p>
        </p:txBody>
      </p:sp>
    </p:spTree>
    <p:extLst>
      <p:ext uri="{BB962C8B-B14F-4D97-AF65-F5344CB8AC3E}">
        <p14:creationId xmlns:p14="http://schemas.microsoft.com/office/powerpoint/2010/main" val="1301361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D25D-DCC8-B1B9-DB8A-330C4552799B}"/>
            </a:ext>
          </a:extLst>
        </p:cNvPr>
        <p:cNvGrpSpPr/>
        <p:nvPr/>
      </p:nvGrpSpPr>
      <p:grpSpPr>
        <a:xfrm>
          <a:off x="0" y="0"/>
          <a:ext cx="0" cy="0"/>
          <a:chOff x="0" y="0"/>
          <a:chExt cx="0" cy="0"/>
        </a:xfrm>
      </p:grpSpPr>
      <p:sp>
        <p:nvSpPr>
          <p:cNvPr id="7169" name="タイトル 5">
            <a:extLst>
              <a:ext uri="{FF2B5EF4-FFF2-40B4-BE49-F238E27FC236}">
                <a16:creationId xmlns:a16="http://schemas.microsoft.com/office/drawing/2014/main" id="{6CD259DA-EDBF-27B5-C88F-B8D061639E94}"/>
              </a:ext>
            </a:extLst>
          </p:cNvPr>
          <p:cNvSpPr>
            <a:spLocks noGrp="1" noChangeArrowheads="1"/>
          </p:cNvSpPr>
          <p:nvPr>
            <p:ph type="title"/>
          </p:nvPr>
        </p:nvSpPr>
        <p:spPr/>
        <p:txBody>
          <a:bodyPr/>
          <a:lstStyle/>
          <a:p>
            <a:r>
              <a:rPr lang="ja-JP" altLang="en-US" b="1" dirty="0"/>
              <a:t>そもそも不整地ってなに？</a:t>
            </a:r>
            <a:endParaRPr lang="ja-JP" altLang="en-US" dirty="0"/>
          </a:p>
        </p:txBody>
      </p:sp>
      <p:cxnSp>
        <p:nvCxnSpPr>
          <p:cNvPr id="5" name="直線コネクタ 4">
            <a:extLst>
              <a:ext uri="{FF2B5EF4-FFF2-40B4-BE49-F238E27FC236}">
                <a16:creationId xmlns:a16="http://schemas.microsoft.com/office/drawing/2014/main" id="{2CD69255-D2BE-FE3C-1D43-901ED59EFE2C}"/>
              </a:ext>
            </a:extLst>
          </p:cNvPr>
          <p:cNvCxnSpPr/>
          <p:nvPr/>
        </p:nvCxnSpPr>
        <p:spPr bwMode="auto">
          <a:xfrm>
            <a:off x="7073974" y="3065691"/>
            <a:ext cx="4428763"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pic>
        <p:nvPicPr>
          <p:cNvPr id="6" name="図 5">
            <a:extLst>
              <a:ext uri="{FF2B5EF4-FFF2-40B4-BE49-F238E27FC236}">
                <a16:creationId xmlns:a16="http://schemas.microsoft.com/office/drawing/2014/main" id="{DFBFD7FC-81DF-746A-1069-C0F7BD48E720}"/>
              </a:ext>
            </a:extLst>
          </p:cNvPr>
          <p:cNvPicPr>
            <a:picLocks noChangeAspect="1"/>
          </p:cNvPicPr>
          <p:nvPr/>
        </p:nvPicPr>
        <p:blipFill>
          <a:blip r:embed="rId3"/>
          <a:stretch>
            <a:fillRect/>
          </a:stretch>
        </p:blipFill>
        <p:spPr>
          <a:xfrm>
            <a:off x="6956934" y="2175982"/>
            <a:ext cx="1268782" cy="850694"/>
          </a:xfrm>
          <a:prstGeom prst="rect">
            <a:avLst/>
          </a:prstGeom>
        </p:spPr>
      </p:pic>
      <p:sp>
        <p:nvSpPr>
          <p:cNvPr id="7" name="テキスト ボックス 6">
            <a:extLst>
              <a:ext uri="{FF2B5EF4-FFF2-40B4-BE49-F238E27FC236}">
                <a16:creationId xmlns:a16="http://schemas.microsoft.com/office/drawing/2014/main" id="{AC898531-5993-8011-FFD3-9B063A33D7DA}"/>
              </a:ext>
            </a:extLst>
          </p:cNvPr>
          <p:cNvSpPr txBox="1"/>
          <p:nvPr/>
        </p:nvSpPr>
        <p:spPr>
          <a:xfrm>
            <a:off x="9288355" y="2402170"/>
            <a:ext cx="800219" cy="461665"/>
          </a:xfrm>
          <a:prstGeom prst="rect">
            <a:avLst/>
          </a:prstGeom>
          <a:noFill/>
        </p:spPr>
        <p:txBody>
          <a:bodyPr wrap="none" rtlCol="0">
            <a:spAutoFit/>
          </a:bodyPr>
          <a:lstStyle/>
          <a:p>
            <a:pPr algn="l"/>
            <a:r>
              <a:rPr kumimoji="1" lang="ja-JP" altLang="en-US" sz="2400" i="0" dirty="0">
                <a:latin typeface="+mn-ea"/>
                <a:ea typeface="+mn-ea"/>
              </a:rPr>
              <a:t>既知</a:t>
            </a:r>
          </a:p>
        </p:txBody>
      </p:sp>
      <p:sp>
        <p:nvSpPr>
          <p:cNvPr id="8" name="矢印: 右 7">
            <a:extLst>
              <a:ext uri="{FF2B5EF4-FFF2-40B4-BE49-F238E27FC236}">
                <a16:creationId xmlns:a16="http://schemas.microsoft.com/office/drawing/2014/main" id="{65CA659D-4A03-22F0-F3DF-1611CDB7DA34}"/>
              </a:ext>
            </a:extLst>
          </p:cNvPr>
          <p:cNvSpPr/>
          <p:nvPr/>
        </p:nvSpPr>
        <p:spPr bwMode="auto">
          <a:xfrm>
            <a:off x="8323278" y="2502999"/>
            <a:ext cx="393539" cy="260005"/>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pic>
        <p:nvPicPr>
          <p:cNvPr id="9" name="図 8">
            <a:extLst>
              <a:ext uri="{FF2B5EF4-FFF2-40B4-BE49-F238E27FC236}">
                <a16:creationId xmlns:a16="http://schemas.microsoft.com/office/drawing/2014/main" id="{3710CB0E-ED15-B541-3E13-138CB6BAE56A}"/>
              </a:ext>
            </a:extLst>
          </p:cNvPr>
          <p:cNvPicPr>
            <a:picLocks noChangeAspect="1"/>
          </p:cNvPicPr>
          <p:nvPr/>
        </p:nvPicPr>
        <p:blipFill>
          <a:blip r:embed="rId3"/>
          <a:stretch>
            <a:fillRect/>
          </a:stretch>
        </p:blipFill>
        <p:spPr>
          <a:xfrm>
            <a:off x="6876499" y="4528617"/>
            <a:ext cx="1268782" cy="850694"/>
          </a:xfrm>
          <a:prstGeom prst="rect">
            <a:avLst/>
          </a:prstGeom>
        </p:spPr>
      </p:pic>
      <p:sp>
        <p:nvSpPr>
          <p:cNvPr id="10" name="矢印: 右 9">
            <a:extLst>
              <a:ext uri="{FF2B5EF4-FFF2-40B4-BE49-F238E27FC236}">
                <a16:creationId xmlns:a16="http://schemas.microsoft.com/office/drawing/2014/main" id="{8E9BEE7B-B8F0-BDA8-91A1-899DC1C68E06}"/>
              </a:ext>
            </a:extLst>
          </p:cNvPr>
          <p:cNvSpPr/>
          <p:nvPr/>
        </p:nvSpPr>
        <p:spPr bwMode="auto">
          <a:xfrm>
            <a:off x="8323278" y="4816619"/>
            <a:ext cx="393539" cy="260005"/>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cxnSp>
        <p:nvCxnSpPr>
          <p:cNvPr id="12" name="直線コネクタ 11">
            <a:extLst>
              <a:ext uri="{FF2B5EF4-FFF2-40B4-BE49-F238E27FC236}">
                <a16:creationId xmlns:a16="http://schemas.microsoft.com/office/drawing/2014/main" id="{FB7FB8BB-1A7B-E068-19C2-88F7455C689D}"/>
              </a:ext>
            </a:extLst>
          </p:cNvPr>
          <p:cNvCxnSpPr>
            <a:cxnSpLocks/>
          </p:cNvCxnSpPr>
          <p:nvPr/>
        </p:nvCxnSpPr>
        <p:spPr bwMode="auto">
          <a:xfrm>
            <a:off x="6898886" y="5356162"/>
            <a:ext cx="1945252"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フリーフォーム: 図形 13">
            <a:extLst>
              <a:ext uri="{FF2B5EF4-FFF2-40B4-BE49-F238E27FC236}">
                <a16:creationId xmlns:a16="http://schemas.microsoft.com/office/drawing/2014/main" id="{BDA8E48C-8AF2-AEF8-0BB8-EDD4D6398C98}"/>
              </a:ext>
            </a:extLst>
          </p:cNvPr>
          <p:cNvSpPr/>
          <p:nvPr/>
        </p:nvSpPr>
        <p:spPr bwMode="auto">
          <a:xfrm>
            <a:off x="8844900" y="4606548"/>
            <a:ext cx="2534856" cy="1331558"/>
          </a:xfrm>
          <a:custGeom>
            <a:avLst/>
            <a:gdLst>
              <a:gd name="connsiteX0" fmla="*/ 0 w 2534856"/>
              <a:gd name="connsiteY0" fmla="*/ 752530 h 1331558"/>
              <a:gd name="connsiteX1" fmla="*/ 601884 w 2534856"/>
              <a:gd name="connsiteY1" fmla="*/ 578910 h 1331558"/>
              <a:gd name="connsiteX2" fmla="*/ 775504 w 2534856"/>
              <a:gd name="connsiteY2" fmla="*/ 266394 h 1331558"/>
              <a:gd name="connsiteX3" fmla="*/ 1134319 w 2534856"/>
              <a:gd name="connsiteY3" fmla="*/ 301118 h 1331558"/>
              <a:gd name="connsiteX4" fmla="*/ 1469985 w 2534856"/>
              <a:gd name="connsiteY4" fmla="*/ 868277 h 1331558"/>
              <a:gd name="connsiteX5" fmla="*/ 1724628 w 2534856"/>
              <a:gd name="connsiteY5" fmla="*/ 139072 h 1331558"/>
              <a:gd name="connsiteX6" fmla="*/ 2083443 w 2534856"/>
              <a:gd name="connsiteY6" fmla="*/ 1331265 h 1331558"/>
              <a:gd name="connsiteX7" fmla="*/ 2338086 w 2534856"/>
              <a:gd name="connsiteY7" fmla="*/ 11751 h 1331558"/>
              <a:gd name="connsiteX8" fmla="*/ 2534856 w 2534856"/>
              <a:gd name="connsiteY8" fmla="*/ 648358 h 1331558"/>
              <a:gd name="connsiteX9" fmla="*/ 2534856 w 2534856"/>
              <a:gd name="connsiteY9" fmla="*/ 648358 h 133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4856" h="1331558">
                <a:moveTo>
                  <a:pt x="0" y="752530"/>
                </a:moveTo>
                <a:cubicBezTo>
                  <a:pt x="236316" y="706231"/>
                  <a:pt x="472633" y="659933"/>
                  <a:pt x="601884" y="578910"/>
                </a:cubicBezTo>
                <a:cubicBezTo>
                  <a:pt x="731135" y="497887"/>
                  <a:pt x="686765" y="312693"/>
                  <a:pt x="775504" y="266394"/>
                </a:cubicBezTo>
                <a:cubicBezTo>
                  <a:pt x="864243" y="220095"/>
                  <a:pt x="1018572" y="200804"/>
                  <a:pt x="1134319" y="301118"/>
                </a:cubicBezTo>
                <a:cubicBezTo>
                  <a:pt x="1250066" y="401432"/>
                  <a:pt x="1371600" y="895285"/>
                  <a:pt x="1469985" y="868277"/>
                </a:cubicBezTo>
                <a:cubicBezTo>
                  <a:pt x="1568370" y="841269"/>
                  <a:pt x="1622385" y="61907"/>
                  <a:pt x="1724628" y="139072"/>
                </a:cubicBezTo>
                <a:cubicBezTo>
                  <a:pt x="1826871" y="216237"/>
                  <a:pt x="1981200" y="1352485"/>
                  <a:pt x="2083443" y="1331265"/>
                </a:cubicBezTo>
                <a:cubicBezTo>
                  <a:pt x="2185686" y="1310045"/>
                  <a:pt x="2262851" y="125569"/>
                  <a:pt x="2338086" y="11751"/>
                </a:cubicBezTo>
                <a:cubicBezTo>
                  <a:pt x="2413322" y="-102067"/>
                  <a:pt x="2534856" y="648358"/>
                  <a:pt x="2534856" y="648358"/>
                </a:cubicBezTo>
                <a:lnTo>
                  <a:pt x="2534856" y="648358"/>
                </a:ln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5" name="正方形/長方形 14">
            <a:extLst>
              <a:ext uri="{FF2B5EF4-FFF2-40B4-BE49-F238E27FC236}">
                <a16:creationId xmlns:a16="http://schemas.microsoft.com/office/drawing/2014/main" id="{D53D77E0-9191-50E1-5554-A777F90B5A5A}"/>
              </a:ext>
            </a:extLst>
          </p:cNvPr>
          <p:cNvSpPr/>
          <p:nvPr/>
        </p:nvSpPr>
        <p:spPr bwMode="auto">
          <a:xfrm>
            <a:off x="8805770" y="4212941"/>
            <a:ext cx="3149076" cy="1655169"/>
          </a:xfrm>
          <a:prstGeom prst="rect">
            <a:avLst/>
          </a:prstGeom>
          <a:solidFill>
            <a:schemeClr val="bg2"/>
          </a:solidFill>
          <a:ln w="9525" cap="flat" cmpd="sng" algn="ctr">
            <a:solidFill>
              <a:schemeClr val="tx1"/>
            </a:solidFill>
            <a:prstDash val="solid"/>
            <a:round/>
            <a:headEnd type="none" w="med" len="med"/>
            <a:tailEnd type="none" w="med" len="med"/>
          </a:ln>
          <a:effectLst>
            <a:softEdge rad="406400"/>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6" name="テキスト ボックス 15">
            <a:extLst>
              <a:ext uri="{FF2B5EF4-FFF2-40B4-BE49-F238E27FC236}">
                <a16:creationId xmlns:a16="http://schemas.microsoft.com/office/drawing/2014/main" id="{D568C796-061C-D8E9-5ED8-9347EACA7879}"/>
              </a:ext>
            </a:extLst>
          </p:cNvPr>
          <p:cNvSpPr txBox="1"/>
          <p:nvPr/>
        </p:nvSpPr>
        <p:spPr>
          <a:xfrm>
            <a:off x="10150129" y="4476459"/>
            <a:ext cx="675185" cy="1200329"/>
          </a:xfrm>
          <a:prstGeom prst="rect">
            <a:avLst/>
          </a:prstGeom>
          <a:noFill/>
        </p:spPr>
        <p:txBody>
          <a:bodyPr wrap="none" rtlCol="0">
            <a:spAutoFit/>
          </a:bodyPr>
          <a:lstStyle/>
          <a:p>
            <a:pPr algn="l"/>
            <a:r>
              <a:rPr kumimoji="1" lang="en-US" altLang="ja-JP" sz="7200" i="0" dirty="0">
                <a:latin typeface="+mn-ea"/>
                <a:ea typeface="+mn-ea"/>
              </a:rPr>
              <a:t>?</a:t>
            </a:r>
            <a:endParaRPr kumimoji="1" lang="ja-JP" altLang="en-US" sz="7200" i="0" dirty="0">
              <a:latin typeface="+mn-ea"/>
              <a:ea typeface="+mn-ea"/>
            </a:endParaRPr>
          </a:p>
        </p:txBody>
      </p:sp>
      <p:sp>
        <p:nvSpPr>
          <p:cNvPr id="17" name="テキスト ボックス 16">
            <a:extLst>
              <a:ext uri="{FF2B5EF4-FFF2-40B4-BE49-F238E27FC236}">
                <a16:creationId xmlns:a16="http://schemas.microsoft.com/office/drawing/2014/main" id="{8FE50534-545D-8C2C-C8C5-9400C9B9EA0A}"/>
              </a:ext>
            </a:extLst>
          </p:cNvPr>
          <p:cNvSpPr txBox="1"/>
          <p:nvPr/>
        </p:nvSpPr>
        <p:spPr>
          <a:xfrm>
            <a:off x="7015015" y="1535998"/>
            <a:ext cx="4801314" cy="461665"/>
          </a:xfrm>
          <a:prstGeom prst="rect">
            <a:avLst/>
          </a:prstGeom>
          <a:noFill/>
        </p:spPr>
        <p:txBody>
          <a:bodyPr wrap="none" rtlCol="0">
            <a:spAutoFit/>
          </a:bodyPr>
          <a:lstStyle/>
          <a:p>
            <a:pPr algn="l"/>
            <a:r>
              <a:rPr kumimoji="1" lang="ja-JP" altLang="en-US" sz="2400" i="0" dirty="0">
                <a:latin typeface="+mn-ea"/>
                <a:ea typeface="+mn-ea"/>
              </a:rPr>
              <a:t>既知の地形（舗装された道路等）</a:t>
            </a:r>
          </a:p>
        </p:txBody>
      </p:sp>
      <p:sp>
        <p:nvSpPr>
          <p:cNvPr id="18" name="テキスト ボックス 17">
            <a:extLst>
              <a:ext uri="{FF2B5EF4-FFF2-40B4-BE49-F238E27FC236}">
                <a16:creationId xmlns:a16="http://schemas.microsoft.com/office/drawing/2014/main" id="{1B88B398-1426-8C3E-73D0-17105BCFD359}"/>
              </a:ext>
            </a:extLst>
          </p:cNvPr>
          <p:cNvSpPr txBox="1"/>
          <p:nvPr/>
        </p:nvSpPr>
        <p:spPr>
          <a:xfrm>
            <a:off x="6956934" y="3731110"/>
            <a:ext cx="5109091" cy="461665"/>
          </a:xfrm>
          <a:prstGeom prst="rect">
            <a:avLst/>
          </a:prstGeom>
          <a:noFill/>
        </p:spPr>
        <p:txBody>
          <a:bodyPr wrap="none" rtlCol="0">
            <a:spAutoFit/>
          </a:bodyPr>
          <a:lstStyle/>
          <a:p>
            <a:pPr algn="l"/>
            <a:r>
              <a:rPr kumimoji="1" lang="ja-JP" altLang="en-US" sz="2400" i="0" dirty="0">
                <a:latin typeface="+mn-ea"/>
                <a:ea typeface="+mn-ea"/>
              </a:rPr>
              <a:t>不整地（災害地などの無限定環境）</a:t>
            </a:r>
          </a:p>
        </p:txBody>
      </p:sp>
      <p:sp>
        <p:nvSpPr>
          <p:cNvPr id="19" name="テキスト ボックス 18">
            <a:extLst>
              <a:ext uri="{FF2B5EF4-FFF2-40B4-BE49-F238E27FC236}">
                <a16:creationId xmlns:a16="http://schemas.microsoft.com/office/drawing/2014/main" id="{743D5B5E-7BC3-CDCF-67A7-57BDEAFC6472}"/>
              </a:ext>
            </a:extLst>
          </p:cNvPr>
          <p:cNvSpPr txBox="1"/>
          <p:nvPr/>
        </p:nvSpPr>
        <p:spPr>
          <a:xfrm rot="1452515">
            <a:off x="7849783" y="2475893"/>
            <a:ext cx="2646878" cy="461665"/>
          </a:xfrm>
          <a:prstGeom prst="rect">
            <a:avLst/>
          </a:prstGeom>
          <a:solidFill>
            <a:schemeClr val="bg1"/>
          </a:solidFill>
        </p:spPr>
        <p:txBody>
          <a:bodyPr wrap="none" rtlCol="0">
            <a:spAutoFit/>
          </a:bodyPr>
          <a:lstStyle/>
          <a:p>
            <a:pPr algn="l"/>
            <a:r>
              <a:rPr kumimoji="1" lang="ja-JP" altLang="en-US" sz="2400" i="0" dirty="0">
                <a:latin typeface="+mn-ea"/>
                <a:ea typeface="+mn-ea"/>
              </a:rPr>
              <a:t>時間で変化しない</a:t>
            </a:r>
          </a:p>
        </p:txBody>
      </p:sp>
      <p:sp>
        <p:nvSpPr>
          <p:cNvPr id="20" name="テキスト ボックス 19">
            <a:extLst>
              <a:ext uri="{FF2B5EF4-FFF2-40B4-BE49-F238E27FC236}">
                <a16:creationId xmlns:a16="http://schemas.microsoft.com/office/drawing/2014/main" id="{6B2A85B5-5906-3068-2CBF-F4D68CAF0161}"/>
              </a:ext>
            </a:extLst>
          </p:cNvPr>
          <p:cNvSpPr txBox="1"/>
          <p:nvPr/>
        </p:nvSpPr>
        <p:spPr>
          <a:xfrm rot="1485448">
            <a:off x="7322792" y="4879688"/>
            <a:ext cx="4185761" cy="461665"/>
          </a:xfrm>
          <a:prstGeom prst="rect">
            <a:avLst/>
          </a:prstGeom>
          <a:solidFill>
            <a:schemeClr val="bg1"/>
          </a:solidFill>
        </p:spPr>
        <p:txBody>
          <a:bodyPr wrap="none" rtlCol="0">
            <a:spAutoFit/>
          </a:bodyPr>
          <a:lstStyle/>
          <a:p>
            <a:pPr algn="l"/>
            <a:r>
              <a:rPr kumimoji="1" lang="ja-JP" altLang="en-US" sz="2400" i="0" dirty="0">
                <a:solidFill>
                  <a:srgbClr val="FF0000"/>
                </a:solidFill>
                <a:latin typeface="+mn-ea"/>
                <a:ea typeface="+mn-ea"/>
              </a:rPr>
              <a:t>時間で変化する可能性がある</a:t>
            </a:r>
          </a:p>
        </p:txBody>
      </p:sp>
      <p:sp>
        <p:nvSpPr>
          <p:cNvPr id="23" name="正方形/長方形 22">
            <a:extLst>
              <a:ext uri="{FF2B5EF4-FFF2-40B4-BE49-F238E27FC236}">
                <a16:creationId xmlns:a16="http://schemas.microsoft.com/office/drawing/2014/main" id="{327BA146-80CC-99F0-3618-B8D1A50DC477}"/>
              </a:ext>
            </a:extLst>
          </p:cNvPr>
          <p:cNvSpPr/>
          <p:nvPr/>
        </p:nvSpPr>
        <p:spPr bwMode="auto">
          <a:xfrm>
            <a:off x="319399" y="3995547"/>
            <a:ext cx="6446469" cy="1872563"/>
          </a:xfrm>
          <a:prstGeom prst="rect">
            <a:avLst/>
          </a:prstGeom>
          <a:solidFill>
            <a:schemeClr val="accent1">
              <a:lumMod val="20000"/>
              <a:lumOff val="80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a:endParaRPr kumimoji="1" lang="en-US" altLang="ja-JP" sz="2400" i="0" dirty="0">
              <a:latin typeface="+mj-ea"/>
              <a:ea typeface="+mj-ea"/>
            </a:endParaRPr>
          </a:p>
          <a:p>
            <a:pPr algn="ctr"/>
            <a:r>
              <a:rPr kumimoji="1" lang="ja-JP" altLang="en-US" sz="2400" i="0" dirty="0">
                <a:latin typeface="+mj-ea"/>
                <a:ea typeface="+mj-ea"/>
              </a:rPr>
              <a:t>無数の凹凸が存在し，</a:t>
            </a:r>
            <a:endParaRPr kumimoji="1" lang="en-US" altLang="ja-JP" sz="2400" i="0" dirty="0">
              <a:latin typeface="+mj-ea"/>
              <a:ea typeface="+mj-ea"/>
            </a:endParaRPr>
          </a:p>
          <a:p>
            <a:pPr algn="ctr"/>
            <a:r>
              <a:rPr kumimoji="1" lang="ja-JP" altLang="en-US" sz="2400" i="0" dirty="0">
                <a:latin typeface="+mj-ea"/>
                <a:ea typeface="+mj-ea"/>
              </a:rPr>
              <a:t>これが時々刻々と変化する可能性があるため</a:t>
            </a:r>
            <a:endParaRPr kumimoji="1" lang="en-US" altLang="ja-JP" sz="2400" i="0" dirty="0">
              <a:latin typeface="+mj-ea"/>
              <a:ea typeface="+mj-ea"/>
            </a:endParaRPr>
          </a:p>
          <a:p>
            <a:pPr algn="ctr"/>
            <a:r>
              <a:rPr kumimoji="1" lang="ja-JP" altLang="en-US" sz="2400" b="1" i="0" u="sng" dirty="0">
                <a:solidFill>
                  <a:srgbClr val="FF0000"/>
                </a:solidFill>
                <a:latin typeface="+mj-ea"/>
                <a:ea typeface="+mj-ea"/>
              </a:rPr>
              <a:t>事前に予測することができない環境</a:t>
            </a:r>
            <a:r>
              <a:rPr kumimoji="1" lang="ja-JP" altLang="en-US" sz="2400" i="0" dirty="0">
                <a:latin typeface="+mj-ea"/>
                <a:ea typeface="+mj-ea"/>
              </a:rPr>
              <a:t>のこと</a:t>
            </a:r>
            <a:endParaRPr kumimoji="1" lang="en-US" altLang="ja-JP" sz="2400" i="0" dirty="0">
              <a:latin typeface="+mj-ea"/>
              <a:ea typeface="+mj-ea"/>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 name="テキスト ボックス 1">
            <a:extLst>
              <a:ext uri="{FF2B5EF4-FFF2-40B4-BE49-F238E27FC236}">
                <a16:creationId xmlns:a16="http://schemas.microsoft.com/office/drawing/2014/main" id="{C6F3B9B2-5F63-6085-2A4D-7AA1A7D783EB}"/>
              </a:ext>
            </a:extLst>
          </p:cNvPr>
          <p:cNvSpPr txBox="1"/>
          <p:nvPr/>
        </p:nvSpPr>
        <p:spPr>
          <a:xfrm>
            <a:off x="1065725" y="1661115"/>
            <a:ext cx="4698722" cy="584775"/>
          </a:xfrm>
          <a:prstGeom prst="rect">
            <a:avLst/>
          </a:prstGeom>
          <a:noFill/>
        </p:spPr>
        <p:txBody>
          <a:bodyPr wrap="none" rtlCol="0">
            <a:spAutoFit/>
          </a:bodyPr>
          <a:lstStyle/>
          <a:p>
            <a:pPr algn="l"/>
            <a:r>
              <a:rPr kumimoji="1" lang="ja-JP" altLang="en-US" sz="3200" b="1" i="0" dirty="0">
                <a:latin typeface="+mn-ea"/>
                <a:ea typeface="+mn-ea"/>
              </a:rPr>
              <a:t>不整地</a:t>
            </a:r>
            <a:r>
              <a:rPr kumimoji="1" lang="ja-JP" altLang="en-US" sz="2400" i="0" dirty="0">
                <a:latin typeface="+mn-ea"/>
                <a:ea typeface="+mn-ea"/>
              </a:rPr>
              <a:t>は</a:t>
            </a:r>
            <a:r>
              <a:rPr kumimoji="1" lang="ja-JP" altLang="en-US" sz="3200" b="1" i="0" dirty="0">
                <a:latin typeface="+mn-ea"/>
                <a:ea typeface="+mn-ea"/>
              </a:rPr>
              <a:t>無限定環境</a:t>
            </a:r>
            <a:r>
              <a:rPr kumimoji="1" lang="ja-JP" altLang="en-US" sz="2400" i="0" dirty="0">
                <a:latin typeface="+mn-ea"/>
                <a:ea typeface="+mn-ea"/>
              </a:rPr>
              <a:t>である</a:t>
            </a:r>
          </a:p>
        </p:txBody>
      </p:sp>
      <p:sp>
        <p:nvSpPr>
          <p:cNvPr id="3" name="テキスト ボックス 2">
            <a:extLst>
              <a:ext uri="{FF2B5EF4-FFF2-40B4-BE49-F238E27FC236}">
                <a16:creationId xmlns:a16="http://schemas.microsoft.com/office/drawing/2014/main" id="{8DD4FE63-D5FD-BDD0-CFA9-DFFE673F1BE0}"/>
              </a:ext>
            </a:extLst>
          </p:cNvPr>
          <p:cNvSpPr txBox="1"/>
          <p:nvPr/>
        </p:nvSpPr>
        <p:spPr>
          <a:xfrm>
            <a:off x="1629982" y="2696384"/>
            <a:ext cx="3570208" cy="461665"/>
          </a:xfrm>
          <a:prstGeom prst="rect">
            <a:avLst/>
          </a:prstGeom>
          <a:noFill/>
        </p:spPr>
        <p:txBody>
          <a:bodyPr wrap="none" rtlCol="0">
            <a:spAutoFit/>
          </a:bodyPr>
          <a:lstStyle/>
          <a:p>
            <a:pPr algn="l"/>
            <a:r>
              <a:rPr kumimoji="1" lang="ja-JP" altLang="en-US" sz="2400" i="0" dirty="0">
                <a:latin typeface="+mn-ea"/>
                <a:ea typeface="+mn-ea"/>
              </a:rPr>
              <a:t>では無限定環境とは何？</a:t>
            </a:r>
          </a:p>
        </p:txBody>
      </p:sp>
      <p:sp>
        <p:nvSpPr>
          <p:cNvPr id="4" name="矢印: 下 3">
            <a:extLst>
              <a:ext uri="{FF2B5EF4-FFF2-40B4-BE49-F238E27FC236}">
                <a16:creationId xmlns:a16="http://schemas.microsoft.com/office/drawing/2014/main" id="{E915059E-6CA1-3EE0-E25F-07F3BF98E50B}"/>
              </a:ext>
            </a:extLst>
          </p:cNvPr>
          <p:cNvSpPr/>
          <p:nvPr/>
        </p:nvSpPr>
        <p:spPr bwMode="auto">
          <a:xfrm>
            <a:off x="3054699" y="3429000"/>
            <a:ext cx="954594" cy="364626"/>
          </a:xfrm>
          <a:prstGeom prst="downArrow">
            <a:avLst/>
          </a:prstGeom>
          <a:solidFill>
            <a:schemeClr val="accent1">
              <a:lumMod val="40000"/>
              <a:lumOff val="60000"/>
            </a:schemeClr>
          </a:solidFill>
          <a:ln w="9525" cap="flat" cmpd="sng" algn="ctr">
            <a:solidFill>
              <a:schemeClr val="accent1">
                <a:lumMod val="40000"/>
                <a:lumOff val="6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Tree>
    <p:extLst>
      <p:ext uri="{BB962C8B-B14F-4D97-AF65-F5344CB8AC3E}">
        <p14:creationId xmlns:p14="http://schemas.microsoft.com/office/powerpoint/2010/main" val="977577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par>
                                <p:cTn id="44" presetID="10" presetClass="entr" presetSubtype="0" fill="hold"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500"/>
                                        <p:tgtEl>
                                          <p:spTgt spid="1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
                                        </p:tgtEl>
                                        <p:attrNameLst>
                                          <p:attrName>style.visibility</p:attrName>
                                        </p:attrNameLst>
                                      </p:cBhvr>
                                      <p:to>
                                        <p:strVal val="visible"/>
                                      </p:to>
                                    </p:set>
                                    <p:animEffect transition="in" filter="fade">
                                      <p:cBhvr>
                                        <p:cTn id="68" dur="500"/>
                                        <p:tgtEl>
                                          <p:spTgt spid="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animBg="1"/>
      <p:bldP spid="14" grpId="0" animBg="1"/>
      <p:bldP spid="15" grpId="0" animBg="1"/>
      <p:bldP spid="16" grpId="0"/>
      <p:bldP spid="17" grpId="0"/>
      <p:bldP spid="18" grpId="0"/>
      <p:bldP spid="19" grpId="0" animBg="1"/>
      <p:bldP spid="20" grpId="0" animBg="1"/>
      <p:bldP spid="23" grpId="0" animBg="1"/>
      <p:bldP spid="3" grpId="0"/>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BC974A-741E-59BB-1592-9727F5848414}"/>
              </a:ext>
            </a:extLst>
          </p:cNvPr>
          <p:cNvSpPr>
            <a:spLocks noGrp="1"/>
          </p:cNvSpPr>
          <p:nvPr>
            <p:ph type="title"/>
          </p:nvPr>
        </p:nvSpPr>
        <p:spPr/>
        <p:txBody>
          <a:bodyPr/>
          <a:lstStyle/>
          <a:p>
            <a:r>
              <a:rPr kumimoji="1" lang="ja-JP" altLang="en-US" b="1" dirty="0"/>
              <a:t>現状の課題点</a:t>
            </a:r>
          </a:p>
        </p:txBody>
      </p:sp>
      <p:sp>
        <p:nvSpPr>
          <p:cNvPr id="8" name="テキスト ボックス 7">
            <a:extLst>
              <a:ext uri="{FF2B5EF4-FFF2-40B4-BE49-F238E27FC236}">
                <a16:creationId xmlns:a16="http://schemas.microsoft.com/office/drawing/2014/main" id="{62F55C66-B9E8-F0FD-1C89-7F17C86BFA5F}"/>
              </a:ext>
            </a:extLst>
          </p:cNvPr>
          <p:cNvSpPr txBox="1"/>
          <p:nvPr/>
        </p:nvSpPr>
        <p:spPr>
          <a:xfrm>
            <a:off x="817798" y="1141710"/>
            <a:ext cx="8186857" cy="5386090"/>
          </a:xfrm>
          <a:prstGeom prst="rect">
            <a:avLst/>
          </a:prstGeom>
          <a:noFill/>
        </p:spPr>
        <p:txBody>
          <a:bodyPr wrap="none" rtlCol="0">
            <a:spAutoFit/>
          </a:bodyPr>
          <a:lstStyle/>
          <a:p>
            <a:pPr algn="l"/>
            <a:r>
              <a:rPr kumimoji="1" lang="ja-JP" altLang="en-US" sz="2400" i="0" dirty="0">
                <a:latin typeface="+mn-ea"/>
                <a:ea typeface="+mn-ea"/>
              </a:rPr>
              <a:t>不整地を走るロボットにはどんな</a:t>
            </a:r>
            <a:r>
              <a:rPr kumimoji="1" lang="ja-JP" altLang="en-US" sz="3200" b="1" i="0" dirty="0">
                <a:latin typeface="+mn-ea"/>
                <a:ea typeface="+mn-ea"/>
              </a:rPr>
              <a:t>問題点</a:t>
            </a:r>
            <a:r>
              <a:rPr kumimoji="1" lang="ja-JP" altLang="en-US" sz="2400" i="0" dirty="0">
                <a:latin typeface="+mn-ea"/>
                <a:ea typeface="+mn-ea"/>
              </a:rPr>
              <a:t>がある？</a:t>
            </a:r>
            <a:endParaRPr kumimoji="1" lang="en-US" altLang="ja-JP" sz="2400" i="0" dirty="0">
              <a:latin typeface="+mn-ea"/>
              <a:ea typeface="+mn-ea"/>
            </a:endParaRPr>
          </a:p>
          <a:p>
            <a:pPr algn="l"/>
            <a:endParaRPr kumimoji="1" lang="en-US" altLang="ja-JP" sz="2400" i="0" dirty="0">
              <a:latin typeface="+mn-ea"/>
              <a:ea typeface="+mn-ea"/>
            </a:endParaRPr>
          </a:p>
          <a:p>
            <a:pPr algn="l"/>
            <a:r>
              <a:rPr kumimoji="1" lang="ja-JP" altLang="en-US" sz="3200" b="1" i="0" dirty="0">
                <a:latin typeface="+mn-ea"/>
                <a:ea typeface="+mn-ea"/>
              </a:rPr>
              <a:t>地面が崩れて</a:t>
            </a:r>
            <a:r>
              <a:rPr kumimoji="1" lang="ja-JP" altLang="en-US" sz="2400" i="0" dirty="0">
                <a:latin typeface="+mn-ea"/>
                <a:ea typeface="+mn-ea"/>
              </a:rPr>
              <a:t>走行できなくなってしまう</a:t>
            </a:r>
            <a:endParaRPr kumimoji="1" lang="en-US" altLang="ja-JP" sz="2400" i="0" dirty="0">
              <a:latin typeface="+mn-ea"/>
              <a:ea typeface="+mn-ea"/>
            </a:endParaRPr>
          </a:p>
          <a:p>
            <a:pPr algn="l"/>
            <a:r>
              <a:rPr kumimoji="1" lang="ja-JP" altLang="en-US" sz="2400" i="0" dirty="0">
                <a:latin typeface="+mn-ea"/>
                <a:ea typeface="+mn-ea"/>
              </a:rPr>
              <a:t>　</a:t>
            </a:r>
            <a:endParaRPr kumimoji="1" lang="en-US" altLang="ja-JP" sz="2400" i="0" dirty="0">
              <a:latin typeface="+mn-ea"/>
              <a:ea typeface="+mn-ea"/>
            </a:endParaRPr>
          </a:p>
          <a:p>
            <a:pPr algn="l"/>
            <a:endParaRPr kumimoji="1" lang="en-US" altLang="ja-JP" sz="2400" i="0" dirty="0">
              <a:latin typeface="+mn-ea"/>
              <a:ea typeface="+mn-ea"/>
            </a:endParaRPr>
          </a:p>
          <a:p>
            <a:pPr algn="l"/>
            <a:endParaRPr kumimoji="1" lang="en-US" altLang="ja-JP" sz="2400" i="0" dirty="0">
              <a:latin typeface="+mn-ea"/>
              <a:ea typeface="+mn-ea"/>
            </a:endParaRPr>
          </a:p>
          <a:p>
            <a:pPr algn="l"/>
            <a:r>
              <a:rPr kumimoji="1" lang="ja-JP" altLang="en-US" sz="2400" i="0" dirty="0">
                <a:latin typeface="+mn-ea"/>
                <a:ea typeface="+mn-ea"/>
              </a:rPr>
              <a:t>柔らかい</a:t>
            </a:r>
            <a:r>
              <a:rPr kumimoji="1" lang="ja-JP" altLang="en-US" sz="3200" b="1" i="0" dirty="0">
                <a:latin typeface="+mn-ea"/>
                <a:ea typeface="+mn-ea"/>
              </a:rPr>
              <a:t>地面に車輪が埋まり</a:t>
            </a:r>
            <a:r>
              <a:rPr kumimoji="1" lang="ja-JP" altLang="en-US" sz="2400" i="0" dirty="0">
                <a:latin typeface="+mn-ea"/>
                <a:ea typeface="+mn-ea"/>
              </a:rPr>
              <a:t>，スタックしてしまう</a:t>
            </a:r>
            <a:endParaRPr kumimoji="1" lang="en-US" altLang="ja-JP" sz="2400" i="0" dirty="0">
              <a:latin typeface="+mn-ea"/>
              <a:ea typeface="+mn-ea"/>
            </a:endParaRPr>
          </a:p>
          <a:p>
            <a:pPr algn="l"/>
            <a:endParaRPr kumimoji="1" lang="en-US" altLang="ja-JP" sz="2400" i="0" dirty="0">
              <a:latin typeface="+mn-ea"/>
              <a:ea typeface="+mn-ea"/>
            </a:endParaRPr>
          </a:p>
          <a:p>
            <a:pPr algn="l"/>
            <a:endParaRPr kumimoji="1" lang="en-US" altLang="ja-JP" sz="2400" i="0" dirty="0">
              <a:latin typeface="+mn-ea"/>
              <a:ea typeface="+mn-ea"/>
            </a:endParaRPr>
          </a:p>
          <a:p>
            <a:pPr algn="l"/>
            <a:endParaRPr kumimoji="1" lang="en-US" altLang="ja-JP" sz="2400" i="0" dirty="0">
              <a:latin typeface="+mn-ea"/>
              <a:ea typeface="+mn-ea"/>
            </a:endParaRPr>
          </a:p>
          <a:p>
            <a:pPr algn="l"/>
            <a:r>
              <a:rPr kumimoji="1" lang="ja-JP" altLang="en-US" sz="3200" b="1" i="0" dirty="0">
                <a:latin typeface="+mn-ea"/>
                <a:ea typeface="+mn-ea"/>
              </a:rPr>
              <a:t>滑りやすい斜面</a:t>
            </a:r>
            <a:r>
              <a:rPr kumimoji="1" lang="ja-JP" altLang="en-US" sz="2400" i="0" dirty="0">
                <a:latin typeface="+mn-ea"/>
                <a:ea typeface="+mn-ea"/>
              </a:rPr>
              <a:t>を登ることができない</a:t>
            </a:r>
            <a:endParaRPr kumimoji="1" lang="en-US" altLang="ja-JP" sz="2400" i="0" dirty="0">
              <a:latin typeface="+mn-ea"/>
              <a:ea typeface="+mn-ea"/>
            </a:endParaRPr>
          </a:p>
          <a:p>
            <a:pPr algn="l"/>
            <a:endParaRPr kumimoji="1" lang="en-US" altLang="ja-JP" sz="2400" i="0" dirty="0">
              <a:latin typeface="+mn-ea"/>
              <a:ea typeface="+mn-ea"/>
            </a:endParaRPr>
          </a:p>
          <a:p>
            <a:pPr algn="l"/>
            <a:r>
              <a:rPr kumimoji="1" lang="en-US" altLang="ja-JP" sz="2400" i="0" dirty="0">
                <a:latin typeface="+mn-ea"/>
                <a:ea typeface="+mn-ea"/>
              </a:rPr>
              <a:t>etc.</a:t>
            </a:r>
            <a:endParaRPr kumimoji="1" lang="ja-JP" altLang="en-US" sz="2400" i="0" dirty="0">
              <a:latin typeface="+mn-ea"/>
              <a:ea typeface="+mn-ea"/>
            </a:endParaRPr>
          </a:p>
        </p:txBody>
      </p:sp>
      <p:pic>
        <p:nvPicPr>
          <p:cNvPr id="9" name="図 8">
            <a:extLst>
              <a:ext uri="{FF2B5EF4-FFF2-40B4-BE49-F238E27FC236}">
                <a16:creationId xmlns:a16="http://schemas.microsoft.com/office/drawing/2014/main" id="{55EEA116-54A9-56CC-162A-7CB5C6ADD5BA}"/>
              </a:ext>
            </a:extLst>
          </p:cNvPr>
          <p:cNvPicPr>
            <a:picLocks noChangeAspect="1"/>
          </p:cNvPicPr>
          <p:nvPr/>
        </p:nvPicPr>
        <p:blipFill>
          <a:blip r:embed="rId2"/>
          <a:stretch>
            <a:fillRect/>
          </a:stretch>
        </p:blipFill>
        <p:spPr>
          <a:xfrm rot="1126189">
            <a:off x="8864552" y="1832107"/>
            <a:ext cx="1268782" cy="850694"/>
          </a:xfrm>
          <a:prstGeom prst="rect">
            <a:avLst/>
          </a:prstGeom>
        </p:spPr>
      </p:pic>
      <p:pic>
        <p:nvPicPr>
          <p:cNvPr id="10" name="図 9">
            <a:extLst>
              <a:ext uri="{FF2B5EF4-FFF2-40B4-BE49-F238E27FC236}">
                <a16:creationId xmlns:a16="http://schemas.microsoft.com/office/drawing/2014/main" id="{5C981AFE-1F35-1E4D-11ED-13AEE0EAAA30}"/>
              </a:ext>
            </a:extLst>
          </p:cNvPr>
          <p:cNvPicPr>
            <a:picLocks noChangeAspect="1"/>
          </p:cNvPicPr>
          <p:nvPr/>
        </p:nvPicPr>
        <p:blipFill>
          <a:blip r:embed="rId2"/>
          <a:stretch>
            <a:fillRect/>
          </a:stretch>
        </p:blipFill>
        <p:spPr>
          <a:xfrm>
            <a:off x="8624256" y="4088133"/>
            <a:ext cx="1268782" cy="850694"/>
          </a:xfrm>
          <a:prstGeom prst="rect">
            <a:avLst/>
          </a:prstGeom>
        </p:spPr>
      </p:pic>
      <p:pic>
        <p:nvPicPr>
          <p:cNvPr id="11" name="図 10">
            <a:extLst>
              <a:ext uri="{FF2B5EF4-FFF2-40B4-BE49-F238E27FC236}">
                <a16:creationId xmlns:a16="http://schemas.microsoft.com/office/drawing/2014/main" id="{C66DDA18-80DC-3309-8C31-68B96AC1DCAE}"/>
              </a:ext>
            </a:extLst>
          </p:cNvPr>
          <p:cNvPicPr>
            <a:picLocks noChangeAspect="1"/>
          </p:cNvPicPr>
          <p:nvPr/>
        </p:nvPicPr>
        <p:blipFill>
          <a:blip r:embed="rId2"/>
          <a:stretch>
            <a:fillRect/>
          </a:stretch>
        </p:blipFill>
        <p:spPr>
          <a:xfrm rot="19859136">
            <a:off x="7972016" y="5387176"/>
            <a:ext cx="1268782" cy="850694"/>
          </a:xfrm>
          <a:prstGeom prst="rect">
            <a:avLst/>
          </a:prstGeom>
        </p:spPr>
      </p:pic>
      <p:cxnSp>
        <p:nvCxnSpPr>
          <p:cNvPr id="13" name="直線コネクタ 12">
            <a:extLst>
              <a:ext uri="{FF2B5EF4-FFF2-40B4-BE49-F238E27FC236}">
                <a16:creationId xmlns:a16="http://schemas.microsoft.com/office/drawing/2014/main" id="{C5E2298A-7537-4A2B-7F8B-951363B5AF9B}"/>
              </a:ext>
            </a:extLst>
          </p:cNvPr>
          <p:cNvCxnSpPr>
            <a:cxnSpLocks/>
          </p:cNvCxnSpPr>
          <p:nvPr/>
        </p:nvCxnSpPr>
        <p:spPr bwMode="auto">
          <a:xfrm>
            <a:off x="8409609" y="6272122"/>
            <a:ext cx="1915756"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5" name="直線コネクタ 14">
            <a:extLst>
              <a:ext uri="{FF2B5EF4-FFF2-40B4-BE49-F238E27FC236}">
                <a16:creationId xmlns:a16="http://schemas.microsoft.com/office/drawing/2014/main" id="{7AF64615-D35B-1A5D-B57C-3C0862066D15}"/>
              </a:ext>
            </a:extLst>
          </p:cNvPr>
          <p:cNvCxnSpPr>
            <a:cxnSpLocks/>
          </p:cNvCxnSpPr>
          <p:nvPr/>
        </p:nvCxnSpPr>
        <p:spPr bwMode="auto">
          <a:xfrm flipV="1">
            <a:off x="8409609" y="5294412"/>
            <a:ext cx="1936721" cy="9777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6" name="直線コネクタ 15">
            <a:extLst>
              <a:ext uri="{FF2B5EF4-FFF2-40B4-BE49-F238E27FC236}">
                <a16:creationId xmlns:a16="http://schemas.microsoft.com/office/drawing/2014/main" id="{AF17CF0E-D976-8D00-4659-5D37AD705BFE}"/>
              </a:ext>
            </a:extLst>
          </p:cNvPr>
          <p:cNvCxnSpPr>
            <a:cxnSpLocks/>
          </p:cNvCxnSpPr>
          <p:nvPr/>
        </p:nvCxnSpPr>
        <p:spPr bwMode="auto">
          <a:xfrm flipV="1">
            <a:off x="10325365" y="5294412"/>
            <a:ext cx="0" cy="9777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3" name="正方形/長方形 22">
            <a:extLst>
              <a:ext uri="{FF2B5EF4-FFF2-40B4-BE49-F238E27FC236}">
                <a16:creationId xmlns:a16="http://schemas.microsoft.com/office/drawing/2014/main" id="{374C63E5-D8BB-3BD1-9706-7F1A36D1174C}"/>
              </a:ext>
            </a:extLst>
          </p:cNvPr>
          <p:cNvSpPr/>
          <p:nvPr/>
        </p:nvSpPr>
        <p:spPr bwMode="auto">
          <a:xfrm>
            <a:off x="7482313" y="4728735"/>
            <a:ext cx="3552669" cy="134911"/>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4" name="二等辺三角形 23">
            <a:extLst>
              <a:ext uri="{FF2B5EF4-FFF2-40B4-BE49-F238E27FC236}">
                <a16:creationId xmlns:a16="http://schemas.microsoft.com/office/drawing/2014/main" id="{3DE80FA9-78E4-A658-C4AA-D0D80CDA855E}"/>
              </a:ext>
            </a:extLst>
          </p:cNvPr>
          <p:cNvSpPr/>
          <p:nvPr/>
        </p:nvSpPr>
        <p:spPr bwMode="auto">
          <a:xfrm rot="1790192">
            <a:off x="8250114" y="4474952"/>
            <a:ext cx="328554" cy="77054"/>
          </a:xfrm>
          <a:prstGeom prst="triangl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5" name="二等辺三角形 24">
            <a:extLst>
              <a:ext uri="{FF2B5EF4-FFF2-40B4-BE49-F238E27FC236}">
                <a16:creationId xmlns:a16="http://schemas.microsoft.com/office/drawing/2014/main" id="{0013082E-347A-9A73-E151-1012369C2F28}"/>
              </a:ext>
            </a:extLst>
          </p:cNvPr>
          <p:cNvSpPr/>
          <p:nvPr/>
        </p:nvSpPr>
        <p:spPr bwMode="auto">
          <a:xfrm rot="933557">
            <a:off x="8352617" y="4610186"/>
            <a:ext cx="328554" cy="77054"/>
          </a:xfrm>
          <a:prstGeom prst="triangl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6" name="二等辺三角形 25">
            <a:extLst>
              <a:ext uri="{FF2B5EF4-FFF2-40B4-BE49-F238E27FC236}">
                <a16:creationId xmlns:a16="http://schemas.microsoft.com/office/drawing/2014/main" id="{065A5EE3-7C6F-CE18-4CEB-A4EA01CE5F05}"/>
              </a:ext>
            </a:extLst>
          </p:cNvPr>
          <p:cNvSpPr/>
          <p:nvPr/>
        </p:nvSpPr>
        <p:spPr bwMode="auto">
          <a:xfrm rot="2356703">
            <a:off x="8366271" y="4403494"/>
            <a:ext cx="328554" cy="77054"/>
          </a:xfrm>
          <a:prstGeom prst="triangl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7" name="正方形/長方形 26">
            <a:extLst>
              <a:ext uri="{FF2B5EF4-FFF2-40B4-BE49-F238E27FC236}">
                <a16:creationId xmlns:a16="http://schemas.microsoft.com/office/drawing/2014/main" id="{9C324BBA-2E1F-CA4C-60EE-DCEBC6A8A2F7}"/>
              </a:ext>
            </a:extLst>
          </p:cNvPr>
          <p:cNvSpPr/>
          <p:nvPr/>
        </p:nvSpPr>
        <p:spPr bwMode="auto">
          <a:xfrm>
            <a:off x="8165310" y="2506539"/>
            <a:ext cx="1268782" cy="679967"/>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cxnSp>
        <p:nvCxnSpPr>
          <p:cNvPr id="30" name="直線コネクタ 29">
            <a:extLst>
              <a:ext uri="{FF2B5EF4-FFF2-40B4-BE49-F238E27FC236}">
                <a16:creationId xmlns:a16="http://schemas.microsoft.com/office/drawing/2014/main" id="{1C93B8FD-1FBE-1C52-A045-D302206FFC05}"/>
              </a:ext>
            </a:extLst>
          </p:cNvPr>
          <p:cNvCxnSpPr>
            <a:cxnSpLocks/>
          </p:cNvCxnSpPr>
          <p:nvPr/>
        </p:nvCxnSpPr>
        <p:spPr bwMode="auto">
          <a:xfrm>
            <a:off x="9434092" y="2506539"/>
            <a:ext cx="596116" cy="6970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2" name="直線コネクタ 31">
            <a:extLst>
              <a:ext uri="{FF2B5EF4-FFF2-40B4-BE49-F238E27FC236}">
                <a16:creationId xmlns:a16="http://schemas.microsoft.com/office/drawing/2014/main" id="{E3A14AEF-C5C0-0657-10B3-40D057D403C3}"/>
              </a:ext>
            </a:extLst>
          </p:cNvPr>
          <p:cNvCxnSpPr>
            <a:cxnSpLocks/>
          </p:cNvCxnSpPr>
          <p:nvPr/>
        </p:nvCxnSpPr>
        <p:spPr bwMode="auto">
          <a:xfrm>
            <a:off x="9434092" y="3186506"/>
            <a:ext cx="596116"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5" name="六角形 54">
            <a:extLst>
              <a:ext uri="{FF2B5EF4-FFF2-40B4-BE49-F238E27FC236}">
                <a16:creationId xmlns:a16="http://schemas.microsoft.com/office/drawing/2014/main" id="{F35E4626-CD02-B18C-B7C2-0FA3376E009E}"/>
              </a:ext>
            </a:extLst>
          </p:cNvPr>
          <p:cNvSpPr/>
          <p:nvPr/>
        </p:nvSpPr>
        <p:spPr bwMode="auto">
          <a:xfrm rot="1025572">
            <a:off x="9636747" y="2556517"/>
            <a:ext cx="284813" cy="278806"/>
          </a:xfrm>
          <a:prstGeom prst="hexagon">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56" name="六角形 55">
            <a:extLst>
              <a:ext uri="{FF2B5EF4-FFF2-40B4-BE49-F238E27FC236}">
                <a16:creationId xmlns:a16="http://schemas.microsoft.com/office/drawing/2014/main" id="{BF0AC282-0780-4F95-1A4A-DAD6363E3ADA}"/>
              </a:ext>
            </a:extLst>
          </p:cNvPr>
          <p:cNvSpPr/>
          <p:nvPr/>
        </p:nvSpPr>
        <p:spPr bwMode="auto">
          <a:xfrm rot="1025572">
            <a:off x="9990927" y="2480690"/>
            <a:ext cx="284813" cy="278806"/>
          </a:xfrm>
          <a:prstGeom prst="hexagon">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57" name="六角形 56">
            <a:extLst>
              <a:ext uri="{FF2B5EF4-FFF2-40B4-BE49-F238E27FC236}">
                <a16:creationId xmlns:a16="http://schemas.microsoft.com/office/drawing/2014/main" id="{B3636596-2985-6506-FE58-3B10BB6A1A7D}"/>
              </a:ext>
            </a:extLst>
          </p:cNvPr>
          <p:cNvSpPr/>
          <p:nvPr/>
        </p:nvSpPr>
        <p:spPr bwMode="auto">
          <a:xfrm rot="1025572">
            <a:off x="9916962" y="2816892"/>
            <a:ext cx="284813" cy="278806"/>
          </a:xfrm>
          <a:prstGeom prst="hexagon">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 name="フリーフォーム: 図形 2">
            <a:extLst>
              <a:ext uri="{FF2B5EF4-FFF2-40B4-BE49-F238E27FC236}">
                <a16:creationId xmlns:a16="http://schemas.microsoft.com/office/drawing/2014/main" id="{6956E462-3197-7D92-E10F-88C3B1CA7CC9}"/>
              </a:ext>
            </a:extLst>
          </p:cNvPr>
          <p:cNvSpPr/>
          <p:nvPr/>
        </p:nvSpPr>
        <p:spPr bwMode="auto">
          <a:xfrm rot="19048933">
            <a:off x="8043454" y="5469030"/>
            <a:ext cx="107581" cy="237701"/>
          </a:xfrm>
          <a:custGeom>
            <a:avLst/>
            <a:gdLst>
              <a:gd name="connsiteX0" fmla="*/ 84721 w 107581"/>
              <a:gd name="connsiteY0" fmla="*/ 236220 h 237701"/>
              <a:gd name="connsiteX1" fmla="*/ 31381 w 107581"/>
              <a:gd name="connsiteY1" fmla="*/ 160020 h 237701"/>
              <a:gd name="connsiteX2" fmla="*/ 16141 w 107581"/>
              <a:gd name="connsiteY2" fmla="*/ 114300 h 237701"/>
              <a:gd name="connsiteX3" fmla="*/ 901 w 107581"/>
              <a:gd name="connsiteY3" fmla="*/ 83820 h 237701"/>
              <a:gd name="connsiteX4" fmla="*/ 31381 w 107581"/>
              <a:gd name="connsiteY4" fmla="*/ 0 h 237701"/>
              <a:gd name="connsiteX5" fmla="*/ 69481 w 107581"/>
              <a:gd name="connsiteY5" fmla="*/ 7620 h 237701"/>
              <a:gd name="connsiteX6" fmla="*/ 92341 w 107581"/>
              <a:gd name="connsiteY6" fmla="*/ 38100 h 237701"/>
              <a:gd name="connsiteX7" fmla="*/ 99961 w 107581"/>
              <a:gd name="connsiteY7" fmla="*/ 68580 h 237701"/>
              <a:gd name="connsiteX8" fmla="*/ 107581 w 107581"/>
              <a:gd name="connsiteY8" fmla="*/ 91440 h 237701"/>
              <a:gd name="connsiteX9" fmla="*/ 84721 w 107581"/>
              <a:gd name="connsiteY9" fmla="*/ 236220 h 237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581" h="237701">
                <a:moveTo>
                  <a:pt x="84721" y="236220"/>
                </a:moveTo>
                <a:cubicBezTo>
                  <a:pt x="72021" y="247650"/>
                  <a:pt x="45077" y="190152"/>
                  <a:pt x="31381" y="160020"/>
                </a:cubicBezTo>
                <a:cubicBezTo>
                  <a:pt x="24734" y="145396"/>
                  <a:pt x="22107" y="129215"/>
                  <a:pt x="16141" y="114300"/>
                </a:cubicBezTo>
                <a:cubicBezTo>
                  <a:pt x="11922" y="103753"/>
                  <a:pt x="5981" y="93980"/>
                  <a:pt x="901" y="83820"/>
                </a:cubicBezTo>
                <a:cubicBezTo>
                  <a:pt x="4333" y="49498"/>
                  <a:pt x="-14127" y="0"/>
                  <a:pt x="31381" y="0"/>
                </a:cubicBezTo>
                <a:cubicBezTo>
                  <a:pt x="44333" y="0"/>
                  <a:pt x="56781" y="5080"/>
                  <a:pt x="69481" y="7620"/>
                </a:cubicBezTo>
                <a:cubicBezTo>
                  <a:pt x="77101" y="17780"/>
                  <a:pt x="86661" y="26741"/>
                  <a:pt x="92341" y="38100"/>
                </a:cubicBezTo>
                <a:cubicBezTo>
                  <a:pt x="97025" y="47467"/>
                  <a:pt x="97084" y="58510"/>
                  <a:pt x="99961" y="68580"/>
                </a:cubicBezTo>
                <a:cubicBezTo>
                  <a:pt x="102168" y="76303"/>
                  <a:pt x="105041" y="83820"/>
                  <a:pt x="107581" y="91440"/>
                </a:cubicBezTo>
                <a:cubicBezTo>
                  <a:pt x="91780" y="233649"/>
                  <a:pt x="97421" y="224790"/>
                  <a:pt x="84721" y="236220"/>
                </a:cubicBezTo>
                <a:close/>
              </a:path>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 name="フリーフォーム: 図形 3">
            <a:extLst>
              <a:ext uri="{FF2B5EF4-FFF2-40B4-BE49-F238E27FC236}">
                <a16:creationId xmlns:a16="http://schemas.microsoft.com/office/drawing/2014/main" id="{E1156C40-2C47-3708-454F-F5A2294795A3}"/>
              </a:ext>
            </a:extLst>
          </p:cNvPr>
          <p:cNvSpPr/>
          <p:nvPr/>
        </p:nvSpPr>
        <p:spPr bwMode="auto">
          <a:xfrm rot="18035936">
            <a:off x="7957888" y="5629867"/>
            <a:ext cx="107581" cy="237701"/>
          </a:xfrm>
          <a:custGeom>
            <a:avLst/>
            <a:gdLst>
              <a:gd name="connsiteX0" fmla="*/ 84721 w 107581"/>
              <a:gd name="connsiteY0" fmla="*/ 236220 h 237701"/>
              <a:gd name="connsiteX1" fmla="*/ 31381 w 107581"/>
              <a:gd name="connsiteY1" fmla="*/ 160020 h 237701"/>
              <a:gd name="connsiteX2" fmla="*/ 16141 w 107581"/>
              <a:gd name="connsiteY2" fmla="*/ 114300 h 237701"/>
              <a:gd name="connsiteX3" fmla="*/ 901 w 107581"/>
              <a:gd name="connsiteY3" fmla="*/ 83820 h 237701"/>
              <a:gd name="connsiteX4" fmla="*/ 31381 w 107581"/>
              <a:gd name="connsiteY4" fmla="*/ 0 h 237701"/>
              <a:gd name="connsiteX5" fmla="*/ 69481 w 107581"/>
              <a:gd name="connsiteY5" fmla="*/ 7620 h 237701"/>
              <a:gd name="connsiteX6" fmla="*/ 92341 w 107581"/>
              <a:gd name="connsiteY6" fmla="*/ 38100 h 237701"/>
              <a:gd name="connsiteX7" fmla="*/ 99961 w 107581"/>
              <a:gd name="connsiteY7" fmla="*/ 68580 h 237701"/>
              <a:gd name="connsiteX8" fmla="*/ 107581 w 107581"/>
              <a:gd name="connsiteY8" fmla="*/ 91440 h 237701"/>
              <a:gd name="connsiteX9" fmla="*/ 84721 w 107581"/>
              <a:gd name="connsiteY9" fmla="*/ 236220 h 237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581" h="237701">
                <a:moveTo>
                  <a:pt x="84721" y="236220"/>
                </a:moveTo>
                <a:cubicBezTo>
                  <a:pt x="72021" y="247650"/>
                  <a:pt x="45077" y="190152"/>
                  <a:pt x="31381" y="160020"/>
                </a:cubicBezTo>
                <a:cubicBezTo>
                  <a:pt x="24734" y="145396"/>
                  <a:pt x="22107" y="129215"/>
                  <a:pt x="16141" y="114300"/>
                </a:cubicBezTo>
                <a:cubicBezTo>
                  <a:pt x="11922" y="103753"/>
                  <a:pt x="5981" y="93980"/>
                  <a:pt x="901" y="83820"/>
                </a:cubicBezTo>
                <a:cubicBezTo>
                  <a:pt x="4333" y="49498"/>
                  <a:pt x="-14127" y="0"/>
                  <a:pt x="31381" y="0"/>
                </a:cubicBezTo>
                <a:cubicBezTo>
                  <a:pt x="44333" y="0"/>
                  <a:pt x="56781" y="5080"/>
                  <a:pt x="69481" y="7620"/>
                </a:cubicBezTo>
                <a:cubicBezTo>
                  <a:pt x="77101" y="17780"/>
                  <a:pt x="86661" y="26741"/>
                  <a:pt x="92341" y="38100"/>
                </a:cubicBezTo>
                <a:cubicBezTo>
                  <a:pt x="97025" y="47467"/>
                  <a:pt x="97084" y="58510"/>
                  <a:pt x="99961" y="68580"/>
                </a:cubicBezTo>
                <a:cubicBezTo>
                  <a:pt x="102168" y="76303"/>
                  <a:pt x="105041" y="83820"/>
                  <a:pt x="107581" y="91440"/>
                </a:cubicBezTo>
                <a:cubicBezTo>
                  <a:pt x="91780" y="233649"/>
                  <a:pt x="97421" y="224790"/>
                  <a:pt x="84721" y="236220"/>
                </a:cubicBezTo>
                <a:close/>
              </a:path>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Tree>
    <p:extLst>
      <p:ext uri="{BB962C8B-B14F-4D97-AF65-F5344CB8AC3E}">
        <p14:creationId xmlns:p14="http://schemas.microsoft.com/office/powerpoint/2010/main" val="1546331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E35C7-0013-B1C3-2628-0A607996823A}"/>
            </a:ext>
          </a:extLst>
        </p:cNvPr>
        <p:cNvGrpSpPr/>
        <p:nvPr/>
      </p:nvGrpSpPr>
      <p:grpSpPr>
        <a:xfrm>
          <a:off x="0" y="0"/>
          <a:ext cx="0" cy="0"/>
          <a:chOff x="0" y="0"/>
          <a:chExt cx="0" cy="0"/>
        </a:xfrm>
      </p:grpSpPr>
      <p:sp>
        <p:nvSpPr>
          <p:cNvPr id="7169" name="タイトル 5">
            <a:extLst>
              <a:ext uri="{FF2B5EF4-FFF2-40B4-BE49-F238E27FC236}">
                <a16:creationId xmlns:a16="http://schemas.microsoft.com/office/drawing/2014/main" id="{9EFDC488-4976-962E-682E-A5D76D55C329}"/>
              </a:ext>
            </a:extLst>
          </p:cNvPr>
          <p:cNvSpPr>
            <a:spLocks noGrp="1" noChangeArrowheads="1"/>
          </p:cNvSpPr>
          <p:nvPr>
            <p:ph type="title"/>
          </p:nvPr>
        </p:nvSpPr>
        <p:spPr/>
        <p:txBody>
          <a:bodyPr/>
          <a:lstStyle/>
          <a:p>
            <a:r>
              <a:rPr lang="ja-JP" altLang="en-US" b="1" dirty="0"/>
              <a:t>本研究の目的</a:t>
            </a:r>
            <a:endParaRPr lang="ja-JP" altLang="en-US" dirty="0"/>
          </a:p>
        </p:txBody>
      </p:sp>
      <p:sp>
        <p:nvSpPr>
          <p:cNvPr id="4" name="テキスト ボックス 3">
            <a:extLst>
              <a:ext uri="{FF2B5EF4-FFF2-40B4-BE49-F238E27FC236}">
                <a16:creationId xmlns:a16="http://schemas.microsoft.com/office/drawing/2014/main" id="{04B0299D-DB79-D0BF-DBE5-CC2576023C50}"/>
              </a:ext>
            </a:extLst>
          </p:cNvPr>
          <p:cNvSpPr txBox="1"/>
          <p:nvPr/>
        </p:nvSpPr>
        <p:spPr>
          <a:xfrm>
            <a:off x="831116" y="2331777"/>
            <a:ext cx="4838890" cy="1200329"/>
          </a:xfrm>
          <a:prstGeom prst="rect">
            <a:avLst/>
          </a:prstGeom>
          <a:noFill/>
        </p:spPr>
        <p:txBody>
          <a:bodyPr wrap="square" rtlCol="0">
            <a:spAutoFit/>
          </a:bodyPr>
          <a:lstStyle/>
          <a:p>
            <a:r>
              <a:rPr kumimoji="1" lang="ja-JP" altLang="en-US" sz="2400" i="0" dirty="0">
                <a:latin typeface="+mn-ea"/>
                <a:ea typeface="+mn-ea"/>
              </a:rPr>
              <a:t>このため，不整地でのロボットの走行性能を予測することは難しい</a:t>
            </a:r>
            <a:endParaRPr kumimoji="1" lang="en-US" altLang="ja-JP" sz="2400" i="0" dirty="0">
              <a:latin typeface="+mn-ea"/>
              <a:ea typeface="+mn-ea"/>
            </a:endParaRPr>
          </a:p>
          <a:p>
            <a:endParaRPr kumimoji="1" lang="en-US" altLang="ja-JP" sz="2400" i="0" dirty="0">
              <a:latin typeface="+mn-ea"/>
              <a:ea typeface="+mn-ea"/>
            </a:endParaRPr>
          </a:p>
        </p:txBody>
      </p:sp>
      <p:pic>
        <p:nvPicPr>
          <p:cNvPr id="8" name="図 7">
            <a:extLst>
              <a:ext uri="{FF2B5EF4-FFF2-40B4-BE49-F238E27FC236}">
                <a16:creationId xmlns:a16="http://schemas.microsoft.com/office/drawing/2014/main" id="{34E460C3-0F78-0821-F0EE-F37497E63F6F}"/>
              </a:ext>
            </a:extLst>
          </p:cNvPr>
          <p:cNvPicPr>
            <a:picLocks noChangeAspect="1"/>
          </p:cNvPicPr>
          <p:nvPr/>
        </p:nvPicPr>
        <p:blipFill>
          <a:blip r:embed="rId3"/>
          <a:stretch>
            <a:fillRect/>
          </a:stretch>
        </p:blipFill>
        <p:spPr>
          <a:xfrm>
            <a:off x="6521994" y="2387059"/>
            <a:ext cx="1268782" cy="850694"/>
          </a:xfrm>
          <a:prstGeom prst="rect">
            <a:avLst/>
          </a:prstGeom>
        </p:spPr>
      </p:pic>
      <p:sp>
        <p:nvSpPr>
          <p:cNvPr id="9" name="矢印: 右 8">
            <a:extLst>
              <a:ext uri="{FF2B5EF4-FFF2-40B4-BE49-F238E27FC236}">
                <a16:creationId xmlns:a16="http://schemas.microsoft.com/office/drawing/2014/main" id="{5CB147E1-7643-61D9-EA61-CC3976D7CF0A}"/>
              </a:ext>
            </a:extLst>
          </p:cNvPr>
          <p:cNvSpPr/>
          <p:nvPr/>
        </p:nvSpPr>
        <p:spPr bwMode="auto">
          <a:xfrm>
            <a:off x="7968773" y="2675061"/>
            <a:ext cx="393539" cy="260005"/>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cxnSp>
        <p:nvCxnSpPr>
          <p:cNvPr id="10" name="直線コネクタ 9">
            <a:extLst>
              <a:ext uri="{FF2B5EF4-FFF2-40B4-BE49-F238E27FC236}">
                <a16:creationId xmlns:a16="http://schemas.microsoft.com/office/drawing/2014/main" id="{464A2259-95A3-D377-A672-6A6B5E730A26}"/>
              </a:ext>
            </a:extLst>
          </p:cNvPr>
          <p:cNvCxnSpPr>
            <a:cxnSpLocks/>
          </p:cNvCxnSpPr>
          <p:nvPr/>
        </p:nvCxnSpPr>
        <p:spPr bwMode="auto">
          <a:xfrm>
            <a:off x="6544381" y="3214604"/>
            <a:ext cx="1945252"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1" name="フリーフォーム: 図形 10">
            <a:extLst>
              <a:ext uri="{FF2B5EF4-FFF2-40B4-BE49-F238E27FC236}">
                <a16:creationId xmlns:a16="http://schemas.microsoft.com/office/drawing/2014/main" id="{88D1A2CD-182A-31EC-05C1-C036E9F3CCA3}"/>
              </a:ext>
            </a:extLst>
          </p:cNvPr>
          <p:cNvSpPr/>
          <p:nvPr/>
        </p:nvSpPr>
        <p:spPr bwMode="auto">
          <a:xfrm>
            <a:off x="8490395" y="2464990"/>
            <a:ext cx="2534856" cy="1331558"/>
          </a:xfrm>
          <a:custGeom>
            <a:avLst/>
            <a:gdLst>
              <a:gd name="connsiteX0" fmla="*/ 0 w 2534856"/>
              <a:gd name="connsiteY0" fmla="*/ 752530 h 1331558"/>
              <a:gd name="connsiteX1" fmla="*/ 601884 w 2534856"/>
              <a:gd name="connsiteY1" fmla="*/ 578910 h 1331558"/>
              <a:gd name="connsiteX2" fmla="*/ 775504 w 2534856"/>
              <a:gd name="connsiteY2" fmla="*/ 266394 h 1331558"/>
              <a:gd name="connsiteX3" fmla="*/ 1134319 w 2534856"/>
              <a:gd name="connsiteY3" fmla="*/ 301118 h 1331558"/>
              <a:gd name="connsiteX4" fmla="*/ 1469985 w 2534856"/>
              <a:gd name="connsiteY4" fmla="*/ 868277 h 1331558"/>
              <a:gd name="connsiteX5" fmla="*/ 1724628 w 2534856"/>
              <a:gd name="connsiteY5" fmla="*/ 139072 h 1331558"/>
              <a:gd name="connsiteX6" fmla="*/ 2083443 w 2534856"/>
              <a:gd name="connsiteY6" fmla="*/ 1331265 h 1331558"/>
              <a:gd name="connsiteX7" fmla="*/ 2338086 w 2534856"/>
              <a:gd name="connsiteY7" fmla="*/ 11751 h 1331558"/>
              <a:gd name="connsiteX8" fmla="*/ 2534856 w 2534856"/>
              <a:gd name="connsiteY8" fmla="*/ 648358 h 1331558"/>
              <a:gd name="connsiteX9" fmla="*/ 2534856 w 2534856"/>
              <a:gd name="connsiteY9" fmla="*/ 648358 h 133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4856" h="1331558">
                <a:moveTo>
                  <a:pt x="0" y="752530"/>
                </a:moveTo>
                <a:cubicBezTo>
                  <a:pt x="236316" y="706231"/>
                  <a:pt x="472633" y="659933"/>
                  <a:pt x="601884" y="578910"/>
                </a:cubicBezTo>
                <a:cubicBezTo>
                  <a:pt x="731135" y="497887"/>
                  <a:pt x="686765" y="312693"/>
                  <a:pt x="775504" y="266394"/>
                </a:cubicBezTo>
                <a:cubicBezTo>
                  <a:pt x="864243" y="220095"/>
                  <a:pt x="1018572" y="200804"/>
                  <a:pt x="1134319" y="301118"/>
                </a:cubicBezTo>
                <a:cubicBezTo>
                  <a:pt x="1250066" y="401432"/>
                  <a:pt x="1371600" y="895285"/>
                  <a:pt x="1469985" y="868277"/>
                </a:cubicBezTo>
                <a:cubicBezTo>
                  <a:pt x="1568370" y="841269"/>
                  <a:pt x="1622385" y="61907"/>
                  <a:pt x="1724628" y="139072"/>
                </a:cubicBezTo>
                <a:cubicBezTo>
                  <a:pt x="1826871" y="216237"/>
                  <a:pt x="1981200" y="1352485"/>
                  <a:pt x="2083443" y="1331265"/>
                </a:cubicBezTo>
                <a:cubicBezTo>
                  <a:pt x="2185686" y="1310045"/>
                  <a:pt x="2262851" y="125569"/>
                  <a:pt x="2338086" y="11751"/>
                </a:cubicBezTo>
                <a:cubicBezTo>
                  <a:pt x="2413322" y="-102067"/>
                  <a:pt x="2534856" y="648358"/>
                  <a:pt x="2534856" y="648358"/>
                </a:cubicBezTo>
                <a:lnTo>
                  <a:pt x="2534856" y="648358"/>
                </a:ln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2" name="正方形/長方形 11">
            <a:extLst>
              <a:ext uri="{FF2B5EF4-FFF2-40B4-BE49-F238E27FC236}">
                <a16:creationId xmlns:a16="http://schemas.microsoft.com/office/drawing/2014/main" id="{DCC09778-738C-9120-DC45-E40F34658296}"/>
              </a:ext>
            </a:extLst>
          </p:cNvPr>
          <p:cNvSpPr/>
          <p:nvPr/>
        </p:nvSpPr>
        <p:spPr bwMode="auto">
          <a:xfrm>
            <a:off x="8362312" y="2113913"/>
            <a:ext cx="3149076" cy="1655169"/>
          </a:xfrm>
          <a:prstGeom prst="rect">
            <a:avLst/>
          </a:prstGeom>
          <a:solidFill>
            <a:schemeClr val="bg2"/>
          </a:solidFill>
          <a:ln w="9525" cap="flat" cmpd="sng" algn="ctr">
            <a:solidFill>
              <a:schemeClr val="tx1"/>
            </a:solidFill>
            <a:prstDash val="solid"/>
            <a:round/>
            <a:headEnd type="none" w="med" len="med"/>
            <a:tailEnd type="none" w="med" len="med"/>
          </a:ln>
          <a:effectLst>
            <a:softEdge rad="406400"/>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3" name="テキスト ボックス 12">
            <a:extLst>
              <a:ext uri="{FF2B5EF4-FFF2-40B4-BE49-F238E27FC236}">
                <a16:creationId xmlns:a16="http://schemas.microsoft.com/office/drawing/2014/main" id="{76B1BDED-A9A0-CB95-02A9-5D417174E1D0}"/>
              </a:ext>
            </a:extLst>
          </p:cNvPr>
          <p:cNvSpPr txBox="1"/>
          <p:nvPr/>
        </p:nvSpPr>
        <p:spPr>
          <a:xfrm>
            <a:off x="9795624" y="2334901"/>
            <a:ext cx="675185" cy="1200329"/>
          </a:xfrm>
          <a:prstGeom prst="rect">
            <a:avLst/>
          </a:prstGeom>
          <a:noFill/>
        </p:spPr>
        <p:txBody>
          <a:bodyPr wrap="none" rtlCol="0">
            <a:spAutoFit/>
          </a:bodyPr>
          <a:lstStyle/>
          <a:p>
            <a:pPr algn="l"/>
            <a:r>
              <a:rPr kumimoji="1" lang="en-US" altLang="ja-JP" sz="7200" i="0" dirty="0">
                <a:latin typeface="+mn-ea"/>
                <a:ea typeface="+mn-ea"/>
              </a:rPr>
              <a:t>?</a:t>
            </a:r>
            <a:endParaRPr kumimoji="1" lang="ja-JP" altLang="en-US" sz="7200" i="0" dirty="0">
              <a:latin typeface="+mn-ea"/>
              <a:ea typeface="+mn-ea"/>
            </a:endParaRPr>
          </a:p>
        </p:txBody>
      </p:sp>
      <p:sp>
        <p:nvSpPr>
          <p:cNvPr id="14" name="テキスト ボックス 13">
            <a:extLst>
              <a:ext uri="{FF2B5EF4-FFF2-40B4-BE49-F238E27FC236}">
                <a16:creationId xmlns:a16="http://schemas.microsoft.com/office/drawing/2014/main" id="{ACF7E56C-C8E9-11DA-9989-DC61F1D26DBF}"/>
              </a:ext>
            </a:extLst>
          </p:cNvPr>
          <p:cNvSpPr txBox="1"/>
          <p:nvPr/>
        </p:nvSpPr>
        <p:spPr>
          <a:xfrm>
            <a:off x="7268968" y="1591837"/>
            <a:ext cx="3262432" cy="461665"/>
          </a:xfrm>
          <a:prstGeom prst="rect">
            <a:avLst/>
          </a:prstGeom>
          <a:noFill/>
        </p:spPr>
        <p:txBody>
          <a:bodyPr wrap="none" rtlCol="0">
            <a:spAutoFit/>
          </a:bodyPr>
          <a:lstStyle/>
          <a:p>
            <a:pPr algn="l"/>
            <a:r>
              <a:rPr kumimoji="1" lang="ja-JP" altLang="en-US" sz="2400" i="0" dirty="0">
                <a:latin typeface="+mn-ea"/>
                <a:ea typeface="+mn-ea"/>
              </a:rPr>
              <a:t>不整地（無限定環境）</a:t>
            </a:r>
          </a:p>
        </p:txBody>
      </p:sp>
      <p:sp>
        <p:nvSpPr>
          <p:cNvPr id="15" name="テキスト ボックス 14">
            <a:extLst>
              <a:ext uri="{FF2B5EF4-FFF2-40B4-BE49-F238E27FC236}">
                <a16:creationId xmlns:a16="http://schemas.microsoft.com/office/drawing/2014/main" id="{4E20B0DA-69F0-7856-74D8-7535B4DF5053}"/>
              </a:ext>
            </a:extLst>
          </p:cNvPr>
          <p:cNvSpPr txBox="1"/>
          <p:nvPr/>
        </p:nvSpPr>
        <p:spPr>
          <a:xfrm>
            <a:off x="5971094" y="1980332"/>
            <a:ext cx="3149076" cy="461665"/>
          </a:xfrm>
          <a:prstGeom prst="rect">
            <a:avLst/>
          </a:prstGeom>
          <a:noFill/>
        </p:spPr>
        <p:txBody>
          <a:bodyPr wrap="square" rtlCol="0">
            <a:spAutoFit/>
          </a:bodyPr>
          <a:lstStyle/>
          <a:p>
            <a:pPr algn="l"/>
            <a:r>
              <a:rPr kumimoji="1" lang="ja-JP" altLang="en-US" sz="2400" i="0" dirty="0">
                <a:latin typeface="+mn-ea"/>
                <a:ea typeface="+mn-ea"/>
              </a:rPr>
              <a:t>わからない・・・</a:t>
            </a:r>
          </a:p>
        </p:txBody>
      </p:sp>
      <p:sp>
        <p:nvSpPr>
          <p:cNvPr id="16" name="テキスト ボックス 15">
            <a:extLst>
              <a:ext uri="{FF2B5EF4-FFF2-40B4-BE49-F238E27FC236}">
                <a16:creationId xmlns:a16="http://schemas.microsoft.com/office/drawing/2014/main" id="{51323FC9-6318-CF12-9643-F031F82472D0}"/>
              </a:ext>
            </a:extLst>
          </p:cNvPr>
          <p:cNvSpPr txBox="1"/>
          <p:nvPr/>
        </p:nvSpPr>
        <p:spPr>
          <a:xfrm>
            <a:off x="5396366" y="3928930"/>
            <a:ext cx="1149457" cy="461665"/>
          </a:xfrm>
          <a:prstGeom prst="rect">
            <a:avLst/>
          </a:prstGeom>
          <a:noFill/>
        </p:spPr>
        <p:txBody>
          <a:bodyPr wrap="square" rtlCol="0">
            <a:spAutoFit/>
          </a:bodyPr>
          <a:lstStyle/>
          <a:p>
            <a:pPr algn="l"/>
            <a:r>
              <a:rPr kumimoji="1" lang="ja-JP" altLang="en-US" sz="2400" i="0" dirty="0">
                <a:latin typeface="+mn-ea"/>
                <a:ea typeface="+mn-ea"/>
              </a:rPr>
              <a:t>なので</a:t>
            </a:r>
          </a:p>
        </p:txBody>
      </p:sp>
      <p:sp>
        <p:nvSpPr>
          <p:cNvPr id="20" name="正方形/長方形 19">
            <a:extLst>
              <a:ext uri="{FF2B5EF4-FFF2-40B4-BE49-F238E27FC236}">
                <a16:creationId xmlns:a16="http://schemas.microsoft.com/office/drawing/2014/main" id="{0FD03367-6996-80DB-5DCB-E00DB6A1187D}"/>
              </a:ext>
            </a:extLst>
          </p:cNvPr>
          <p:cNvSpPr/>
          <p:nvPr/>
        </p:nvSpPr>
        <p:spPr bwMode="auto">
          <a:xfrm>
            <a:off x="1265779" y="5026402"/>
            <a:ext cx="9651972" cy="1061458"/>
          </a:xfrm>
          <a:prstGeom prst="rect">
            <a:avLst/>
          </a:prstGeom>
          <a:solidFill>
            <a:schemeClr val="accent1">
              <a:lumMod val="20000"/>
              <a:lumOff val="80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8" name="テキスト ボックス 17">
            <a:extLst>
              <a:ext uri="{FF2B5EF4-FFF2-40B4-BE49-F238E27FC236}">
                <a16:creationId xmlns:a16="http://schemas.microsoft.com/office/drawing/2014/main" id="{3FF0B924-6ACC-4191-3FAC-404706EB51C2}"/>
              </a:ext>
            </a:extLst>
          </p:cNvPr>
          <p:cNvSpPr txBox="1"/>
          <p:nvPr/>
        </p:nvSpPr>
        <p:spPr>
          <a:xfrm>
            <a:off x="1549568" y="5352152"/>
            <a:ext cx="9188427" cy="584775"/>
          </a:xfrm>
          <a:prstGeom prst="rect">
            <a:avLst/>
          </a:prstGeom>
          <a:noFill/>
        </p:spPr>
        <p:txBody>
          <a:bodyPr wrap="square" rtlCol="0">
            <a:spAutoFit/>
          </a:bodyPr>
          <a:lstStyle/>
          <a:p>
            <a:pPr algn="l"/>
            <a:r>
              <a:rPr kumimoji="1" lang="ja-JP" altLang="en-US" sz="3200" b="1" i="0" dirty="0">
                <a:solidFill>
                  <a:srgbClr val="FF0000"/>
                </a:solidFill>
                <a:latin typeface="+mn-ea"/>
                <a:ea typeface="+mn-ea"/>
              </a:rPr>
              <a:t>不整地での走行性能を予測する方法を確立したい</a:t>
            </a:r>
          </a:p>
        </p:txBody>
      </p:sp>
      <p:sp>
        <p:nvSpPr>
          <p:cNvPr id="21" name="テキスト ボックス 20">
            <a:extLst>
              <a:ext uri="{FF2B5EF4-FFF2-40B4-BE49-F238E27FC236}">
                <a16:creationId xmlns:a16="http://schemas.microsoft.com/office/drawing/2014/main" id="{CC97037A-F383-6EC7-D463-3EDD418741F8}"/>
              </a:ext>
            </a:extLst>
          </p:cNvPr>
          <p:cNvSpPr txBox="1"/>
          <p:nvPr/>
        </p:nvSpPr>
        <p:spPr>
          <a:xfrm>
            <a:off x="1497551" y="4739554"/>
            <a:ext cx="2079661" cy="461665"/>
          </a:xfrm>
          <a:prstGeom prst="rect">
            <a:avLst/>
          </a:prstGeom>
          <a:solidFill>
            <a:schemeClr val="bg1"/>
          </a:solidFill>
          <a:ln>
            <a:solidFill>
              <a:schemeClr val="tx1"/>
            </a:solidFill>
          </a:ln>
        </p:spPr>
        <p:txBody>
          <a:bodyPr wrap="square" rtlCol="0" anchor="ctr">
            <a:spAutoFit/>
          </a:bodyPr>
          <a:lstStyle/>
          <a:p>
            <a:pPr algn="ctr"/>
            <a:r>
              <a:rPr kumimoji="1" lang="ja-JP" altLang="en-US" sz="2400" i="0" dirty="0">
                <a:latin typeface="+mn-ea"/>
                <a:ea typeface="+mn-ea"/>
              </a:rPr>
              <a:t>本研究の目的</a:t>
            </a:r>
            <a:endParaRPr kumimoji="1" lang="en-US" altLang="ja-JP" sz="2400" i="0" dirty="0">
              <a:latin typeface="+mn-ea"/>
              <a:ea typeface="+mn-ea"/>
            </a:endParaRPr>
          </a:p>
        </p:txBody>
      </p:sp>
    </p:spTree>
    <p:extLst>
      <p:ext uri="{BB962C8B-B14F-4D97-AF65-F5344CB8AC3E}">
        <p14:creationId xmlns:p14="http://schemas.microsoft.com/office/powerpoint/2010/main" val="4056047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animBg="1"/>
      <p:bldP spid="18" grpId="0"/>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30DFCF-2B50-E963-6EFE-E9DC80767BD8}"/>
              </a:ext>
            </a:extLst>
          </p:cNvPr>
          <p:cNvSpPr>
            <a:spLocks noGrp="1"/>
          </p:cNvSpPr>
          <p:nvPr>
            <p:ph type="title"/>
          </p:nvPr>
        </p:nvSpPr>
        <p:spPr/>
        <p:txBody>
          <a:bodyPr/>
          <a:lstStyle/>
          <a:p>
            <a:r>
              <a:rPr kumimoji="1" lang="ja-JP" altLang="en-US" b="1" dirty="0"/>
              <a:t>事前の予測による効果</a:t>
            </a:r>
          </a:p>
        </p:txBody>
      </p:sp>
      <p:pic>
        <p:nvPicPr>
          <p:cNvPr id="5" name="図 4">
            <a:extLst>
              <a:ext uri="{FF2B5EF4-FFF2-40B4-BE49-F238E27FC236}">
                <a16:creationId xmlns:a16="http://schemas.microsoft.com/office/drawing/2014/main" id="{02BCBBFF-94B9-5E11-7C96-3492856683D8}"/>
              </a:ext>
            </a:extLst>
          </p:cNvPr>
          <p:cNvPicPr>
            <a:picLocks noChangeAspect="1"/>
          </p:cNvPicPr>
          <p:nvPr/>
        </p:nvPicPr>
        <p:blipFill>
          <a:blip r:embed="rId3"/>
          <a:stretch>
            <a:fillRect/>
          </a:stretch>
        </p:blipFill>
        <p:spPr>
          <a:xfrm>
            <a:off x="6570320" y="2400643"/>
            <a:ext cx="833669" cy="558959"/>
          </a:xfrm>
          <a:prstGeom prst="rect">
            <a:avLst/>
          </a:prstGeom>
        </p:spPr>
      </p:pic>
      <p:sp>
        <p:nvSpPr>
          <p:cNvPr id="6" name="正方形/長方形 5">
            <a:extLst>
              <a:ext uri="{FF2B5EF4-FFF2-40B4-BE49-F238E27FC236}">
                <a16:creationId xmlns:a16="http://schemas.microsoft.com/office/drawing/2014/main" id="{EA580F4F-12F5-3A9F-28C6-CB1A6D3EE532}"/>
              </a:ext>
            </a:extLst>
          </p:cNvPr>
          <p:cNvSpPr/>
          <p:nvPr/>
        </p:nvSpPr>
        <p:spPr bwMode="auto">
          <a:xfrm>
            <a:off x="6487250" y="2904367"/>
            <a:ext cx="833669" cy="376271"/>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4" name="テキスト ボックス 13">
            <a:extLst>
              <a:ext uri="{FF2B5EF4-FFF2-40B4-BE49-F238E27FC236}">
                <a16:creationId xmlns:a16="http://schemas.microsoft.com/office/drawing/2014/main" id="{A48B209E-9F86-DC35-F06C-25C6108F5BFA}"/>
              </a:ext>
            </a:extLst>
          </p:cNvPr>
          <p:cNvSpPr txBox="1"/>
          <p:nvPr/>
        </p:nvSpPr>
        <p:spPr>
          <a:xfrm>
            <a:off x="1836035" y="1414627"/>
            <a:ext cx="8289449" cy="584775"/>
          </a:xfrm>
          <a:prstGeom prst="rect">
            <a:avLst/>
          </a:prstGeom>
          <a:noFill/>
        </p:spPr>
        <p:txBody>
          <a:bodyPr wrap="none" rtlCol="0">
            <a:spAutoFit/>
          </a:bodyPr>
          <a:lstStyle/>
          <a:p>
            <a:pPr algn="l"/>
            <a:r>
              <a:rPr kumimoji="1" lang="ja-JP" altLang="en-US" sz="2400" i="0" dirty="0">
                <a:latin typeface="+mn-ea"/>
                <a:ea typeface="+mn-ea"/>
              </a:rPr>
              <a:t>適切な</a:t>
            </a:r>
            <a:r>
              <a:rPr kumimoji="1" lang="ja-JP" altLang="en-US" sz="3200" b="1" i="0" dirty="0">
                <a:latin typeface="+mn-ea"/>
                <a:ea typeface="+mn-ea"/>
              </a:rPr>
              <a:t>ルート選択</a:t>
            </a:r>
            <a:r>
              <a:rPr kumimoji="1" lang="ja-JP" altLang="en-US" sz="2400" i="0" dirty="0">
                <a:latin typeface="+mn-ea"/>
                <a:ea typeface="+mn-ea"/>
              </a:rPr>
              <a:t>によって走破にかかる</a:t>
            </a:r>
            <a:r>
              <a:rPr kumimoji="1" lang="ja-JP" altLang="en-US" sz="3200" b="1" i="0" dirty="0">
                <a:latin typeface="+mn-ea"/>
                <a:ea typeface="+mn-ea"/>
              </a:rPr>
              <a:t>時間を短縮</a:t>
            </a:r>
            <a:endParaRPr kumimoji="1" lang="en-US" altLang="ja-JP" sz="2400" i="0" dirty="0">
              <a:latin typeface="+mn-ea"/>
              <a:ea typeface="+mn-ea"/>
            </a:endParaRPr>
          </a:p>
        </p:txBody>
      </p:sp>
      <p:pic>
        <p:nvPicPr>
          <p:cNvPr id="18" name="図 17">
            <a:extLst>
              <a:ext uri="{FF2B5EF4-FFF2-40B4-BE49-F238E27FC236}">
                <a16:creationId xmlns:a16="http://schemas.microsoft.com/office/drawing/2014/main" id="{5F59E419-4FCE-29A6-1495-4F0DA2354369}"/>
              </a:ext>
            </a:extLst>
          </p:cNvPr>
          <p:cNvPicPr>
            <a:picLocks noChangeAspect="1"/>
          </p:cNvPicPr>
          <p:nvPr/>
        </p:nvPicPr>
        <p:blipFill>
          <a:blip r:embed="rId3"/>
          <a:stretch>
            <a:fillRect/>
          </a:stretch>
        </p:blipFill>
        <p:spPr>
          <a:xfrm>
            <a:off x="3421531" y="2961058"/>
            <a:ext cx="833669" cy="558959"/>
          </a:xfrm>
          <a:prstGeom prst="rect">
            <a:avLst/>
          </a:prstGeom>
        </p:spPr>
      </p:pic>
      <p:sp>
        <p:nvSpPr>
          <p:cNvPr id="19" name="正方形/長方形 18">
            <a:extLst>
              <a:ext uri="{FF2B5EF4-FFF2-40B4-BE49-F238E27FC236}">
                <a16:creationId xmlns:a16="http://schemas.microsoft.com/office/drawing/2014/main" id="{C56B5567-BE58-B8CB-39C6-4ED9BB3D50F4}"/>
              </a:ext>
            </a:extLst>
          </p:cNvPr>
          <p:cNvSpPr/>
          <p:nvPr/>
        </p:nvSpPr>
        <p:spPr bwMode="auto">
          <a:xfrm>
            <a:off x="3411849" y="3472312"/>
            <a:ext cx="833669" cy="376271"/>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pic>
        <p:nvPicPr>
          <p:cNvPr id="21" name="図 20">
            <a:extLst>
              <a:ext uri="{FF2B5EF4-FFF2-40B4-BE49-F238E27FC236}">
                <a16:creationId xmlns:a16="http://schemas.microsoft.com/office/drawing/2014/main" id="{57D9AA76-47D5-DA3D-7C05-409B968F98E3}"/>
              </a:ext>
            </a:extLst>
          </p:cNvPr>
          <p:cNvPicPr>
            <a:picLocks noChangeAspect="1"/>
          </p:cNvPicPr>
          <p:nvPr/>
        </p:nvPicPr>
        <p:blipFill>
          <a:blip r:embed="rId3"/>
          <a:stretch>
            <a:fillRect/>
          </a:stretch>
        </p:blipFill>
        <p:spPr>
          <a:xfrm>
            <a:off x="6561732" y="3406190"/>
            <a:ext cx="833669" cy="558959"/>
          </a:xfrm>
          <a:prstGeom prst="rect">
            <a:avLst/>
          </a:prstGeom>
        </p:spPr>
      </p:pic>
      <p:sp>
        <p:nvSpPr>
          <p:cNvPr id="20" name="正方形/長方形 19">
            <a:extLst>
              <a:ext uri="{FF2B5EF4-FFF2-40B4-BE49-F238E27FC236}">
                <a16:creationId xmlns:a16="http://schemas.microsoft.com/office/drawing/2014/main" id="{AFEAE052-07AB-8C98-FA7E-C7A2DF471F26}"/>
              </a:ext>
            </a:extLst>
          </p:cNvPr>
          <p:cNvSpPr/>
          <p:nvPr/>
        </p:nvSpPr>
        <p:spPr bwMode="auto">
          <a:xfrm>
            <a:off x="6462452" y="3909279"/>
            <a:ext cx="1716933" cy="376271"/>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2" name="矢印: 右 21">
            <a:extLst>
              <a:ext uri="{FF2B5EF4-FFF2-40B4-BE49-F238E27FC236}">
                <a16:creationId xmlns:a16="http://schemas.microsoft.com/office/drawing/2014/main" id="{3785279D-5C4B-8A96-34DD-606A07E0B1A8}"/>
              </a:ext>
            </a:extLst>
          </p:cNvPr>
          <p:cNvSpPr/>
          <p:nvPr/>
        </p:nvSpPr>
        <p:spPr bwMode="auto">
          <a:xfrm rot="19569893">
            <a:off x="5720799" y="2999562"/>
            <a:ext cx="618366" cy="380522"/>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3" name="矢印: 右 22">
            <a:extLst>
              <a:ext uri="{FF2B5EF4-FFF2-40B4-BE49-F238E27FC236}">
                <a16:creationId xmlns:a16="http://schemas.microsoft.com/office/drawing/2014/main" id="{FB1F8FDC-09CC-CAB6-09A3-058B89A36404}"/>
              </a:ext>
            </a:extLst>
          </p:cNvPr>
          <p:cNvSpPr/>
          <p:nvPr/>
        </p:nvSpPr>
        <p:spPr bwMode="auto">
          <a:xfrm rot="1560739">
            <a:off x="5705370" y="3700950"/>
            <a:ext cx="618366" cy="380522"/>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4" name="テキスト ボックス 23">
            <a:extLst>
              <a:ext uri="{FF2B5EF4-FFF2-40B4-BE49-F238E27FC236}">
                <a16:creationId xmlns:a16="http://schemas.microsoft.com/office/drawing/2014/main" id="{A8B5AA02-20C9-8C64-81BB-9DA516F4B797}"/>
              </a:ext>
            </a:extLst>
          </p:cNvPr>
          <p:cNvSpPr txBox="1"/>
          <p:nvPr/>
        </p:nvSpPr>
        <p:spPr>
          <a:xfrm>
            <a:off x="7414766" y="3462691"/>
            <a:ext cx="1415772" cy="338554"/>
          </a:xfrm>
          <a:prstGeom prst="rect">
            <a:avLst/>
          </a:prstGeom>
          <a:noFill/>
        </p:spPr>
        <p:txBody>
          <a:bodyPr wrap="square" rtlCol="0">
            <a:spAutoFit/>
          </a:bodyPr>
          <a:lstStyle/>
          <a:p>
            <a:pPr algn="l"/>
            <a:r>
              <a:rPr kumimoji="1" lang="ja-JP" altLang="en-US" sz="1600" i="0" dirty="0">
                <a:latin typeface="+mn-ea"/>
                <a:ea typeface="+mn-ea"/>
              </a:rPr>
              <a:t>早くて安全！</a:t>
            </a:r>
          </a:p>
        </p:txBody>
      </p:sp>
      <p:sp>
        <p:nvSpPr>
          <p:cNvPr id="27" name="フリーフォーム: 図形 26">
            <a:extLst>
              <a:ext uri="{FF2B5EF4-FFF2-40B4-BE49-F238E27FC236}">
                <a16:creationId xmlns:a16="http://schemas.microsoft.com/office/drawing/2014/main" id="{5114D6DF-D2E2-B5C1-8AD1-42386EDFEC5D}"/>
              </a:ext>
            </a:extLst>
          </p:cNvPr>
          <p:cNvSpPr/>
          <p:nvPr/>
        </p:nvSpPr>
        <p:spPr bwMode="auto">
          <a:xfrm>
            <a:off x="7319928" y="2565188"/>
            <a:ext cx="1510610" cy="744603"/>
          </a:xfrm>
          <a:custGeom>
            <a:avLst/>
            <a:gdLst>
              <a:gd name="connsiteX0" fmla="*/ 0 w 1510610"/>
              <a:gd name="connsiteY0" fmla="*/ 352471 h 744603"/>
              <a:gd name="connsiteX1" fmla="*/ 361740 w 1510610"/>
              <a:gd name="connsiteY1" fmla="*/ 251988 h 744603"/>
              <a:gd name="connsiteX2" fmla="*/ 562707 w 1510610"/>
              <a:gd name="connsiteY2" fmla="*/ 779 h 744603"/>
              <a:gd name="connsiteX3" fmla="*/ 864158 w 1510610"/>
              <a:gd name="connsiteY3" fmla="*/ 342423 h 744603"/>
              <a:gd name="connsiteX4" fmla="*/ 1215850 w 1510610"/>
              <a:gd name="connsiteY4" fmla="*/ 221843 h 744603"/>
              <a:gd name="connsiteX5" fmla="*/ 1386672 w 1510610"/>
              <a:gd name="connsiteY5" fmla="*/ 322326 h 744603"/>
              <a:gd name="connsiteX6" fmla="*/ 1406769 w 1510610"/>
              <a:gd name="connsiteY6" fmla="*/ 694115 h 744603"/>
              <a:gd name="connsiteX7" fmla="*/ 10048 w 1510610"/>
              <a:gd name="connsiteY7" fmla="*/ 714212 h 744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0610" h="744603">
                <a:moveTo>
                  <a:pt x="0" y="352471"/>
                </a:moveTo>
                <a:cubicBezTo>
                  <a:pt x="133977" y="331537"/>
                  <a:pt x="267955" y="310603"/>
                  <a:pt x="361740" y="251988"/>
                </a:cubicBezTo>
                <a:cubicBezTo>
                  <a:pt x="455525" y="193373"/>
                  <a:pt x="478971" y="-14293"/>
                  <a:pt x="562707" y="779"/>
                </a:cubicBezTo>
                <a:cubicBezTo>
                  <a:pt x="646443" y="15851"/>
                  <a:pt x="755301" y="305579"/>
                  <a:pt x="864158" y="342423"/>
                </a:cubicBezTo>
                <a:cubicBezTo>
                  <a:pt x="973015" y="379267"/>
                  <a:pt x="1128764" y="225192"/>
                  <a:pt x="1215850" y="221843"/>
                </a:cubicBezTo>
                <a:cubicBezTo>
                  <a:pt x="1302936" y="218493"/>
                  <a:pt x="1354852" y="243614"/>
                  <a:pt x="1386672" y="322326"/>
                </a:cubicBezTo>
                <a:cubicBezTo>
                  <a:pt x="1418492" y="401038"/>
                  <a:pt x="1636206" y="628801"/>
                  <a:pt x="1406769" y="694115"/>
                </a:cubicBezTo>
                <a:cubicBezTo>
                  <a:pt x="1177332" y="759429"/>
                  <a:pt x="-108857" y="756080"/>
                  <a:pt x="10048" y="714212"/>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8" name="テキスト ボックス 27">
            <a:extLst>
              <a:ext uri="{FF2B5EF4-FFF2-40B4-BE49-F238E27FC236}">
                <a16:creationId xmlns:a16="http://schemas.microsoft.com/office/drawing/2014/main" id="{C2F36F4F-41C6-F6D5-3F35-F89280B77DF4}"/>
              </a:ext>
            </a:extLst>
          </p:cNvPr>
          <p:cNvSpPr txBox="1"/>
          <p:nvPr/>
        </p:nvSpPr>
        <p:spPr>
          <a:xfrm>
            <a:off x="6491443" y="2125451"/>
            <a:ext cx="2236510" cy="338554"/>
          </a:xfrm>
          <a:prstGeom prst="rect">
            <a:avLst/>
          </a:prstGeom>
          <a:noFill/>
        </p:spPr>
        <p:txBody>
          <a:bodyPr wrap="square" rtlCol="0">
            <a:spAutoFit/>
          </a:bodyPr>
          <a:lstStyle/>
          <a:p>
            <a:pPr algn="l"/>
            <a:r>
              <a:rPr kumimoji="1" lang="ja-JP" altLang="en-US" sz="1600" i="0" dirty="0">
                <a:latin typeface="+mn-ea"/>
                <a:ea typeface="+mn-ea"/>
              </a:rPr>
              <a:t>危険かつ時間もかかる</a:t>
            </a:r>
          </a:p>
        </p:txBody>
      </p:sp>
      <p:sp>
        <p:nvSpPr>
          <p:cNvPr id="37" name="フリーフォーム: 図形 36">
            <a:extLst>
              <a:ext uri="{FF2B5EF4-FFF2-40B4-BE49-F238E27FC236}">
                <a16:creationId xmlns:a16="http://schemas.microsoft.com/office/drawing/2014/main" id="{4ED706D3-EB08-540A-9C3D-6394C2A53946}"/>
              </a:ext>
            </a:extLst>
          </p:cNvPr>
          <p:cNvSpPr/>
          <p:nvPr/>
        </p:nvSpPr>
        <p:spPr bwMode="auto">
          <a:xfrm>
            <a:off x="4255201" y="2968674"/>
            <a:ext cx="1268782" cy="922537"/>
          </a:xfrm>
          <a:custGeom>
            <a:avLst/>
            <a:gdLst>
              <a:gd name="connsiteX0" fmla="*/ 0 w 2140527"/>
              <a:gd name="connsiteY0" fmla="*/ 898799 h 1630773"/>
              <a:gd name="connsiteX1" fmla="*/ 311727 w 2140527"/>
              <a:gd name="connsiteY1" fmla="*/ 400036 h 1630773"/>
              <a:gd name="connsiteX2" fmla="*/ 509154 w 2140527"/>
              <a:gd name="connsiteY2" fmla="*/ 1200136 h 1630773"/>
              <a:gd name="connsiteX3" fmla="*/ 633845 w 2140527"/>
              <a:gd name="connsiteY3" fmla="*/ 670199 h 1630773"/>
              <a:gd name="connsiteX4" fmla="*/ 727363 w 2140527"/>
              <a:gd name="connsiteY4" fmla="*/ 1096227 h 1630773"/>
              <a:gd name="connsiteX5" fmla="*/ 904009 w 2140527"/>
              <a:gd name="connsiteY5" fmla="*/ 5181 h 1630773"/>
              <a:gd name="connsiteX6" fmla="*/ 1059873 w 2140527"/>
              <a:gd name="connsiteY6" fmla="*/ 1626163 h 1630773"/>
              <a:gd name="connsiteX7" fmla="*/ 1246909 w 2140527"/>
              <a:gd name="connsiteY7" fmla="*/ 503945 h 1630773"/>
              <a:gd name="connsiteX8" fmla="*/ 1298863 w 2140527"/>
              <a:gd name="connsiteY8" fmla="*/ 794890 h 1630773"/>
              <a:gd name="connsiteX9" fmla="*/ 1641763 w 2140527"/>
              <a:gd name="connsiteY9" fmla="*/ 659809 h 1630773"/>
              <a:gd name="connsiteX10" fmla="*/ 1776845 w 2140527"/>
              <a:gd name="connsiteY10" fmla="*/ 1335218 h 1630773"/>
              <a:gd name="connsiteX11" fmla="*/ 1891145 w 2140527"/>
              <a:gd name="connsiteY11" fmla="*/ 368863 h 1630773"/>
              <a:gd name="connsiteX12" fmla="*/ 1984663 w 2140527"/>
              <a:gd name="connsiteY12" fmla="*/ 1231309 h 1630773"/>
              <a:gd name="connsiteX13" fmla="*/ 2140527 w 2140527"/>
              <a:gd name="connsiteY13" fmla="*/ 898799 h 1630773"/>
              <a:gd name="connsiteX14" fmla="*/ 2140527 w 2140527"/>
              <a:gd name="connsiteY14" fmla="*/ 898799 h 1630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40527" h="1630773">
                <a:moveTo>
                  <a:pt x="0" y="898799"/>
                </a:moveTo>
                <a:cubicBezTo>
                  <a:pt x="113434" y="624306"/>
                  <a:pt x="226868" y="349813"/>
                  <a:pt x="311727" y="400036"/>
                </a:cubicBezTo>
                <a:cubicBezTo>
                  <a:pt x="396586" y="450259"/>
                  <a:pt x="455468" y="1155109"/>
                  <a:pt x="509154" y="1200136"/>
                </a:cubicBezTo>
                <a:cubicBezTo>
                  <a:pt x="562840" y="1245163"/>
                  <a:pt x="597477" y="687517"/>
                  <a:pt x="633845" y="670199"/>
                </a:cubicBezTo>
                <a:cubicBezTo>
                  <a:pt x="670213" y="652881"/>
                  <a:pt x="682336" y="1207063"/>
                  <a:pt x="727363" y="1096227"/>
                </a:cubicBezTo>
                <a:cubicBezTo>
                  <a:pt x="772390" y="985391"/>
                  <a:pt x="848591" y="-83142"/>
                  <a:pt x="904009" y="5181"/>
                </a:cubicBezTo>
                <a:cubicBezTo>
                  <a:pt x="959427" y="93504"/>
                  <a:pt x="1002723" y="1543036"/>
                  <a:pt x="1059873" y="1626163"/>
                </a:cubicBezTo>
                <a:cubicBezTo>
                  <a:pt x="1117023" y="1709290"/>
                  <a:pt x="1207077" y="642490"/>
                  <a:pt x="1246909" y="503945"/>
                </a:cubicBezTo>
                <a:cubicBezTo>
                  <a:pt x="1286741" y="365400"/>
                  <a:pt x="1233054" y="768913"/>
                  <a:pt x="1298863" y="794890"/>
                </a:cubicBezTo>
                <a:cubicBezTo>
                  <a:pt x="1364672" y="820867"/>
                  <a:pt x="1562099" y="569754"/>
                  <a:pt x="1641763" y="659809"/>
                </a:cubicBezTo>
                <a:cubicBezTo>
                  <a:pt x="1721427" y="749864"/>
                  <a:pt x="1735281" y="1383709"/>
                  <a:pt x="1776845" y="1335218"/>
                </a:cubicBezTo>
                <a:cubicBezTo>
                  <a:pt x="1818409" y="1286727"/>
                  <a:pt x="1856509" y="386181"/>
                  <a:pt x="1891145" y="368863"/>
                </a:cubicBezTo>
                <a:cubicBezTo>
                  <a:pt x="1925781" y="351545"/>
                  <a:pt x="1943099" y="1142986"/>
                  <a:pt x="1984663" y="1231309"/>
                </a:cubicBezTo>
                <a:lnTo>
                  <a:pt x="2140527" y="898799"/>
                </a:lnTo>
                <a:lnTo>
                  <a:pt x="2140527" y="898799"/>
                </a:ln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8" name="正方形/長方形 37">
            <a:extLst>
              <a:ext uri="{FF2B5EF4-FFF2-40B4-BE49-F238E27FC236}">
                <a16:creationId xmlns:a16="http://schemas.microsoft.com/office/drawing/2014/main" id="{34A3E08A-39DE-5DCB-DF15-84738FCAACD1}"/>
              </a:ext>
            </a:extLst>
          </p:cNvPr>
          <p:cNvSpPr/>
          <p:nvPr/>
        </p:nvSpPr>
        <p:spPr bwMode="auto">
          <a:xfrm>
            <a:off x="3823441" y="2779666"/>
            <a:ext cx="2168118" cy="1274734"/>
          </a:xfrm>
          <a:prstGeom prst="rect">
            <a:avLst/>
          </a:prstGeom>
          <a:solidFill>
            <a:schemeClr val="bg2"/>
          </a:solidFill>
          <a:ln w="9525" cap="flat" cmpd="sng" algn="ctr">
            <a:solidFill>
              <a:schemeClr val="tx1"/>
            </a:solidFill>
            <a:prstDash val="solid"/>
            <a:round/>
            <a:headEnd type="none" w="med" len="med"/>
            <a:tailEnd type="none" w="med" len="med"/>
          </a:ln>
          <a:effectLst>
            <a:softEdge rad="304800"/>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1" name="テキスト ボックス 40">
            <a:extLst>
              <a:ext uri="{FF2B5EF4-FFF2-40B4-BE49-F238E27FC236}">
                <a16:creationId xmlns:a16="http://schemas.microsoft.com/office/drawing/2014/main" id="{06DF2705-A015-C43B-456A-A53A824FD2B1}"/>
              </a:ext>
            </a:extLst>
          </p:cNvPr>
          <p:cNvSpPr txBox="1"/>
          <p:nvPr/>
        </p:nvSpPr>
        <p:spPr>
          <a:xfrm>
            <a:off x="4587351" y="3194165"/>
            <a:ext cx="595035" cy="584775"/>
          </a:xfrm>
          <a:prstGeom prst="rect">
            <a:avLst/>
          </a:prstGeom>
          <a:noFill/>
        </p:spPr>
        <p:txBody>
          <a:bodyPr wrap="none" rtlCol="0">
            <a:spAutoFit/>
          </a:bodyPr>
          <a:lstStyle/>
          <a:p>
            <a:pPr algn="l"/>
            <a:r>
              <a:rPr kumimoji="1" lang="ja-JP" altLang="en-US" sz="3200" i="0" dirty="0">
                <a:latin typeface="+mn-ea"/>
                <a:ea typeface="+mn-ea"/>
              </a:rPr>
              <a:t>？</a:t>
            </a:r>
          </a:p>
        </p:txBody>
      </p:sp>
      <p:sp>
        <p:nvSpPr>
          <p:cNvPr id="43" name="テキスト ボックス 42">
            <a:extLst>
              <a:ext uri="{FF2B5EF4-FFF2-40B4-BE49-F238E27FC236}">
                <a16:creationId xmlns:a16="http://schemas.microsoft.com/office/drawing/2014/main" id="{C79CCCDF-4685-F336-FF05-40B272C51087}"/>
              </a:ext>
            </a:extLst>
          </p:cNvPr>
          <p:cNvSpPr txBox="1"/>
          <p:nvPr/>
        </p:nvSpPr>
        <p:spPr>
          <a:xfrm>
            <a:off x="5288603" y="4465338"/>
            <a:ext cx="2031325" cy="461665"/>
          </a:xfrm>
          <a:prstGeom prst="rect">
            <a:avLst/>
          </a:prstGeom>
          <a:noFill/>
        </p:spPr>
        <p:txBody>
          <a:bodyPr wrap="none" rtlCol="0">
            <a:spAutoFit/>
          </a:bodyPr>
          <a:lstStyle/>
          <a:p>
            <a:pPr algn="l"/>
            <a:r>
              <a:rPr kumimoji="1" lang="ja-JP" altLang="en-US" sz="2400" i="0" dirty="0">
                <a:latin typeface="+mn-ea"/>
                <a:ea typeface="+mn-ea"/>
              </a:rPr>
              <a:t>これによって</a:t>
            </a:r>
          </a:p>
        </p:txBody>
      </p:sp>
      <p:sp>
        <p:nvSpPr>
          <p:cNvPr id="45" name="正方形/長方形 44">
            <a:extLst>
              <a:ext uri="{FF2B5EF4-FFF2-40B4-BE49-F238E27FC236}">
                <a16:creationId xmlns:a16="http://schemas.microsoft.com/office/drawing/2014/main" id="{441EBECB-9812-B70E-807C-FC4A309B91A6}"/>
              </a:ext>
            </a:extLst>
          </p:cNvPr>
          <p:cNvSpPr/>
          <p:nvPr/>
        </p:nvSpPr>
        <p:spPr bwMode="auto">
          <a:xfrm>
            <a:off x="1662611" y="5057431"/>
            <a:ext cx="9150721" cy="1262772"/>
          </a:xfrm>
          <a:prstGeom prst="rect">
            <a:avLst/>
          </a:prstGeom>
          <a:solidFill>
            <a:schemeClr val="accent1">
              <a:lumMod val="20000"/>
              <a:lumOff val="80000"/>
            </a:schemeClr>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altLang="ja-JP" sz="2400" i="0" dirty="0">
              <a:latin typeface="+mn-ea"/>
              <a:ea typeface="+mn-ea"/>
            </a:endParaRPr>
          </a:p>
          <a:p>
            <a:pPr marL="0" marR="0" indent="0" algn="ctr" defTabSz="914400" rtl="0" eaLnBrk="0" fontAlgn="base" latinLnBrk="0" hangingPunct="0">
              <a:lnSpc>
                <a:spcPct val="100000"/>
              </a:lnSpc>
              <a:spcBef>
                <a:spcPct val="0"/>
              </a:spcBef>
              <a:spcAft>
                <a:spcPct val="0"/>
              </a:spcAft>
              <a:buClrTx/>
              <a:buSzTx/>
              <a:buFontTx/>
              <a:buNone/>
              <a:tabLst/>
            </a:pPr>
            <a:r>
              <a:rPr lang="ja-JP" altLang="en-US" sz="3600" b="1" i="0" dirty="0">
                <a:solidFill>
                  <a:srgbClr val="FF0000"/>
                </a:solidFill>
                <a:latin typeface="+mn-ea"/>
                <a:ea typeface="+mn-ea"/>
              </a:rPr>
              <a:t>瓦礫撤去・人命救助等の作業効率がアップ</a:t>
            </a:r>
            <a:endParaRPr kumimoji="0" lang="ja-JP" altLang="en-US" sz="3600" b="1" i="0" strike="noStrike" cap="none" normalizeH="0" baseline="0" dirty="0">
              <a:ln>
                <a:noFill/>
              </a:ln>
              <a:solidFill>
                <a:srgbClr val="FF0000"/>
              </a:solidFill>
              <a:effectLst/>
              <a:latin typeface="+mn-ea"/>
              <a:ea typeface="+mn-ea"/>
            </a:endParaRPr>
          </a:p>
        </p:txBody>
      </p:sp>
    </p:spTree>
    <p:extLst>
      <p:ext uri="{BB962C8B-B14F-4D97-AF65-F5344CB8AC3E}">
        <p14:creationId xmlns:p14="http://schemas.microsoft.com/office/powerpoint/2010/main" val="3920640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4C30B-C2B8-BC1F-BAF0-C2823564B8E2}"/>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4ACFC059-500F-B428-A55A-6A36C2726C86}"/>
              </a:ext>
            </a:extLst>
          </p:cNvPr>
          <p:cNvSpPr/>
          <p:nvPr/>
        </p:nvSpPr>
        <p:spPr bwMode="auto">
          <a:xfrm>
            <a:off x="925056" y="1469149"/>
            <a:ext cx="4936573" cy="1372552"/>
          </a:xfrm>
          <a:prstGeom prst="rect">
            <a:avLst/>
          </a:prstGeom>
          <a:solidFill>
            <a:schemeClr val="accent1">
              <a:lumMod val="20000"/>
              <a:lumOff val="80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aphicFrame>
        <p:nvGraphicFramePr>
          <p:cNvPr id="23" name="グラフ 22">
            <a:extLst>
              <a:ext uri="{FF2B5EF4-FFF2-40B4-BE49-F238E27FC236}">
                <a16:creationId xmlns:a16="http://schemas.microsoft.com/office/drawing/2014/main" id="{E76DCDF9-732A-69FA-849F-27E5A20C840B}"/>
              </a:ext>
            </a:extLst>
          </p:cNvPr>
          <p:cNvGraphicFramePr>
            <a:graphicFrameLocks/>
          </p:cNvGraphicFramePr>
          <p:nvPr>
            <p:extLst>
              <p:ext uri="{D42A27DB-BD31-4B8C-83A1-F6EECF244321}">
                <p14:modId xmlns:p14="http://schemas.microsoft.com/office/powerpoint/2010/main" val="2512565888"/>
              </p:ext>
            </p:extLst>
          </p:nvPr>
        </p:nvGraphicFramePr>
        <p:xfrm>
          <a:off x="8358212" y="3393433"/>
          <a:ext cx="1115570" cy="1200329"/>
        </p:xfrm>
        <a:graphic>
          <a:graphicData uri="http://schemas.openxmlformats.org/drawingml/2006/chart">
            <c:chart xmlns:c="http://schemas.openxmlformats.org/drawingml/2006/chart" xmlns:r="http://schemas.openxmlformats.org/officeDocument/2006/relationships" r:id="rId3"/>
          </a:graphicData>
        </a:graphic>
      </p:graphicFrame>
      <p:sp>
        <p:nvSpPr>
          <p:cNvPr id="40" name="正方形/長方形 39">
            <a:extLst>
              <a:ext uri="{FF2B5EF4-FFF2-40B4-BE49-F238E27FC236}">
                <a16:creationId xmlns:a16="http://schemas.microsoft.com/office/drawing/2014/main" id="{FDA70587-C70D-7A5B-001C-800E8BE0B4BF}"/>
              </a:ext>
            </a:extLst>
          </p:cNvPr>
          <p:cNvSpPr/>
          <p:nvPr/>
        </p:nvSpPr>
        <p:spPr bwMode="auto">
          <a:xfrm>
            <a:off x="385863" y="4086172"/>
            <a:ext cx="6017994" cy="1480187"/>
          </a:xfrm>
          <a:prstGeom prst="rect">
            <a:avLst/>
          </a:prstGeom>
          <a:solidFill>
            <a:schemeClr val="accent1">
              <a:lumMod val="20000"/>
              <a:lumOff val="80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7169" name="タイトル 5">
            <a:extLst>
              <a:ext uri="{FF2B5EF4-FFF2-40B4-BE49-F238E27FC236}">
                <a16:creationId xmlns:a16="http://schemas.microsoft.com/office/drawing/2014/main" id="{5F96B265-6D7B-FD5D-33D9-5DDA64F8D97D}"/>
              </a:ext>
            </a:extLst>
          </p:cNvPr>
          <p:cNvSpPr>
            <a:spLocks noGrp="1" noChangeArrowheads="1"/>
          </p:cNvSpPr>
          <p:nvPr>
            <p:ph type="title"/>
          </p:nvPr>
        </p:nvSpPr>
        <p:spPr/>
        <p:txBody>
          <a:bodyPr/>
          <a:lstStyle/>
          <a:p>
            <a:r>
              <a:rPr lang="ja-JP" altLang="en-US" b="1" dirty="0"/>
              <a:t>本研究で提案するアイデア</a:t>
            </a:r>
            <a:endParaRPr lang="ja-JP" altLang="en-US" dirty="0"/>
          </a:p>
        </p:txBody>
      </p:sp>
      <p:sp>
        <p:nvSpPr>
          <p:cNvPr id="4" name="テキスト ボックス 3">
            <a:extLst>
              <a:ext uri="{FF2B5EF4-FFF2-40B4-BE49-F238E27FC236}">
                <a16:creationId xmlns:a16="http://schemas.microsoft.com/office/drawing/2014/main" id="{EA2FA397-EBEA-555F-7978-44CD91D999AF}"/>
              </a:ext>
            </a:extLst>
          </p:cNvPr>
          <p:cNvSpPr txBox="1"/>
          <p:nvPr/>
        </p:nvSpPr>
        <p:spPr>
          <a:xfrm>
            <a:off x="1061412" y="1810880"/>
            <a:ext cx="4770731" cy="830997"/>
          </a:xfrm>
          <a:prstGeom prst="rect">
            <a:avLst/>
          </a:prstGeom>
          <a:noFill/>
        </p:spPr>
        <p:txBody>
          <a:bodyPr wrap="square" rtlCol="0">
            <a:spAutoFit/>
          </a:bodyPr>
          <a:lstStyle/>
          <a:p>
            <a:pPr algn="ctr"/>
            <a:r>
              <a:rPr kumimoji="1" lang="ja-JP" altLang="en-US" sz="2400" b="1" i="0" dirty="0">
                <a:latin typeface="+mn-ea"/>
                <a:ea typeface="+mn-ea"/>
              </a:rPr>
              <a:t>不整地移動ロボットの走行性能を予測する手法を確立する</a:t>
            </a:r>
            <a:endParaRPr kumimoji="1" lang="en-US" altLang="ja-JP" sz="2400" b="1" i="0" dirty="0">
              <a:latin typeface="+mn-ea"/>
              <a:ea typeface="+mn-ea"/>
            </a:endParaRPr>
          </a:p>
        </p:txBody>
      </p:sp>
      <p:sp>
        <p:nvSpPr>
          <p:cNvPr id="2" name="テキスト ボックス 1">
            <a:extLst>
              <a:ext uri="{FF2B5EF4-FFF2-40B4-BE49-F238E27FC236}">
                <a16:creationId xmlns:a16="http://schemas.microsoft.com/office/drawing/2014/main" id="{25328E7B-6AB9-07B8-F54D-1880BD24FDD7}"/>
              </a:ext>
            </a:extLst>
          </p:cNvPr>
          <p:cNvSpPr txBox="1"/>
          <p:nvPr/>
        </p:nvSpPr>
        <p:spPr>
          <a:xfrm>
            <a:off x="524944" y="3767008"/>
            <a:ext cx="2646878" cy="461665"/>
          </a:xfrm>
          <a:prstGeom prst="rect">
            <a:avLst/>
          </a:prstGeom>
          <a:solidFill>
            <a:schemeClr val="bg1"/>
          </a:solidFill>
          <a:ln>
            <a:solidFill>
              <a:schemeClr val="tx1"/>
            </a:solidFill>
          </a:ln>
        </p:spPr>
        <p:txBody>
          <a:bodyPr wrap="none" rtlCol="0" anchor="ctr">
            <a:spAutoFit/>
          </a:bodyPr>
          <a:lstStyle/>
          <a:p>
            <a:pPr algn="ctr"/>
            <a:r>
              <a:rPr kumimoji="1" lang="ja-JP" altLang="en-US" sz="2400" i="0" dirty="0">
                <a:latin typeface="+mn-ea"/>
                <a:ea typeface="+mn-ea"/>
              </a:rPr>
              <a:t>本研究の仮説理論</a:t>
            </a:r>
          </a:p>
        </p:txBody>
      </p:sp>
      <p:sp>
        <p:nvSpPr>
          <p:cNvPr id="5" name="テキスト ボックス 4">
            <a:extLst>
              <a:ext uri="{FF2B5EF4-FFF2-40B4-BE49-F238E27FC236}">
                <a16:creationId xmlns:a16="http://schemas.microsoft.com/office/drawing/2014/main" id="{1E9663FF-0741-2995-F0AB-2E6DBA176CF3}"/>
              </a:ext>
            </a:extLst>
          </p:cNvPr>
          <p:cNvSpPr txBox="1"/>
          <p:nvPr/>
        </p:nvSpPr>
        <p:spPr>
          <a:xfrm>
            <a:off x="398491" y="4268637"/>
            <a:ext cx="6730584" cy="1200329"/>
          </a:xfrm>
          <a:prstGeom prst="rect">
            <a:avLst/>
          </a:prstGeom>
          <a:noFill/>
        </p:spPr>
        <p:txBody>
          <a:bodyPr wrap="square" rtlCol="0">
            <a:spAutoFit/>
          </a:bodyPr>
          <a:lstStyle/>
          <a:p>
            <a:r>
              <a:rPr kumimoji="1" lang="ja-JP" altLang="en-US" sz="2400" i="0" dirty="0">
                <a:latin typeface="+mn-ea"/>
                <a:ea typeface="+mn-ea"/>
              </a:rPr>
              <a:t>フーリエ級数展開のように不整地を</a:t>
            </a:r>
            <a:r>
              <a:rPr kumimoji="1" lang="ja-JP" altLang="en-US" sz="2400" i="0" dirty="0">
                <a:solidFill>
                  <a:srgbClr val="FF0000"/>
                </a:solidFill>
                <a:latin typeface="+mn-ea"/>
                <a:ea typeface="+mn-ea"/>
              </a:rPr>
              <a:t>分解し</a:t>
            </a:r>
            <a:endParaRPr kumimoji="1" lang="en-US" altLang="ja-JP" sz="2400" i="0" dirty="0">
              <a:latin typeface="+mn-ea"/>
              <a:ea typeface="+mn-ea"/>
            </a:endParaRPr>
          </a:p>
          <a:p>
            <a:r>
              <a:rPr kumimoji="1" lang="ja-JP" altLang="en-US" sz="2400" i="0" dirty="0">
                <a:latin typeface="+mn-ea"/>
                <a:ea typeface="+mn-ea"/>
              </a:rPr>
              <a:t>各地形での走行性能を</a:t>
            </a:r>
            <a:r>
              <a:rPr kumimoji="1" lang="ja-JP" altLang="en-US" sz="2400" i="0" u="sng" dirty="0">
                <a:solidFill>
                  <a:srgbClr val="FF0000"/>
                </a:solidFill>
                <a:latin typeface="+mn-ea"/>
                <a:ea typeface="+mn-ea"/>
              </a:rPr>
              <a:t>重ね合わせれば</a:t>
            </a:r>
            <a:endParaRPr kumimoji="1" lang="en-US" altLang="ja-JP" sz="2400" i="0" u="sng" dirty="0">
              <a:latin typeface="+mn-ea"/>
              <a:ea typeface="+mn-ea"/>
            </a:endParaRPr>
          </a:p>
          <a:p>
            <a:r>
              <a:rPr kumimoji="1" lang="ja-JP" altLang="en-US" sz="2400" i="0" dirty="0">
                <a:latin typeface="+mn-ea"/>
                <a:ea typeface="+mn-ea"/>
              </a:rPr>
              <a:t>不整地での</a:t>
            </a:r>
            <a:r>
              <a:rPr kumimoji="1" lang="ja-JP" altLang="en-US" sz="2400" i="0" dirty="0">
                <a:solidFill>
                  <a:srgbClr val="FF0000"/>
                </a:solidFill>
                <a:latin typeface="+mn-ea"/>
                <a:ea typeface="+mn-ea"/>
              </a:rPr>
              <a:t>走行性能を予測できる</a:t>
            </a:r>
            <a:r>
              <a:rPr kumimoji="1" lang="ja-JP" altLang="en-US" sz="2400" i="0" dirty="0">
                <a:latin typeface="+mn-ea"/>
                <a:ea typeface="+mn-ea"/>
              </a:rPr>
              <a:t>のでは？</a:t>
            </a:r>
          </a:p>
        </p:txBody>
      </p:sp>
      <p:graphicFrame>
        <p:nvGraphicFramePr>
          <p:cNvPr id="10" name="グラフ 9">
            <a:extLst>
              <a:ext uri="{FF2B5EF4-FFF2-40B4-BE49-F238E27FC236}">
                <a16:creationId xmlns:a16="http://schemas.microsoft.com/office/drawing/2014/main" id="{4C4C639B-91E4-337F-F1AE-6BAE46C482A1}"/>
              </a:ext>
            </a:extLst>
          </p:cNvPr>
          <p:cNvGraphicFramePr>
            <a:graphicFrameLocks/>
          </p:cNvGraphicFramePr>
          <p:nvPr>
            <p:extLst>
              <p:ext uri="{D42A27DB-BD31-4B8C-83A1-F6EECF244321}">
                <p14:modId xmlns:p14="http://schemas.microsoft.com/office/powerpoint/2010/main" val="3973529897"/>
              </p:ext>
            </p:extLst>
          </p:nvPr>
        </p:nvGraphicFramePr>
        <p:xfrm>
          <a:off x="9827468" y="3388483"/>
          <a:ext cx="1017879" cy="114835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グラフ 11">
            <a:extLst>
              <a:ext uri="{FF2B5EF4-FFF2-40B4-BE49-F238E27FC236}">
                <a16:creationId xmlns:a16="http://schemas.microsoft.com/office/drawing/2014/main" id="{6E3B36A4-200E-785E-CCB9-BE6F95F60A3C}"/>
              </a:ext>
            </a:extLst>
          </p:cNvPr>
          <p:cNvGraphicFramePr>
            <a:graphicFrameLocks/>
          </p:cNvGraphicFramePr>
          <p:nvPr>
            <p:extLst>
              <p:ext uri="{D42A27DB-BD31-4B8C-83A1-F6EECF244321}">
                <p14:modId xmlns:p14="http://schemas.microsoft.com/office/powerpoint/2010/main" val="1037419164"/>
              </p:ext>
            </p:extLst>
          </p:nvPr>
        </p:nvGraphicFramePr>
        <p:xfrm>
          <a:off x="11112984" y="3768018"/>
          <a:ext cx="1017879" cy="415129"/>
        </p:xfrm>
        <a:graphic>
          <a:graphicData uri="http://schemas.openxmlformats.org/drawingml/2006/chart">
            <c:chart xmlns:c="http://schemas.openxmlformats.org/drawingml/2006/chart" xmlns:r="http://schemas.openxmlformats.org/officeDocument/2006/relationships" r:id="rId5"/>
          </a:graphicData>
        </a:graphic>
      </p:graphicFrame>
      <p:sp>
        <p:nvSpPr>
          <p:cNvPr id="13" name="テキスト ボックス 12">
            <a:extLst>
              <a:ext uri="{FF2B5EF4-FFF2-40B4-BE49-F238E27FC236}">
                <a16:creationId xmlns:a16="http://schemas.microsoft.com/office/drawing/2014/main" id="{74097799-146A-60F2-FD5D-1789CC953394}"/>
              </a:ext>
            </a:extLst>
          </p:cNvPr>
          <p:cNvSpPr txBox="1"/>
          <p:nvPr/>
        </p:nvSpPr>
        <p:spPr>
          <a:xfrm>
            <a:off x="9350584" y="3831248"/>
            <a:ext cx="476884" cy="461665"/>
          </a:xfrm>
          <a:prstGeom prst="rect">
            <a:avLst/>
          </a:prstGeom>
          <a:noFill/>
        </p:spPr>
        <p:txBody>
          <a:bodyPr wrap="square" rtlCol="0">
            <a:spAutoFit/>
          </a:bodyPr>
          <a:lstStyle/>
          <a:p>
            <a:pPr algn="l"/>
            <a:r>
              <a:rPr kumimoji="1" lang="en-US" altLang="ja-JP" sz="2400" i="0" dirty="0">
                <a:latin typeface="+mn-ea"/>
                <a:ea typeface="+mn-ea"/>
              </a:rPr>
              <a:t>+</a:t>
            </a:r>
            <a:endParaRPr kumimoji="1" lang="ja-JP" altLang="en-US" sz="2400" i="0" dirty="0">
              <a:latin typeface="+mn-ea"/>
              <a:ea typeface="+mn-ea"/>
            </a:endParaRPr>
          </a:p>
        </p:txBody>
      </p:sp>
      <p:sp>
        <p:nvSpPr>
          <p:cNvPr id="14" name="テキスト ボックス 13">
            <a:extLst>
              <a:ext uri="{FF2B5EF4-FFF2-40B4-BE49-F238E27FC236}">
                <a16:creationId xmlns:a16="http://schemas.microsoft.com/office/drawing/2014/main" id="{11F67BFE-D95E-A0A0-FA75-116078DB6838}"/>
              </a:ext>
            </a:extLst>
          </p:cNvPr>
          <p:cNvSpPr txBox="1"/>
          <p:nvPr/>
        </p:nvSpPr>
        <p:spPr>
          <a:xfrm>
            <a:off x="10682395" y="3819196"/>
            <a:ext cx="487530" cy="461665"/>
          </a:xfrm>
          <a:prstGeom prst="rect">
            <a:avLst/>
          </a:prstGeom>
          <a:noFill/>
        </p:spPr>
        <p:txBody>
          <a:bodyPr wrap="square" rtlCol="0">
            <a:spAutoFit/>
          </a:bodyPr>
          <a:lstStyle/>
          <a:p>
            <a:pPr algn="l"/>
            <a:r>
              <a:rPr kumimoji="1" lang="en-US" altLang="ja-JP" sz="2400" i="0" dirty="0">
                <a:latin typeface="+mn-ea"/>
                <a:ea typeface="+mn-ea"/>
              </a:rPr>
              <a:t>+</a:t>
            </a:r>
            <a:endParaRPr kumimoji="1" lang="ja-JP" altLang="en-US" sz="2400" i="0" dirty="0">
              <a:latin typeface="+mn-ea"/>
              <a:ea typeface="+mn-ea"/>
            </a:endParaRPr>
          </a:p>
        </p:txBody>
      </p:sp>
      <p:sp>
        <p:nvSpPr>
          <p:cNvPr id="15" name="テキスト ボックス 14">
            <a:extLst>
              <a:ext uri="{FF2B5EF4-FFF2-40B4-BE49-F238E27FC236}">
                <a16:creationId xmlns:a16="http://schemas.microsoft.com/office/drawing/2014/main" id="{4DDD61BF-59D2-8642-7EA6-2F9CF2D320AF}"/>
              </a:ext>
            </a:extLst>
          </p:cNvPr>
          <p:cNvSpPr txBox="1"/>
          <p:nvPr/>
        </p:nvSpPr>
        <p:spPr>
          <a:xfrm>
            <a:off x="9779340" y="1335052"/>
            <a:ext cx="954107" cy="369332"/>
          </a:xfrm>
          <a:prstGeom prst="rect">
            <a:avLst/>
          </a:prstGeom>
          <a:noFill/>
        </p:spPr>
        <p:txBody>
          <a:bodyPr wrap="square" rtlCol="0">
            <a:spAutoFit/>
          </a:bodyPr>
          <a:lstStyle/>
          <a:p>
            <a:pPr algn="l"/>
            <a:r>
              <a:rPr kumimoji="1" lang="ja-JP" altLang="en-US" sz="1800" i="0" dirty="0">
                <a:latin typeface="+mj-ea"/>
                <a:ea typeface="+mj-ea"/>
              </a:rPr>
              <a:t>不整地</a:t>
            </a:r>
          </a:p>
        </p:txBody>
      </p:sp>
      <p:sp>
        <p:nvSpPr>
          <p:cNvPr id="16" name="テキスト ボックス 15">
            <a:extLst>
              <a:ext uri="{FF2B5EF4-FFF2-40B4-BE49-F238E27FC236}">
                <a16:creationId xmlns:a16="http://schemas.microsoft.com/office/drawing/2014/main" id="{BE825CDD-61F6-DF6B-EBED-A7CF6D39B0E5}"/>
              </a:ext>
            </a:extLst>
          </p:cNvPr>
          <p:cNvSpPr txBox="1"/>
          <p:nvPr/>
        </p:nvSpPr>
        <p:spPr>
          <a:xfrm>
            <a:off x="8330499" y="3387174"/>
            <a:ext cx="1365387" cy="369332"/>
          </a:xfrm>
          <a:prstGeom prst="rect">
            <a:avLst/>
          </a:prstGeom>
          <a:noFill/>
        </p:spPr>
        <p:txBody>
          <a:bodyPr wrap="square" rtlCol="0">
            <a:spAutoFit/>
          </a:bodyPr>
          <a:lstStyle/>
          <a:p>
            <a:pPr algn="l"/>
            <a:r>
              <a:rPr kumimoji="1" lang="ja-JP" altLang="en-US" sz="1800" i="0" dirty="0">
                <a:latin typeface="+mj-ea"/>
                <a:ea typeface="+mj-ea"/>
              </a:rPr>
              <a:t>高周波数</a:t>
            </a:r>
          </a:p>
        </p:txBody>
      </p:sp>
      <p:sp>
        <p:nvSpPr>
          <p:cNvPr id="17" name="テキスト ボックス 16">
            <a:extLst>
              <a:ext uri="{FF2B5EF4-FFF2-40B4-BE49-F238E27FC236}">
                <a16:creationId xmlns:a16="http://schemas.microsoft.com/office/drawing/2014/main" id="{AAEEFB3B-3CFE-68B8-FFB1-1C46642D90A1}"/>
              </a:ext>
            </a:extLst>
          </p:cNvPr>
          <p:cNvSpPr txBox="1"/>
          <p:nvPr/>
        </p:nvSpPr>
        <p:spPr>
          <a:xfrm>
            <a:off x="9667441" y="3390483"/>
            <a:ext cx="1177906" cy="369332"/>
          </a:xfrm>
          <a:prstGeom prst="rect">
            <a:avLst/>
          </a:prstGeom>
          <a:noFill/>
        </p:spPr>
        <p:txBody>
          <a:bodyPr wrap="square" rtlCol="0">
            <a:spAutoFit/>
          </a:bodyPr>
          <a:lstStyle/>
          <a:p>
            <a:pPr algn="l"/>
            <a:r>
              <a:rPr lang="ja-JP" altLang="en-US" sz="1800" i="0" dirty="0">
                <a:latin typeface="+mj-ea"/>
                <a:ea typeface="+mj-ea"/>
              </a:rPr>
              <a:t>中周波数</a:t>
            </a:r>
            <a:endParaRPr kumimoji="1" lang="ja-JP" altLang="en-US" sz="1800" i="0" dirty="0">
              <a:latin typeface="+mj-ea"/>
              <a:ea typeface="+mj-ea"/>
            </a:endParaRPr>
          </a:p>
        </p:txBody>
      </p:sp>
      <p:sp>
        <p:nvSpPr>
          <p:cNvPr id="18" name="テキスト ボックス 17">
            <a:extLst>
              <a:ext uri="{FF2B5EF4-FFF2-40B4-BE49-F238E27FC236}">
                <a16:creationId xmlns:a16="http://schemas.microsoft.com/office/drawing/2014/main" id="{4467F765-EA19-B9BD-3C18-C6B03ABFC05F}"/>
              </a:ext>
            </a:extLst>
          </p:cNvPr>
          <p:cNvSpPr txBox="1"/>
          <p:nvPr/>
        </p:nvSpPr>
        <p:spPr>
          <a:xfrm>
            <a:off x="10926160" y="3396281"/>
            <a:ext cx="1460483" cy="369332"/>
          </a:xfrm>
          <a:prstGeom prst="rect">
            <a:avLst/>
          </a:prstGeom>
          <a:noFill/>
        </p:spPr>
        <p:txBody>
          <a:bodyPr wrap="square" rtlCol="0">
            <a:spAutoFit/>
          </a:bodyPr>
          <a:lstStyle/>
          <a:p>
            <a:pPr algn="l"/>
            <a:r>
              <a:rPr lang="ja-JP" altLang="en-US" sz="1800" i="0" dirty="0">
                <a:latin typeface="+mj-ea"/>
                <a:ea typeface="+mj-ea"/>
              </a:rPr>
              <a:t>低周波数</a:t>
            </a:r>
            <a:endParaRPr kumimoji="1" lang="ja-JP" altLang="en-US" sz="1800" i="0" dirty="0">
              <a:latin typeface="+mj-ea"/>
              <a:ea typeface="+mj-ea"/>
            </a:endParaRPr>
          </a:p>
        </p:txBody>
      </p:sp>
      <p:sp>
        <p:nvSpPr>
          <p:cNvPr id="21" name="テキスト ボックス 20">
            <a:extLst>
              <a:ext uri="{FF2B5EF4-FFF2-40B4-BE49-F238E27FC236}">
                <a16:creationId xmlns:a16="http://schemas.microsoft.com/office/drawing/2014/main" id="{89E45671-B6E8-199C-A049-512984EE1350}"/>
              </a:ext>
            </a:extLst>
          </p:cNvPr>
          <p:cNvSpPr txBox="1"/>
          <p:nvPr/>
        </p:nvSpPr>
        <p:spPr>
          <a:xfrm>
            <a:off x="6436284" y="2008673"/>
            <a:ext cx="2074363" cy="369332"/>
          </a:xfrm>
          <a:prstGeom prst="rect">
            <a:avLst/>
          </a:prstGeom>
          <a:noFill/>
        </p:spPr>
        <p:txBody>
          <a:bodyPr wrap="square" rtlCol="0">
            <a:spAutoFit/>
          </a:bodyPr>
          <a:lstStyle/>
          <a:p>
            <a:pPr algn="l"/>
            <a:r>
              <a:rPr lang="ja-JP" altLang="en-US" sz="1800" i="0" dirty="0">
                <a:latin typeface="+mj-ea"/>
                <a:ea typeface="+mj-ea"/>
              </a:rPr>
              <a:t>事前に判別不可能</a:t>
            </a:r>
            <a:endParaRPr kumimoji="1" lang="ja-JP" altLang="en-US" sz="1800" i="0" dirty="0">
              <a:latin typeface="+mj-ea"/>
              <a:ea typeface="+mj-ea"/>
            </a:endParaRPr>
          </a:p>
        </p:txBody>
      </p:sp>
      <p:sp>
        <p:nvSpPr>
          <p:cNvPr id="22" name="矢印: 上下 21">
            <a:extLst>
              <a:ext uri="{FF2B5EF4-FFF2-40B4-BE49-F238E27FC236}">
                <a16:creationId xmlns:a16="http://schemas.microsoft.com/office/drawing/2014/main" id="{B9582793-40BD-BE84-62A6-CE6998977898}"/>
              </a:ext>
            </a:extLst>
          </p:cNvPr>
          <p:cNvSpPr/>
          <p:nvPr/>
        </p:nvSpPr>
        <p:spPr bwMode="auto">
          <a:xfrm rot="2877421">
            <a:off x="9087009" y="2644255"/>
            <a:ext cx="181916" cy="632608"/>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4" name="矢印: 上下 23">
            <a:extLst>
              <a:ext uri="{FF2B5EF4-FFF2-40B4-BE49-F238E27FC236}">
                <a16:creationId xmlns:a16="http://schemas.microsoft.com/office/drawing/2014/main" id="{662E678E-F318-1D23-452B-F51C0C9AADDA}"/>
              </a:ext>
            </a:extLst>
          </p:cNvPr>
          <p:cNvSpPr/>
          <p:nvPr/>
        </p:nvSpPr>
        <p:spPr bwMode="auto">
          <a:xfrm>
            <a:off x="10120870" y="2669036"/>
            <a:ext cx="167270" cy="546519"/>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5" name="矢印: 上下 24">
            <a:extLst>
              <a:ext uri="{FF2B5EF4-FFF2-40B4-BE49-F238E27FC236}">
                <a16:creationId xmlns:a16="http://schemas.microsoft.com/office/drawing/2014/main" id="{91995864-78E0-8A5E-E1BF-7F99B44EADC7}"/>
              </a:ext>
            </a:extLst>
          </p:cNvPr>
          <p:cNvSpPr/>
          <p:nvPr/>
        </p:nvSpPr>
        <p:spPr bwMode="auto">
          <a:xfrm rot="18584895" flipH="1">
            <a:off x="11160588" y="2632037"/>
            <a:ext cx="180302" cy="657043"/>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8" name="矢印: 上下 27">
            <a:extLst>
              <a:ext uri="{FF2B5EF4-FFF2-40B4-BE49-F238E27FC236}">
                <a16:creationId xmlns:a16="http://schemas.microsoft.com/office/drawing/2014/main" id="{743A292C-506B-543A-E9B7-DECB54DBEFBE}"/>
              </a:ext>
            </a:extLst>
          </p:cNvPr>
          <p:cNvSpPr/>
          <p:nvPr/>
        </p:nvSpPr>
        <p:spPr bwMode="auto">
          <a:xfrm rot="18584895" flipH="1">
            <a:off x="9162809" y="4430849"/>
            <a:ext cx="180302" cy="657043"/>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9" name="矢印: 上下 28">
            <a:extLst>
              <a:ext uri="{FF2B5EF4-FFF2-40B4-BE49-F238E27FC236}">
                <a16:creationId xmlns:a16="http://schemas.microsoft.com/office/drawing/2014/main" id="{154FC047-5473-8079-B8C9-023614CBEF01}"/>
              </a:ext>
            </a:extLst>
          </p:cNvPr>
          <p:cNvSpPr/>
          <p:nvPr/>
        </p:nvSpPr>
        <p:spPr bwMode="auto">
          <a:xfrm rot="2877421">
            <a:off x="11053494" y="4417155"/>
            <a:ext cx="181916" cy="632608"/>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30" name="矢印: 上下 29">
            <a:extLst>
              <a:ext uri="{FF2B5EF4-FFF2-40B4-BE49-F238E27FC236}">
                <a16:creationId xmlns:a16="http://schemas.microsoft.com/office/drawing/2014/main" id="{61A0C7FE-C4A5-2915-C41D-2635A0BA400C}"/>
              </a:ext>
            </a:extLst>
          </p:cNvPr>
          <p:cNvSpPr/>
          <p:nvPr/>
        </p:nvSpPr>
        <p:spPr bwMode="auto">
          <a:xfrm>
            <a:off x="10120871" y="4460199"/>
            <a:ext cx="167270" cy="546519"/>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36" name="フリーフォーム: 図形 35">
            <a:extLst>
              <a:ext uri="{FF2B5EF4-FFF2-40B4-BE49-F238E27FC236}">
                <a16:creationId xmlns:a16="http://schemas.microsoft.com/office/drawing/2014/main" id="{985DD4EA-BCB4-2C79-D3C2-5F9B620775A7}"/>
              </a:ext>
            </a:extLst>
          </p:cNvPr>
          <p:cNvSpPr/>
          <p:nvPr/>
        </p:nvSpPr>
        <p:spPr bwMode="auto">
          <a:xfrm>
            <a:off x="9610997" y="5418872"/>
            <a:ext cx="1268782" cy="922537"/>
          </a:xfrm>
          <a:custGeom>
            <a:avLst/>
            <a:gdLst>
              <a:gd name="connsiteX0" fmla="*/ 0 w 2140527"/>
              <a:gd name="connsiteY0" fmla="*/ 898799 h 1630773"/>
              <a:gd name="connsiteX1" fmla="*/ 311727 w 2140527"/>
              <a:gd name="connsiteY1" fmla="*/ 400036 h 1630773"/>
              <a:gd name="connsiteX2" fmla="*/ 509154 w 2140527"/>
              <a:gd name="connsiteY2" fmla="*/ 1200136 h 1630773"/>
              <a:gd name="connsiteX3" fmla="*/ 633845 w 2140527"/>
              <a:gd name="connsiteY3" fmla="*/ 670199 h 1630773"/>
              <a:gd name="connsiteX4" fmla="*/ 727363 w 2140527"/>
              <a:gd name="connsiteY4" fmla="*/ 1096227 h 1630773"/>
              <a:gd name="connsiteX5" fmla="*/ 904009 w 2140527"/>
              <a:gd name="connsiteY5" fmla="*/ 5181 h 1630773"/>
              <a:gd name="connsiteX6" fmla="*/ 1059873 w 2140527"/>
              <a:gd name="connsiteY6" fmla="*/ 1626163 h 1630773"/>
              <a:gd name="connsiteX7" fmla="*/ 1246909 w 2140527"/>
              <a:gd name="connsiteY7" fmla="*/ 503945 h 1630773"/>
              <a:gd name="connsiteX8" fmla="*/ 1298863 w 2140527"/>
              <a:gd name="connsiteY8" fmla="*/ 794890 h 1630773"/>
              <a:gd name="connsiteX9" fmla="*/ 1641763 w 2140527"/>
              <a:gd name="connsiteY9" fmla="*/ 659809 h 1630773"/>
              <a:gd name="connsiteX10" fmla="*/ 1776845 w 2140527"/>
              <a:gd name="connsiteY10" fmla="*/ 1335218 h 1630773"/>
              <a:gd name="connsiteX11" fmla="*/ 1891145 w 2140527"/>
              <a:gd name="connsiteY11" fmla="*/ 368863 h 1630773"/>
              <a:gd name="connsiteX12" fmla="*/ 1984663 w 2140527"/>
              <a:gd name="connsiteY12" fmla="*/ 1231309 h 1630773"/>
              <a:gd name="connsiteX13" fmla="*/ 2140527 w 2140527"/>
              <a:gd name="connsiteY13" fmla="*/ 898799 h 1630773"/>
              <a:gd name="connsiteX14" fmla="*/ 2140527 w 2140527"/>
              <a:gd name="connsiteY14" fmla="*/ 898799 h 1630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40527" h="1630773">
                <a:moveTo>
                  <a:pt x="0" y="898799"/>
                </a:moveTo>
                <a:cubicBezTo>
                  <a:pt x="113434" y="624306"/>
                  <a:pt x="226868" y="349813"/>
                  <a:pt x="311727" y="400036"/>
                </a:cubicBezTo>
                <a:cubicBezTo>
                  <a:pt x="396586" y="450259"/>
                  <a:pt x="455468" y="1155109"/>
                  <a:pt x="509154" y="1200136"/>
                </a:cubicBezTo>
                <a:cubicBezTo>
                  <a:pt x="562840" y="1245163"/>
                  <a:pt x="597477" y="687517"/>
                  <a:pt x="633845" y="670199"/>
                </a:cubicBezTo>
                <a:cubicBezTo>
                  <a:pt x="670213" y="652881"/>
                  <a:pt x="682336" y="1207063"/>
                  <a:pt x="727363" y="1096227"/>
                </a:cubicBezTo>
                <a:cubicBezTo>
                  <a:pt x="772390" y="985391"/>
                  <a:pt x="848591" y="-83142"/>
                  <a:pt x="904009" y="5181"/>
                </a:cubicBezTo>
                <a:cubicBezTo>
                  <a:pt x="959427" y="93504"/>
                  <a:pt x="1002723" y="1543036"/>
                  <a:pt x="1059873" y="1626163"/>
                </a:cubicBezTo>
                <a:cubicBezTo>
                  <a:pt x="1117023" y="1709290"/>
                  <a:pt x="1207077" y="642490"/>
                  <a:pt x="1246909" y="503945"/>
                </a:cubicBezTo>
                <a:cubicBezTo>
                  <a:pt x="1286741" y="365400"/>
                  <a:pt x="1233054" y="768913"/>
                  <a:pt x="1298863" y="794890"/>
                </a:cubicBezTo>
                <a:cubicBezTo>
                  <a:pt x="1364672" y="820867"/>
                  <a:pt x="1562099" y="569754"/>
                  <a:pt x="1641763" y="659809"/>
                </a:cubicBezTo>
                <a:cubicBezTo>
                  <a:pt x="1721427" y="749864"/>
                  <a:pt x="1735281" y="1383709"/>
                  <a:pt x="1776845" y="1335218"/>
                </a:cubicBezTo>
                <a:cubicBezTo>
                  <a:pt x="1818409" y="1286727"/>
                  <a:pt x="1856509" y="386181"/>
                  <a:pt x="1891145" y="368863"/>
                </a:cubicBezTo>
                <a:cubicBezTo>
                  <a:pt x="1925781" y="351545"/>
                  <a:pt x="1943099" y="1142986"/>
                  <a:pt x="1984663" y="1231309"/>
                </a:cubicBezTo>
                <a:lnTo>
                  <a:pt x="2140527" y="898799"/>
                </a:lnTo>
                <a:lnTo>
                  <a:pt x="2140527" y="898799"/>
                </a:ln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7" name="フリーフォーム: 図形 36">
            <a:extLst>
              <a:ext uri="{FF2B5EF4-FFF2-40B4-BE49-F238E27FC236}">
                <a16:creationId xmlns:a16="http://schemas.microsoft.com/office/drawing/2014/main" id="{CA6C01E1-A751-F8A4-BB82-F40D87503BE0}"/>
              </a:ext>
            </a:extLst>
          </p:cNvPr>
          <p:cNvSpPr/>
          <p:nvPr/>
        </p:nvSpPr>
        <p:spPr bwMode="auto">
          <a:xfrm>
            <a:off x="9570114" y="1633550"/>
            <a:ext cx="1268782" cy="922537"/>
          </a:xfrm>
          <a:custGeom>
            <a:avLst/>
            <a:gdLst>
              <a:gd name="connsiteX0" fmla="*/ 0 w 2140527"/>
              <a:gd name="connsiteY0" fmla="*/ 898799 h 1630773"/>
              <a:gd name="connsiteX1" fmla="*/ 311727 w 2140527"/>
              <a:gd name="connsiteY1" fmla="*/ 400036 h 1630773"/>
              <a:gd name="connsiteX2" fmla="*/ 509154 w 2140527"/>
              <a:gd name="connsiteY2" fmla="*/ 1200136 h 1630773"/>
              <a:gd name="connsiteX3" fmla="*/ 633845 w 2140527"/>
              <a:gd name="connsiteY3" fmla="*/ 670199 h 1630773"/>
              <a:gd name="connsiteX4" fmla="*/ 727363 w 2140527"/>
              <a:gd name="connsiteY4" fmla="*/ 1096227 h 1630773"/>
              <a:gd name="connsiteX5" fmla="*/ 904009 w 2140527"/>
              <a:gd name="connsiteY5" fmla="*/ 5181 h 1630773"/>
              <a:gd name="connsiteX6" fmla="*/ 1059873 w 2140527"/>
              <a:gd name="connsiteY6" fmla="*/ 1626163 h 1630773"/>
              <a:gd name="connsiteX7" fmla="*/ 1246909 w 2140527"/>
              <a:gd name="connsiteY7" fmla="*/ 503945 h 1630773"/>
              <a:gd name="connsiteX8" fmla="*/ 1298863 w 2140527"/>
              <a:gd name="connsiteY8" fmla="*/ 794890 h 1630773"/>
              <a:gd name="connsiteX9" fmla="*/ 1641763 w 2140527"/>
              <a:gd name="connsiteY9" fmla="*/ 659809 h 1630773"/>
              <a:gd name="connsiteX10" fmla="*/ 1776845 w 2140527"/>
              <a:gd name="connsiteY10" fmla="*/ 1335218 h 1630773"/>
              <a:gd name="connsiteX11" fmla="*/ 1891145 w 2140527"/>
              <a:gd name="connsiteY11" fmla="*/ 368863 h 1630773"/>
              <a:gd name="connsiteX12" fmla="*/ 1984663 w 2140527"/>
              <a:gd name="connsiteY12" fmla="*/ 1231309 h 1630773"/>
              <a:gd name="connsiteX13" fmla="*/ 2140527 w 2140527"/>
              <a:gd name="connsiteY13" fmla="*/ 898799 h 1630773"/>
              <a:gd name="connsiteX14" fmla="*/ 2140527 w 2140527"/>
              <a:gd name="connsiteY14" fmla="*/ 898799 h 1630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40527" h="1630773">
                <a:moveTo>
                  <a:pt x="0" y="898799"/>
                </a:moveTo>
                <a:cubicBezTo>
                  <a:pt x="113434" y="624306"/>
                  <a:pt x="226868" y="349813"/>
                  <a:pt x="311727" y="400036"/>
                </a:cubicBezTo>
                <a:cubicBezTo>
                  <a:pt x="396586" y="450259"/>
                  <a:pt x="455468" y="1155109"/>
                  <a:pt x="509154" y="1200136"/>
                </a:cubicBezTo>
                <a:cubicBezTo>
                  <a:pt x="562840" y="1245163"/>
                  <a:pt x="597477" y="687517"/>
                  <a:pt x="633845" y="670199"/>
                </a:cubicBezTo>
                <a:cubicBezTo>
                  <a:pt x="670213" y="652881"/>
                  <a:pt x="682336" y="1207063"/>
                  <a:pt x="727363" y="1096227"/>
                </a:cubicBezTo>
                <a:cubicBezTo>
                  <a:pt x="772390" y="985391"/>
                  <a:pt x="848591" y="-83142"/>
                  <a:pt x="904009" y="5181"/>
                </a:cubicBezTo>
                <a:cubicBezTo>
                  <a:pt x="959427" y="93504"/>
                  <a:pt x="1002723" y="1543036"/>
                  <a:pt x="1059873" y="1626163"/>
                </a:cubicBezTo>
                <a:cubicBezTo>
                  <a:pt x="1117023" y="1709290"/>
                  <a:pt x="1207077" y="642490"/>
                  <a:pt x="1246909" y="503945"/>
                </a:cubicBezTo>
                <a:cubicBezTo>
                  <a:pt x="1286741" y="365400"/>
                  <a:pt x="1233054" y="768913"/>
                  <a:pt x="1298863" y="794890"/>
                </a:cubicBezTo>
                <a:cubicBezTo>
                  <a:pt x="1364672" y="820867"/>
                  <a:pt x="1562099" y="569754"/>
                  <a:pt x="1641763" y="659809"/>
                </a:cubicBezTo>
                <a:cubicBezTo>
                  <a:pt x="1721427" y="749864"/>
                  <a:pt x="1735281" y="1383709"/>
                  <a:pt x="1776845" y="1335218"/>
                </a:cubicBezTo>
                <a:cubicBezTo>
                  <a:pt x="1818409" y="1286727"/>
                  <a:pt x="1856509" y="386181"/>
                  <a:pt x="1891145" y="368863"/>
                </a:cubicBezTo>
                <a:cubicBezTo>
                  <a:pt x="1925781" y="351545"/>
                  <a:pt x="1943099" y="1142986"/>
                  <a:pt x="1984663" y="1231309"/>
                </a:cubicBezTo>
                <a:lnTo>
                  <a:pt x="2140527" y="898799"/>
                </a:lnTo>
                <a:lnTo>
                  <a:pt x="2140527" y="898799"/>
                </a:ln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8" name="正方形/長方形 37">
            <a:extLst>
              <a:ext uri="{FF2B5EF4-FFF2-40B4-BE49-F238E27FC236}">
                <a16:creationId xmlns:a16="http://schemas.microsoft.com/office/drawing/2014/main" id="{0698F240-B887-29C3-87C8-8D4577E6332E}"/>
              </a:ext>
            </a:extLst>
          </p:cNvPr>
          <p:cNvSpPr/>
          <p:nvPr/>
        </p:nvSpPr>
        <p:spPr bwMode="auto">
          <a:xfrm>
            <a:off x="9196294" y="1543172"/>
            <a:ext cx="2074363" cy="1138013"/>
          </a:xfrm>
          <a:prstGeom prst="rect">
            <a:avLst/>
          </a:prstGeom>
          <a:solidFill>
            <a:schemeClr val="accent3">
              <a:lumMod val="40000"/>
              <a:lumOff val="60000"/>
            </a:schemeClr>
          </a:solidFill>
          <a:ln>
            <a:solidFill>
              <a:schemeClr val="accent3"/>
            </a:solidFill>
            <a:headEnd type="none" w="med" len="med"/>
            <a:tailEnd type="none" w="med" len="med"/>
          </a:ln>
          <a:effectLst>
            <a:softEdge rad="241300"/>
          </a:effectLst>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9" name="テキスト ボックス 8">
            <a:extLst>
              <a:ext uri="{FF2B5EF4-FFF2-40B4-BE49-F238E27FC236}">
                <a16:creationId xmlns:a16="http://schemas.microsoft.com/office/drawing/2014/main" id="{A8B7A31A-5129-31C6-F0E8-AA9B39C54505}"/>
              </a:ext>
            </a:extLst>
          </p:cNvPr>
          <p:cNvSpPr txBox="1"/>
          <p:nvPr/>
        </p:nvSpPr>
        <p:spPr>
          <a:xfrm>
            <a:off x="10025371" y="1830473"/>
            <a:ext cx="402674" cy="584775"/>
          </a:xfrm>
          <a:prstGeom prst="rect">
            <a:avLst/>
          </a:prstGeom>
          <a:noFill/>
        </p:spPr>
        <p:txBody>
          <a:bodyPr wrap="square" rtlCol="0">
            <a:spAutoFit/>
          </a:bodyPr>
          <a:lstStyle/>
          <a:p>
            <a:pPr algn="l"/>
            <a:r>
              <a:rPr kumimoji="1" lang="en-US" altLang="ja-JP" sz="3200" i="0" dirty="0">
                <a:latin typeface="+mn-ea"/>
                <a:ea typeface="+mn-ea"/>
              </a:rPr>
              <a:t>?</a:t>
            </a:r>
            <a:endParaRPr kumimoji="1" lang="ja-JP" altLang="en-US" sz="3200" i="0" dirty="0">
              <a:latin typeface="+mn-ea"/>
              <a:ea typeface="+mn-ea"/>
            </a:endParaRPr>
          </a:p>
        </p:txBody>
      </p:sp>
      <p:sp>
        <p:nvSpPr>
          <p:cNvPr id="41" name="テキスト ボックス 40">
            <a:extLst>
              <a:ext uri="{FF2B5EF4-FFF2-40B4-BE49-F238E27FC236}">
                <a16:creationId xmlns:a16="http://schemas.microsoft.com/office/drawing/2014/main" id="{73BDC367-C052-8A7B-E152-BABB5E357568}"/>
              </a:ext>
            </a:extLst>
          </p:cNvPr>
          <p:cNvSpPr txBox="1"/>
          <p:nvPr/>
        </p:nvSpPr>
        <p:spPr>
          <a:xfrm>
            <a:off x="7186697" y="2860150"/>
            <a:ext cx="646331" cy="369332"/>
          </a:xfrm>
          <a:prstGeom prst="rect">
            <a:avLst/>
          </a:prstGeom>
          <a:noFill/>
        </p:spPr>
        <p:txBody>
          <a:bodyPr wrap="none" rtlCol="0">
            <a:spAutoFit/>
          </a:bodyPr>
          <a:lstStyle/>
          <a:p>
            <a:pPr algn="l"/>
            <a:r>
              <a:rPr kumimoji="1" lang="ja-JP" altLang="en-US" sz="1800" i="0" dirty="0">
                <a:latin typeface="+mj-ea"/>
                <a:ea typeface="+mj-ea"/>
              </a:rPr>
              <a:t>分解</a:t>
            </a:r>
          </a:p>
        </p:txBody>
      </p:sp>
      <p:sp>
        <p:nvSpPr>
          <p:cNvPr id="42" name="テキスト ボックス 41">
            <a:extLst>
              <a:ext uri="{FF2B5EF4-FFF2-40B4-BE49-F238E27FC236}">
                <a16:creationId xmlns:a16="http://schemas.microsoft.com/office/drawing/2014/main" id="{DE3D60AE-E6A8-3078-B54B-33A253685488}"/>
              </a:ext>
            </a:extLst>
          </p:cNvPr>
          <p:cNvSpPr txBox="1"/>
          <p:nvPr/>
        </p:nvSpPr>
        <p:spPr>
          <a:xfrm>
            <a:off x="6799105" y="4701325"/>
            <a:ext cx="1338828" cy="369332"/>
          </a:xfrm>
          <a:prstGeom prst="rect">
            <a:avLst/>
          </a:prstGeom>
          <a:noFill/>
        </p:spPr>
        <p:txBody>
          <a:bodyPr wrap="none" rtlCol="0">
            <a:spAutoFit/>
          </a:bodyPr>
          <a:lstStyle/>
          <a:p>
            <a:pPr algn="l"/>
            <a:r>
              <a:rPr kumimoji="1" lang="ja-JP" altLang="en-US" sz="1800" i="0" dirty="0">
                <a:latin typeface="+mj-ea"/>
                <a:ea typeface="+mj-ea"/>
              </a:rPr>
              <a:t>重ね合わせ</a:t>
            </a:r>
          </a:p>
        </p:txBody>
      </p:sp>
      <p:sp>
        <p:nvSpPr>
          <p:cNvPr id="43" name="テキスト ボックス 42">
            <a:extLst>
              <a:ext uri="{FF2B5EF4-FFF2-40B4-BE49-F238E27FC236}">
                <a16:creationId xmlns:a16="http://schemas.microsoft.com/office/drawing/2014/main" id="{3A5FBC5C-4368-5519-1905-950E37EAF7F8}"/>
              </a:ext>
            </a:extLst>
          </p:cNvPr>
          <p:cNvSpPr txBox="1"/>
          <p:nvPr/>
        </p:nvSpPr>
        <p:spPr>
          <a:xfrm>
            <a:off x="6529475" y="5647138"/>
            <a:ext cx="2031325" cy="369332"/>
          </a:xfrm>
          <a:prstGeom prst="rect">
            <a:avLst/>
          </a:prstGeom>
          <a:noFill/>
        </p:spPr>
        <p:txBody>
          <a:bodyPr wrap="none" rtlCol="0">
            <a:spAutoFit/>
          </a:bodyPr>
          <a:lstStyle/>
          <a:p>
            <a:pPr algn="l"/>
            <a:r>
              <a:rPr kumimoji="1" lang="ja-JP" altLang="en-US" sz="1800" i="0" dirty="0">
                <a:latin typeface="+mj-ea"/>
                <a:ea typeface="+mj-ea"/>
              </a:rPr>
              <a:t>走行性能を予測！</a:t>
            </a:r>
          </a:p>
        </p:txBody>
      </p:sp>
      <p:sp>
        <p:nvSpPr>
          <p:cNvPr id="44" name="テキスト ボックス 43">
            <a:extLst>
              <a:ext uri="{FF2B5EF4-FFF2-40B4-BE49-F238E27FC236}">
                <a16:creationId xmlns:a16="http://schemas.microsoft.com/office/drawing/2014/main" id="{1F722C05-927D-2E03-9D70-30B3EF3AD6B4}"/>
              </a:ext>
            </a:extLst>
          </p:cNvPr>
          <p:cNvSpPr txBox="1"/>
          <p:nvPr/>
        </p:nvSpPr>
        <p:spPr>
          <a:xfrm>
            <a:off x="6576983" y="3752174"/>
            <a:ext cx="1800493" cy="369332"/>
          </a:xfrm>
          <a:prstGeom prst="rect">
            <a:avLst/>
          </a:prstGeom>
          <a:noFill/>
        </p:spPr>
        <p:txBody>
          <a:bodyPr wrap="none" rtlCol="0">
            <a:spAutoFit/>
          </a:bodyPr>
          <a:lstStyle/>
          <a:p>
            <a:pPr algn="l"/>
            <a:r>
              <a:rPr kumimoji="1" lang="ja-JP" altLang="en-US" sz="1800" i="0" dirty="0">
                <a:latin typeface="+mj-ea"/>
                <a:ea typeface="+mj-ea"/>
              </a:rPr>
              <a:t>走行性能を分析</a:t>
            </a:r>
          </a:p>
        </p:txBody>
      </p:sp>
      <p:sp>
        <p:nvSpPr>
          <p:cNvPr id="45" name="矢印: 右 44">
            <a:extLst>
              <a:ext uri="{FF2B5EF4-FFF2-40B4-BE49-F238E27FC236}">
                <a16:creationId xmlns:a16="http://schemas.microsoft.com/office/drawing/2014/main" id="{4768F7E5-0A5A-0405-AD49-987E3C869707}"/>
              </a:ext>
            </a:extLst>
          </p:cNvPr>
          <p:cNvSpPr/>
          <p:nvPr/>
        </p:nvSpPr>
        <p:spPr bwMode="auto">
          <a:xfrm rot="5400000">
            <a:off x="7276439" y="2504500"/>
            <a:ext cx="417037" cy="135814"/>
          </a:xfrm>
          <a:prstGeom prst="right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6" name="矢印: 右 45">
            <a:extLst>
              <a:ext uri="{FF2B5EF4-FFF2-40B4-BE49-F238E27FC236}">
                <a16:creationId xmlns:a16="http://schemas.microsoft.com/office/drawing/2014/main" id="{F62E9614-AE9C-A2BA-3286-DE1CFFE0CE3C}"/>
              </a:ext>
            </a:extLst>
          </p:cNvPr>
          <p:cNvSpPr/>
          <p:nvPr/>
        </p:nvSpPr>
        <p:spPr bwMode="auto">
          <a:xfrm rot="5400000">
            <a:off x="7278070" y="3370697"/>
            <a:ext cx="417037" cy="135814"/>
          </a:xfrm>
          <a:prstGeom prst="right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7" name="矢印: 右 46">
            <a:extLst>
              <a:ext uri="{FF2B5EF4-FFF2-40B4-BE49-F238E27FC236}">
                <a16:creationId xmlns:a16="http://schemas.microsoft.com/office/drawing/2014/main" id="{859F314A-2C7F-963E-C378-9C1190C91260}"/>
              </a:ext>
            </a:extLst>
          </p:cNvPr>
          <p:cNvSpPr/>
          <p:nvPr/>
        </p:nvSpPr>
        <p:spPr bwMode="auto">
          <a:xfrm rot="5400000">
            <a:off x="7268712" y="4311688"/>
            <a:ext cx="417037" cy="135814"/>
          </a:xfrm>
          <a:prstGeom prst="right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8" name="矢印: 右 47">
            <a:extLst>
              <a:ext uri="{FF2B5EF4-FFF2-40B4-BE49-F238E27FC236}">
                <a16:creationId xmlns:a16="http://schemas.microsoft.com/office/drawing/2014/main" id="{3A468E4D-18C1-EF87-E396-46C217211EB5}"/>
              </a:ext>
            </a:extLst>
          </p:cNvPr>
          <p:cNvSpPr/>
          <p:nvPr/>
        </p:nvSpPr>
        <p:spPr bwMode="auto">
          <a:xfrm rot="5400000">
            <a:off x="7281125" y="5239141"/>
            <a:ext cx="417037" cy="135814"/>
          </a:xfrm>
          <a:prstGeom prst="right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9" name="テキスト ボックス 48">
            <a:extLst>
              <a:ext uri="{FF2B5EF4-FFF2-40B4-BE49-F238E27FC236}">
                <a16:creationId xmlns:a16="http://schemas.microsoft.com/office/drawing/2014/main" id="{A73C2FF3-1AD3-505A-8F30-0901FACF4698}"/>
              </a:ext>
            </a:extLst>
          </p:cNvPr>
          <p:cNvSpPr txBox="1"/>
          <p:nvPr/>
        </p:nvSpPr>
        <p:spPr>
          <a:xfrm>
            <a:off x="9706047" y="5066432"/>
            <a:ext cx="1338828" cy="369332"/>
          </a:xfrm>
          <a:prstGeom prst="rect">
            <a:avLst/>
          </a:prstGeom>
          <a:noFill/>
        </p:spPr>
        <p:txBody>
          <a:bodyPr wrap="none" rtlCol="0">
            <a:spAutoFit/>
          </a:bodyPr>
          <a:lstStyle/>
          <a:p>
            <a:pPr algn="l"/>
            <a:r>
              <a:rPr kumimoji="1" lang="ja-JP" altLang="en-US" sz="1800" i="0" dirty="0">
                <a:latin typeface="+mj-ea"/>
                <a:ea typeface="+mj-ea"/>
              </a:rPr>
              <a:t>元の不整地</a:t>
            </a:r>
          </a:p>
        </p:txBody>
      </p:sp>
      <p:sp>
        <p:nvSpPr>
          <p:cNvPr id="3" name="テキスト ボックス 2">
            <a:extLst>
              <a:ext uri="{FF2B5EF4-FFF2-40B4-BE49-F238E27FC236}">
                <a16:creationId xmlns:a16="http://schemas.microsoft.com/office/drawing/2014/main" id="{40BC4387-2CE0-278A-69C3-488CADC621E0}"/>
              </a:ext>
            </a:extLst>
          </p:cNvPr>
          <p:cNvSpPr txBox="1"/>
          <p:nvPr/>
        </p:nvSpPr>
        <p:spPr>
          <a:xfrm>
            <a:off x="2685456" y="1279235"/>
            <a:ext cx="1415772" cy="461665"/>
          </a:xfrm>
          <a:prstGeom prst="rect">
            <a:avLst/>
          </a:prstGeom>
          <a:solidFill>
            <a:schemeClr val="bg1"/>
          </a:solidFill>
          <a:ln>
            <a:solidFill>
              <a:schemeClr val="tx1"/>
            </a:solidFill>
          </a:ln>
        </p:spPr>
        <p:txBody>
          <a:bodyPr wrap="none" rtlCol="0">
            <a:spAutoFit/>
          </a:bodyPr>
          <a:lstStyle/>
          <a:p>
            <a:pPr algn="ctr"/>
            <a:r>
              <a:rPr kumimoji="1" lang="ja-JP" altLang="en-US" sz="2400" i="0" dirty="0">
                <a:latin typeface="+mn-ea"/>
                <a:ea typeface="+mn-ea"/>
              </a:rPr>
              <a:t>研究目的</a:t>
            </a:r>
          </a:p>
        </p:txBody>
      </p:sp>
    </p:spTree>
    <p:extLst>
      <p:ext uri="{BB962C8B-B14F-4D97-AF65-F5344CB8AC3E}">
        <p14:creationId xmlns:p14="http://schemas.microsoft.com/office/powerpoint/2010/main" val="131037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2" grpId="0" animBg="1"/>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B727AB-3CE0-6F91-B14C-167A42329857}"/>
              </a:ext>
            </a:extLst>
          </p:cNvPr>
          <p:cNvSpPr>
            <a:spLocks noGrp="1"/>
          </p:cNvSpPr>
          <p:nvPr>
            <p:ph type="title"/>
          </p:nvPr>
        </p:nvSpPr>
        <p:spPr/>
        <p:txBody>
          <a:bodyPr/>
          <a:lstStyle/>
          <a:p>
            <a:r>
              <a:rPr kumimoji="1" lang="ja-JP" altLang="en-US" b="1" dirty="0"/>
              <a:t>走行性能とは？</a:t>
            </a:r>
          </a:p>
        </p:txBody>
      </p:sp>
      <p:sp>
        <p:nvSpPr>
          <p:cNvPr id="4" name="テキスト ボックス 3">
            <a:extLst>
              <a:ext uri="{FF2B5EF4-FFF2-40B4-BE49-F238E27FC236}">
                <a16:creationId xmlns:a16="http://schemas.microsoft.com/office/drawing/2014/main" id="{AA421009-8D1C-56CF-5BCE-22FF0419CC36}"/>
              </a:ext>
            </a:extLst>
          </p:cNvPr>
          <p:cNvSpPr txBox="1"/>
          <p:nvPr/>
        </p:nvSpPr>
        <p:spPr>
          <a:xfrm>
            <a:off x="1369630" y="1696664"/>
            <a:ext cx="4801314" cy="461665"/>
          </a:xfrm>
          <a:prstGeom prst="rect">
            <a:avLst/>
          </a:prstGeom>
          <a:noFill/>
        </p:spPr>
        <p:txBody>
          <a:bodyPr wrap="none" rtlCol="0">
            <a:spAutoFit/>
          </a:bodyPr>
          <a:lstStyle/>
          <a:p>
            <a:pPr algn="l"/>
            <a:r>
              <a:rPr kumimoji="1" lang="ja-JP" altLang="en-US" sz="2400" i="0" dirty="0">
                <a:latin typeface="+mn-ea"/>
                <a:ea typeface="+mn-ea"/>
              </a:rPr>
              <a:t>そもそも</a:t>
            </a:r>
            <a:r>
              <a:rPr kumimoji="1" lang="ja-JP" altLang="en-US" sz="2400" b="1" i="0" dirty="0">
                <a:latin typeface="+mn-ea"/>
                <a:ea typeface="+mn-ea"/>
              </a:rPr>
              <a:t>走行性能</a:t>
            </a:r>
            <a:r>
              <a:rPr kumimoji="1" lang="ja-JP" altLang="en-US" sz="2400" i="0" dirty="0">
                <a:latin typeface="+mn-ea"/>
                <a:ea typeface="+mn-ea"/>
              </a:rPr>
              <a:t>とは？　・・・</a:t>
            </a:r>
            <a:endParaRPr kumimoji="1" lang="en-US" altLang="ja-JP" sz="2400" i="0" dirty="0">
              <a:latin typeface="+mn-ea"/>
              <a:ea typeface="+mn-ea"/>
            </a:endParaRPr>
          </a:p>
        </p:txBody>
      </p:sp>
      <p:sp>
        <p:nvSpPr>
          <p:cNvPr id="5" name="テキスト ボックス 4">
            <a:extLst>
              <a:ext uri="{FF2B5EF4-FFF2-40B4-BE49-F238E27FC236}">
                <a16:creationId xmlns:a16="http://schemas.microsoft.com/office/drawing/2014/main" id="{9815068E-4D7A-C177-396E-818C5EA21DB7}"/>
              </a:ext>
            </a:extLst>
          </p:cNvPr>
          <p:cNvSpPr txBox="1"/>
          <p:nvPr/>
        </p:nvSpPr>
        <p:spPr>
          <a:xfrm>
            <a:off x="1981889" y="2730294"/>
            <a:ext cx="8802410" cy="461665"/>
          </a:xfrm>
          <a:prstGeom prst="rect">
            <a:avLst/>
          </a:prstGeom>
          <a:noFill/>
        </p:spPr>
        <p:txBody>
          <a:bodyPr wrap="none" rtlCol="0">
            <a:spAutoFit/>
          </a:bodyPr>
          <a:lstStyle/>
          <a:p>
            <a:pPr algn="l"/>
            <a:r>
              <a:rPr kumimoji="1" lang="ja-JP" altLang="en-US" sz="2400" i="0" dirty="0">
                <a:latin typeface="+mn-ea"/>
                <a:ea typeface="+mn-ea"/>
              </a:rPr>
              <a:t>本研究では，特に不整地を移動するロボットに求められる性能</a:t>
            </a:r>
          </a:p>
        </p:txBody>
      </p:sp>
      <p:sp>
        <p:nvSpPr>
          <p:cNvPr id="6" name="テキスト ボックス 5">
            <a:extLst>
              <a:ext uri="{FF2B5EF4-FFF2-40B4-BE49-F238E27FC236}">
                <a16:creationId xmlns:a16="http://schemas.microsoft.com/office/drawing/2014/main" id="{FA55A2EB-4236-F51C-1A6B-4690CD65D8F3}"/>
              </a:ext>
            </a:extLst>
          </p:cNvPr>
          <p:cNvSpPr txBox="1"/>
          <p:nvPr/>
        </p:nvSpPr>
        <p:spPr>
          <a:xfrm>
            <a:off x="2734142" y="3425252"/>
            <a:ext cx="6473247" cy="2308324"/>
          </a:xfrm>
          <a:prstGeom prst="rect">
            <a:avLst/>
          </a:prstGeom>
          <a:solidFill>
            <a:schemeClr val="accent2">
              <a:lumMod val="20000"/>
              <a:lumOff val="80000"/>
            </a:schemeClr>
          </a:solidFill>
          <a:ln>
            <a:solidFill>
              <a:schemeClr val="bg1"/>
            </a:solidFill>
          </a:ln>
        </p:spPr>
        <p:txBody>
          <a:bodyPr wrap="none" rtlCol="0">
            <a:spAutoFit/>
          </a:bodyPr>
          <a:lstStyle/>
          <a:p>
            <a:pPr algn="l"/>
            <a:r>
              <a:rPr kumimoji="1" lang="ja-JP" altLang="en-US" sz="2400" i="0" dirty="0">
                <a:latin typeface="+mn-ea"/>
                <a:ea typeface="+mn-ea"/>
              </a:rPr>
              <a:t>　　　　走破性</a:t>
            </a:r>
            <a:r>
              <a:rPr kumimoji="1" lang="en-US" altLang="ja-JP" sz="2400" i="0" dirty="0">
                <a:latin typeface="+mn-ea"/>
                <a:ea typeface="+mn-ea"/>
              </a:rPr>
              <a:t>:</a:t>
            </a:r>
            <a:r>
              <a:rPr kumimoji="1" lang="ja-JP" altLang="en-US" sz="2400" i="0" dirty="0">
                <a:latin typeface="+mn-ea"/>
                <a:ea typeface="+mn-ea"/>
              </a:rPr>
              <a:t>地形を通過できるか</a:t>
            </a:r>
            <a:endParaRPr kumimoji="1" lang="en-US" altLang="ja-JP" sz="2400" i="0" dirty="0">
              <a:latin typeface="+mn-ea"/>
              <a:ea typeface="+mn-ea"/>
            </a:endParaRPr>
          </a:p>
          <a:p>
            <a:pPr algn="l"/>
            <a:r>
              <a:rPr kumimoji="1" lang="ja-JP" altLang="en-US" sz="2400" i="0" dirty="0">
                <a:latin typeface="+mn-ea"/>
                <a:ea typeface="+mn-ea"/>
              </a:rPr>
              <a:t>　　　　安定性</a:t>
            </a:r>
            <a:r>
              <a:rPr kumimoji="1" lang="en-US" altLang="ja-JP" sz="2400" i="0" dirty="0">
                <a:latin typeface="+mn-ea"/>
                <a:ea typeface="+mn-ea"/>
              </a:rPr>
              <a:t>:</a:t>
            </a:r>
            <a:r>
              <a:rPr kumimoji="1" lang="ja-JP" altLang="en-US" sz="2400" i="0" dirty="0">
                <a:latin typeface="+mn-ea"/>
                <a:ea typeface="+mn-ea"/>
              </a:rPr>
              <a:t>転倒，横転しないか</a:t>
            </a:r>
            <a:endParaRPr kumimoji="1" lang="en-US" altLang="ja-JP" sz="2400" i="0" dirty="0">
              <a:latin typeface="+mn-ea"/>
              <a:ea typeface="+mn-ea"/>
            </a:endParaRPr>
          </a:p>
          <a:p>
            <a:pPr algn="l"/>
            <a:r>
              <a:rPr kumimoji="1" lang="ja-JP" altLang="en-US" sz="2400" i="0" dirty="0">
                <a:latin typeface="+mn-ea"/>
                <a:ea typeface="+mn-ea"/>
              </a:rPr>
              <a:t>　　　　　速度</a:t>
            </a:r>
            <a:r>
              <a:rPr kumimoji="1" lang="en-US" altLang="ja-JP" sz="2400" i="0" dirty="0">
                <a:latin typeface="+mn-ea"/>
                <a:ea typeface="+mn-ea"/>
              </a:rPr>
              <a:t>:</a:t>
            </a:r>
            <a:r>
              <a:rPr kumimoji="1" lang="ja-JP" altLang="en-US" sz="2400" i="0" dirty="0">
                <a:latin typeface="+mn-ea"/>
                <a:ea typeface="+mn-ea"/>
              </a:rPr>
              <a:t>通過にかかった時間</a:t>
            </a:r>
            <a:endParaRPr kumimoji="1" lang="en-US" altLang="ja-JP" sz="2400" i="0" dirty="0">
              <a:latin typeface="+mn-ea"/>
              <a:ea typeface="+mn-ea"/>
            </a:endParaRPr>
          </a:p>
          <a:p>
            <a:pPr algn="l"/>
            <a:r>
              <a:rPr kumimoji="1" lang="ja-JP" altLang="en-US" sz="2400" i="0" dirty="0">
                <a:latin typeface="+mn-ea"/>
                <a:ea typeface="+mn-ea"/>
              </a:rPr>
              <a:t>　　　復帰性能</a:t>
            </a:r>
            <a:r>
              <a:rPr kumimoji="1" lang="en-US" altLang="ja-JP" sz="2400" i="0" dirty="0">
                <a:latin typeface="+mn-ea"/>
                <a:ea typeface="+mn-ea"/>
              </a:rPr>
              <a:t>:</a:t>
            </a:r>
            <a:r>
              <a:rPr kumimoji="1" lang="ja-JP" altLang="en-US" sz="2400" i="0" dirty="0">
                <a:latin typeface="+mn-ea"/>
                <a:ea typeface="+mn-ea"/>
              </a:rPr>
              <a:t>転倒，横転時に復帰できるか</a:t>
            </a:r>
            <a:endParaRPr kumimoji="1" lang="en-US" altLang="ja-JP" sz="2400" i="0" dirty="0">
              <a:latin typeface="+mn-ea"/>
              <a:ea typeface="+mn-ea"/>
            </a:endParaRPr>
          </a:p>
          <a:p>
            <a:pPr algn="l"/>
            <a:r>
              <a:rPr kumimoji="1" lang="ja-JP" altLang="en-US" sz="2400" i="0" dirty="0">
                <a:latin typeface="+mn-ea"/>
                <a:ea typeface="+mn-ea"/>
              </a:rPr>
              <a:t>エネルギー効率</a:t>
            </a:r>
            <a:r>
              <a:rPr kumimoji="1" lang="en-US" altLang="ja-JP" sz="2400" i="0" dirty="0">
                <a:latin typeface="+mn-ea"/>
                <a:ea typeface="+mn-ea"/>
              </a:rPr>
              <a:t>:</a:t>
            </a:r>
            <a:r>
              <a:rPr kumimoji="1" lang="ja-JP" altLang="en-US" sz="2400" i="0" dirty="0">
                <a:latin typeface="+mn-ea"/>
                <a:ea typeface="+mn-ea"/>
              </a:rPr>
              <a:t>バッテリー，熱効率</a:t>
            </a:r>
            <a:endParaRPr kumimoji="1" lang="en-US" altLang="ja-JP" sz="2400" i="0" dirty="0">
              <a:latin typeface="+mn-ea"/>
              <a:ea typeface="+mn-ea"/>
            </a:endParaRPr>
          </a:p>
          <a:p>
            <a:pPr algn="l"/>
            <a:r>
              <a:rPr kumimoji="1" lang="ja-JP" altLang="en-US" sz="2400" i="0" dirty="0">
                <a:latin typeface="+mn-ea"/>
                <a:ea typeface="+mn-ea"/>
              </a:rPr>
              <a:t>　　　　　</a:t>
            </a:r>
            <a:r>
              <a:rPr kumimoji="1" lang="en-US" altLang="ja-JP" sz="2400" i="0" dirty="0">
                <a:latin typeface="+mn-ea"/>
                <a:ea typeface="+mn-ea"/>
              </a:rPr>
              <a:t>etc.</a:t>
            </a:r>
          </a:p>
        </p:txBody>
      </p:sp>
      <p:sp>
        <p:nvSpPr>
          <p:cNvPr id="9" name="正方形/長方形 8">
            <a:extLst>
              <a:ext uri="{FF2B5EF4-FFF2-40B4-BE49-F238E27FC236}">
                <a16:creationId xmlns:a16="http://schemas.microsoft.com/office/drawing/2014/main" id="{A96EFEC8-904F-8FEC-4FC4-C265733F6CC9}"/>
              </a:ext>
            </a:extLst>
          </p:cNvPr>
          <p:cNvSpPr/>
          <p:nvPr/>
        </p:nvSpPr>
        <p:spPr bwMode="auto">
          <a:xfrm>
            <a:off x="6383094" y="1346868"/>
            <a:ext cx="5144756" cy="1014495"/>
          </a:xfrm>
          <a:prstGeom prst="rect">
            <a:avLst/>
          </a:prstGeom>
          <a:solidFill>
            <a:schemeClr val="accent1">
              <a:lumMod val="20000"/>
              <a:lumOff val="80000"/>
            </a:schemeClr>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10" name="テキスト ボックス 9">
            <a:extLst>
              <a:ext uri="{FF2B5EF4-FFF2-40B4-BE49-F238E27FC236}">
                <a16:creationId xmlns:a16="http://schemas.microsoft.com/office/drawing/2014/main" id="{48AE849C-2A53-AACA-E0F7-332F927B1DE1}"/>
              </a:ext>
            </a:extLst>
          </p:cNvPr>
          <p:cNvSpPr txBox="1"/>
          <p:nvPr/>
        </p:nvSpPr>
        <p:spPr>
          <a:xfrm>
            <a:off x="6595244" y="1438561"/>
            <a:ext cx="4720456" cy="1200329"/>
          </a:xfrm>
          <a:prstGeom prst="rect">
            <a:avLst/>
          </a:prstGeom>
          <a:noFill/>
        </p:spPr>
        <p:txBody>
          <a:bodyPr wrap="square" rtlCol="0">
            <a:spAutoFit/>
          </a:bodyPr>
          <a:lstStyle/>
          <a:p>
            <a:pPr algn="ctr"/>
            <a:r>
              <a:rPr kumimoji="1" lang="ja-JP" altLang="en-US" sz="2400" i="0" dirty="0">
                <a:latin typeface="+mn-ea"/>
                <a:ea typeface="+mn-ea"/>
              </a:rPr>
              <a:t>一般に，車両が走行するのに</a:t>
            </a:r>
            <a:endParaRPr kumimoji="1" lang="en-US" altLang="ja-JP" sz="2400" i="0" dirty="0">
              <a:latin typeface="+mn-ea"/>
              <a:ea typeface="+mn-ea"/>
            </a:endParaRPr>
          </a:p>
          <a:p>
            <a:pPr algn="ctr"/>
            <a:r>
              <a:rPr kumimoji="1" lang="ja-JP" altLang="en-US" sz="2400" i="0" dirty="0">
                <a:latin typeface="+mn-ea"/>
                <a:ea typeface="+mn-ea"/>
              </a:rPr>
              <a:t>求められる</a:t>
            </a:r>
            <a:r>
              <a:rPr kumimoji="1" lang="ja-JP" altLang="en-US" sz="2400" b="1" i="0" dirty="0">
                <a:latin typeface="+mn-ea"/>
                <a:ea typeface="+mn-ea"/>
              </a:rPr>
              <a:t>性能全般</a:t>
            </a:r>
            <a:r>
              <a:rPr kumimoji="1" lang="ja-JP" altLang="en-US" sz="2400" i="0" dirty="0">
                <a:latin typeface="+mn-ea"/>
                <a:ea typeface="+mn-ea"/>
              </a:rPr>
              <a:t>のこと</a:t>
            </a:r>
          </a:p>
          <a:p>
            <a:pPr algn="l"/>
            <a:endParaRPr kumimoji="1" lang="ja-JP" altLang="en-US" sz="2400" i="0" dirty="0">
              <a:latin typeface="+mn-ea"/>
              <a:ea typeface="+mn-ea"/>
            </a:endParaRPr>
          </a:p>
        </p:txBody>
      </p:sp>
    </p:spTree>
    <p:extLst>
      <p:ext uri="{BB962C8B-B14F-4D97-AF65-F5344CB8AC3E}">
        <p14:creationId xmlns:p14="http://schemas.microsoft.com/office/powerpoint/2010/main" val="1871261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94F53-C310-5F01-3B34-0390E7E8B300}"/>
              </a:ext>
            </a:extLst>
          </p:cNvPr>
          <p:cNvSpPr>
            <a:spLocks noGrp="1"/>
          </p:cNvSpPr>
          <p:nvPr>
            <p:ph type="title"/>
          </p:nvPr>
        </p:nvSpPr>
        <p:spPr/>
        <p:txBody>
          <a:bodyPr/>
          <a:lstStyle/>
          <a:p>
            <a:r>
              <a:rPr kumimoji="1" lang="ja-JP" altLang="en-US" b="1" dirty="0"/>
              <a:t>実験の仕方</a:t>
            </a:r>
          </a:p>
        </p:txBody>
      </p:sp>
      <p:sp>
        <p:nvSpPr>
          <p:cNvPr id="5" name="テキスト ボックス 4">
            <a:extLst>
              <a:ext uri="{FF2B5EF4-FFF2-40B4-BE49-F238E27FC236}">
                <a16:creationId xmlns:a16="http://schemas.microsoft.com/office/drawing/2014/main" id="{40270E84-167D-62E1-B5ED-880CF25825A5}"/>
              </a:ext>
            </a:extLst>
          </p:cNvPr>
          <p:cNvSpPr txBox="1"/>
          <p:nvPr/>
        </p:nvSpPr>
        <p:spPr>
          <a:xfrm>
            <a:off x="3593362" y="1261510"/>
            <a:ext cx="4903907" cy="584775"/>
          </a:xfrm>
          <a:prstGeom prst="rect">
            <a:avLst/>
          </a:prstGeom>
          <a:noFill/>
        </p:spPr>
        <p:txBody>
          <a:bodyPr wrap="none" rtlCol="0">
            <a:spAutoFit/>
          </a:bodyPr>
          <a:lstStyle/>
          <a:p>
            <a:pPr algn="l"/>
            <a:r>
              <a:rPr kumimoji="1" lang="ja-JP" altLang="en-US" sz="3200" b="1" i="0" u="sng" dirty="0">
                <a:solidFill>
                  <a:srgbClr val="FF0000"/>
                </a:solidFill>
                <a:latin typeface="+mn-ea"/>
                <a:ea typeface="+mn-ea"/>
              </a:rPr>
              <a:t>仮説理論の検証</a:t>
            </a:r>
            <a:r>
              <a:rPr kumimoji="1" lang="ja-JP" altLang="en-US" sz="2400" i="0" dirty="0">
                <a:latin typeface="+mn-ea"/>
                <a:ea typeface="+mn-ea"/>
              </a:rPr>
              <a:t>に重きを置く</a:t>
            </a:r>
          </a:p>
        </p:txBody>
      </p:sp>
      <p:sp>
        <p:nvSpPr>
          <p:cNvPr id="6" name="テキスト ボックス 5">
            <a:extLst>
              <a:ext uri="{FF2B5EF4-FFF2-40B4-BE49-F238E27FC236}">
                <a16:creationId xmlns:a16="http://schemas.microsoft.com/office/drawing/2014/main" id="{88FC2B0F-694E-1A81-501E-FAD39C844B55}"/>
              </a:ext>
            </a:extLst>
          </p:cNvPr>
          <p:cNvSpPr txBox="1"/>
          <p:nvPr/>
        </p:nvSpPr>
        <p:spPr>
          <a:xfrm>
            <a:off x="1512509" y="2449627"/>
            <a:ext cx="8042023" cy="2677656"/>
          </a:xfrm>
          <a:prstGeom prst="rect">
            <a:avLst/>
          </a:prstGeom>
          <a:solidFill>
            <a:schemeClr val="accent2">
              <a:lumMod val="20000"/>
              <a:lumOff val="80000"/>
            </a:schemeClr>
          </a:solidFill>
          <a:ln>
            <a:noFill/>
          </a:ln>
        </p:spPr>
        <p:txBody>
          <a:bodyPr wrap="square" rtlCol="0">
            <a:spAutoFit/>
          </a:bodyPr>
          <a:lstStyle/>
          <a:p>
            <a:pPr algn="ctr"/>
            <a:r>
              <a:rPr kumimoji="1" lang="ja-JP" altLang="en-US" sz="1800" i="0" dirty="0">
                <a:latin typeface="+mn-ea"/>
                <a:ea typeface="+mn-ea"/>
              </a:rPr>
              <a:t>実験に必要な項目</a:t>
            </a:r>
            <a:endParaRPr kumimoji="1" lang="en-US" altLang="ja-JP" sz="1800" i="0" dirty="0">
              <a:latin typeface="+mn-ea"/>
              <a:ea typeface="+mn-ea"/>
            </a:endParaRPr>
          </a:p>
          <a:p>
            <a:pPr algn="l"/>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車両設計パラメータの変更</a:t>
            </a:r>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大量の分解した地形における走行データの収集</a:t>
            </a:r>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実験条件の変更</a:t>
            </a:r>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計測器（センサ）の実装</a:t>
            </a:r>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収集したデータの集計・重ね合わせ・比較・グラフ化</a:t>
            </a:r>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大量の試行回数</a:t>
            </a:r>
            <a:endParaRPr kumimoji="1" lang="en-US" altLang="ja-JP" sz="1800" i="0" dirty="0">
              <a:latin typeface="+mn-ea"/>
              <a:ea typeface="+mn-ea"/>
            </a:endParaRPr>
          </a:p>
          <a:p>
            <a:pPr algn="l"/>
            <a:r>
              <a:rPr kumimoji="1" lang="en-US" altLang="ja-JP" sz="1800" i="0" dirty="0">
                <a:latin typeface="+mn-ea"/>
                <a:ea typeface="+mn-ea"/>
              </a:rPr>
              <a:t>etc.</a:t>
            </a:r>
          </a:p>
        </p:txBody>
      </p:sp>
      <p:sp>
        <p:nvSpPr>
          <p:cNvPr id="7" name="円弧 6">
            <a:extLst>
              <a:ext uri="{FF2B5EF4-FFF2-40B4-BE49-F238E27FC236}">
                <a16:creationId xmlns:a16="http://schemas.microsoft.com/office/drawing/2014/main" id="{A40B03F1-237A-C95B-13A5-D7FEEEAA2F1C}"/>
              </a:ext>
            </a:extLst>
          </p:cNvPr>
          <p:cNvSpPr/>
          <p:nvPr/>
        </p:nvSpPr>
        <p:spPr bwMode="auto">
          <a:xfrm rot="2601618">
            <a:off x="6182177" y="1725159"/>
            <a:ext cx="4147927" cy="4306966"/>
          </a:xfrm>
          <a:prstGeom prst="arc">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9" name="テキスト ボックス 8">
            <a:extLst>
              <a:ext uri="{FF2B5EF4-FFF2-40B4-BE49-F238E27FC236}">
                <a16:creationId xmlns:a16="http://schemas.microsoft.com/office/drawing/2014/main" id="{B95C61DE-0FE2-B631-136C-548E4DDE3F54}"/>
              </a:ext>
            </a:extLst>
          </p:cNvPr>
          <p:cNvSpPr txBox="1"/>
          <p:nvPr/>
        </p:nvSpPr>
        <p:spPr>
          <a:xfrm>
            <a:off x="10464533" y="1463170"/>
            <a:ext cx="923330" cy="4708981"/>
          </a:xfrm>
          <a:prstGeom prst="rect">
            <a:avLst/>
          </a:prstGeom>
          <a:noFill/>
        </p:spPr>
        <p:txBody>
          <a:bodyPr vert="eaVert" wrap="none" rtlCol="0">
            <a:spAutoFit/>
          </a:bodyPr>
          <a:lstStyle/>
          <a:p>
            <a:r>
              <a:rPr kumimoji="1" lang="ja-JP" altLang="en-US" sz="2400" i="0" dirty="0">
                <a:latin typeface="+mn-ea"/>
                <a:ea typeface="+mn-ea"/>
              </a:rPr>
              <a:t>実際に実験するには手間がかかる</a:t>
            </a:r>
          </a:p>
          <a:p>
            <a:pPr algn="l"/>
            <a:endParaRPr kumimoji="1" lang="ja-JP" altLang="en-US" sz="2400" i="0" dirty="0">
              <a:latin typeface="+mn-ea"/>
              <a:ea typeface="+mn-ea"/>
            </a:endParaRPr>
          </a:p>
        </p:txBody>
      </p:sp>
      <p:sp>
        <p:nvSpPr>
          <p:cNvPr id="11" name="正方形/長方形 10">
            <a:extLst>
              <a:ext uri="{FF2B5EF4-FFF2-40B4-BE49-F238E27FC236}">
                <a16:creationId xmlns:a16="http://schemas.microsoft.com/office/drawing/2014/main" id="{450AD7B4-54DC-3708-9038-9820C2C484EE}"/>
              </a:ext>
            </a:extLst>
          </p:cNvPr>
          <p:cNvSpPr/>
          <p:nvPr/>
        </p:nvSpPr>
        <p:spPr bwMode="auto">
          <a:xfrm>
            <a:off x="1791742" y="5451852"/>
            <a:ext cx="7483558" cy="894303"/>
          </a:xfrm>
          <a:prstGeom prst="rect">
            <a:avLst/>
          </a:prstGeom>
          <a:solidFill>
            <a:schemeClr val="accent1">
              <a:lumMod val="20000"/>
              <a:lumOff val="80000"/>
            </a:schemeClr>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0" name="テキスト ボックス 9">
            <a:extLst>
              <a:ext uri="{FF2B5EF4-FFF2-40B4-BE49-F238E27FC236}">
                <a16:creationId xmlns:a16="http://schemas.microsoft.com/office/drawing/2014/main" id="{EBEC9792-4B2D-0FD6-C0CE-85D8EF3D693F}"/>
              </a:ext>
            </a:extLst>
          </p:cNvPr>
          <p:cNvSpPr txBox="1"/>
          <p:nvPr/>
        </p:nvSpPr>
        <p:spPr>
          <a:xfrm>
            <a:off x="2316397" y="5710486"/>
            <a:ext cx="9191776" cy="461665"/>
          </a:xfrm>
          <a:prstGeom prst="rect">
            <a:avLst/>
          </a:prstGeom>
          <a:noFill/>
        </p:spPr>
        <p:txBody>
          <a:bodyPr wrap="square" rtlCol="0">
            <a:spAutoFit/>
          </a:bodyPr>
          <a:lstStyle/>
          <a:p>
            <a:pPr algn="l"/>
            <a:r>
              <a:rPr kumimoji="1" lang="ja-JP" altLang="en-US" sz="2400" i="0" dirty="0">
                <a:latin typeface="+mn-ea"/>
                <a:ea typeface="+mn-ea"/>
              </a:rPr>
              <a:t>本研究では</a:t>
            </a:r>
            <a:r>
              <a:rPr kumimoji="1" lang="ja-JP" altLang="en-US" sz="2400" b="1" i="0" dirty="0">
                <a:latin typeface="+mn-ea"/>
                <a:ea typeface="+mn-ea"/>
              </a:rPr>
              <a:t>シミュレーションソフト</a:t>
            </a:r>
            <a:r>
              <a:rPr kumimoji="1" lang="ja-JP" altLang="en-US" sz="2400" i="0" dirty="0">
                <a:latin typeface="+mn-ea"/>
                <a:ea typeface="+mn-ea"/>
              </a:rPr>
              <a:t>を用いる</a:t>
            </a:r>
          </a:p>
        </p:txBody>
      </p:sp>
      <p:sp>
        <p:nvSpPr>
          <p:cNvPr id="12" name="テキスト ボックス 11">
            <a:extLst>
              <a:ext uri="{FF2B5EF4-FFF2-40B4-BE49-F238E27FC236}">
                <a16:creationId xmlns:a16="http://schemas.microsoft.com/office/drawing/2014/main" id="{4882CCDF-B452-5AEC-3BAA-ADCEF44D7706}"/>
              </a:ext>
            </a:extLst>
          </p:cNvPr>
          <p:cNvSpPr txBox="1"/>
          <p:nvPr/>
        </p:nvSpPr>
        <p:spPr>
          <a:xfrm>
            <a:off x="974893" y="1844869"/>
            <a:ext cx="10341293" cy="461665"/>
          </a:xfrm>
          <a:prstGeom prst="rect">
            <a:avLst/>
          </a:prstGeom>
          <a:noFill/>
        </p:spPr>
        <p:txBody>
          <a:bodyPr wrap="none" rtlCol="0">
            <a:spAutoFit/>
          </a:bodyPr>
          <a:lstStyle/>
          <a:p>
            <a:pPr algn="l"/>
            <a:r>
              <a:rPr kumimoji="1" lang="ja-JP" altLang="en-US" sz="2400" b="1" i="0" dirty="0">
                <a:latin typeface="+mn-ea"/>
                <a:ea typeface="+mn-ea"/>
              </a:rPr>
              <a:t>三次元自由な地面形状</a:t>
            </a:r>
            <a:r>
              <a:rPr kumimoji="1" lang="ja-JP" altLang="en-US" sz="2400" i="0" dirty="0">
                <a:latin typeface="+mn-ea"/>
                <a:ea typeface="+mn-ea"/>
              </a:rPr>
              <a:t>で検証する前に，</a:t>
            </a:r>
            <a:r>
              <a:rPr kumimoji="1" lang="ja-JP" altLang="en-US" sz="2400" b="1" i="0" dirty="0">
                <a:latin typeface="+mn-ea"/>
                <a:ea typeface="+mn-ea"/>
              </a:rPr>
              <a:t>二次元形状</a:t>
            </a:r>
            <a:r>
              <a:rPr kumimoji="1" lang="ja-JP" altLang="en-US" sz="2400" i="0" dirty="0">
                <a:latin typeface="+mn-ea"/>
                <a:ea typeface="+mn-ea"/>
              </a:rPr>
              <a:t>で理論の成立を検証</a:t>
            </a:r>
          </a:p>
        </p:txBody>
      </p:sp>
    </p:spTree>
    <p:extLst>
      <p:ext uri="{BB962C8B-B14F-4D97-AF65-F5344CB8AC3E}">
        <p14:creationId xmlns:p14="http://schemas.microsoft.com/office/powerpoint/2010/main" val="2729547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8EE478-9463-59C6-59B7-5DA8DC9584EA}"/>
              </a:ext>
            </a:extLst>
          </p:cNvPr>
          <p:cNvSpPr>
            <a:spLocks noGrp="1"/>
          </p:cNvSpPr>
          <p:nvPr>
            <p:ph type="title"/>
          </p:nvPr>
        </p:nvSpPr>
        <p:spPr/>
        <p:txBody>
          <a:bodyPr/>
          <a:lstStyle/>
          <a:p>
            <a:r>
              <a:rPr kumimoji="1" lang="ja-JP" altLang="en-US" b="1" dirty="0"/>
              <a:t>シミュレーションソフトの選択</a:t>
            </a:r>
          </a:p>
        </p:txBody>
      </p:sp>
      <p:sp>
        <p:nvSpPr>
          <p:cNvPr id="4" name="テキスト ボックス 3">
            <a:extLst>
              <a:ext uri="{FF2B5EF4-FFF2-40B4-BE49-F238E27FC236}">
                <a16:creationId xmlns:a16="http://schemas.microsoft.com/office/drawing/2014/main" id="{C0963FB2-CE9D-7AD3-8C83-B4606DD47F50}"/>
              </a:ext>
            </a:extLst>
          </p:cNvPr>
          <p:cNvSpPr txBox="1"/>
          <p:nvPr/>
        </p:nvSpPr>
        <p:spPr>
          <a:xfrm>
            <a:off x="1207691" y="1820987"/>
            <a:ext cx="10108009" cy="3785652"/>
          </a:xfrm>
          <a:prstGeom prst="rect">
            <a:avLst/>
          </a:prstGeom>
          <a:solidFill>
            <a:schemeClr val="accent2">
              <a:lumMod val="20000"/>
              <a:lumOff val="80000"/>
            </a:schemeClr>
          </a:solidFill>
          <a:ln>
            <a:noFill/>
          </a:ln>
        </p:spPr>
        <p:txBody>
          <a:bodyPr wrap="square" rtlCol="0">
            <a:spAutoFit/>
          </a:bodyPr>
          <a:lstStyle/>
          <a:p>
            <a:pPr algn="ctr"/>
            <a:r>
              <a:rPr kumimoji="1" lang="ja-JP" altLang="en-US" sz="2400" b="1" i="0" dirty="0">
                <a:latin typeface="+mn-ea"/>
                <a:ea typeface="+mn-ea"/>
              </a:rPr>
              <a:t>実験のシミュレーションに求めること</a:t>
            </a:r>
            <a:endParaRPr kumimoji="1" lang="en-US" altLang="ja-JP" sz="2400" b="1" i="0" dirty="0">
              <a:latin typeface="+mn-ea"/>
              <a:ea typeface="+mn-ea"/>
            </a:endParaRPr>
          </a:p>
          <a:p>
            <a:pPr algn="l"/>
            <a:endParaRPr kumimoji="1" lang="en-US" altLang="ja-JP" sz="2400" i="0" dirty="0">
              <a:latin typeface="+mn-ea"/>
              <a:ea typeface="+mn-ea"/>
            </a:endParaRPr>
          </a:p>
          <a:p>
            <a:pPr marL="342900" indent="-342900" algn="l">
              <a:buFont typeface="Wingdings" panose="05000000000000000000" pitchFamily="2" charset="2"/>
              <a:buChar char="l"/>
            </a:pPr>
            <a:r>
              <a:rPr kumimoji="1" lang="ja-JP" altLang="en-US" sz="2400" i="0" dirty="0">
                <a:latin typeface="+mn-ea"/>
                <a:ea typeface="+mn-ea"/>
              </a:rPr>
              <a:t>不整地と車輪，関節部などの接触が多い挙動を正確に再現可能</a:t>
            </a:r>
            <a:endParaRPr kumimoji="1" lang="en-US" altLang="ja-JP" sz="2400" i="0" dirty="0">
              <a:latin typeface="+mn-ea"/>
              <a:ea typeface="+mn-ea"/>
            </a:endParaRPr>
          </a:p>
          <a:p>
            <a:pPr marL="342900" indent="-342900" algn="l">
              <a:buFont typeface="Wingdings" panose="05000000000000000000" pitchFamily="2" charset="2"/>
              <a:buChar char="l"/>
            </a:pPr>
            <a:endParaRPr kumimoji="1" lang="en-US" altLang="ja-JP" sz="2400" i="0" dirty="0">
              <a:latin typeface="+mn-ea"/>
              <a:ea typeface="+mn-ea"/>
            </a:endParaRPr>
          </a:p>
          <a:p>
            <a:pPr marL="342900" indent="-342900" algn="l">
              <a:buFont typeface="Wingdings" panose="05000000000000000000" pitchFamily="2" charset="2"/>
              <a:buChar char="l"/>
            </a:pPr>
            <a:r>
              <a:rPr kumimoji="1" lang="ja-JP" altLang="en-US" sz="2400" i="0" dirty="0">
                <a:latin typeface="+mn-ea"/>
                <a:ea typeface="+mn-ea"/>
              </a:rPr>
              <a:t>動作が高速かつパラメータ変更，繰り返し試行が容易</a:t>
            </a:r>
            <a:endParaRPr kumimoji="1" lang="en-US" altLang="ja-JP" sz="2400" i="0" dirty="0">
              <a:latin typeface="+mn-ea"/>
              <a:ea typeface="+mn-ea"/>
            </a:endParaRPr>
          </a:p>
          <a:p>
            <a:pPr marL="342900" indent="-342900" algn="l">
              <a:buFont typeface="Wingdings" panose="05000000000000000000" pitchFamily="2" charset="2"/>
              <a:buChar char="l"/>
            </a:pPr>
            <a:endParaRPr kumimoji="1" lang="en-US" altLang="ja-JP" sz="2400" i="0" dirty="0">
              <a:latin typeface="+mn-ea"/>
              <a:ea typeface="+mn-ea"/>
            </a:endParaRPr>
          </a:p>
          <a:p>
            <a:pPr marL="342900" indent="-342900" algn="l">
              <a:buFont typeface="Wingdings" panose="05000000000000000000" pitchFamily="2" charset="2"/>
              <a:buChar char="l"/>
            </a:pPr>
            <a:r>
              <a:rPr kumimoji="1" lang="ja-JP" altLang="en-US" sz="2400" i="0" dirty="0">
                <a:latin typeface="+mn-ea"/>
                <a:ea typeface="+mn-ea"/>
              </a:rPr>
              <a:t>結果の可視化が柔軟，簡単</a:t>
            </a:r>
            <a:endParaRPr kumimoji="1" lang="en-US" altLang="ja-JP" sz="2400" i="0" dirty="0">
              <a:latin typeface="+mn-ea"/>
              <a:ea typeface="+mn-ea"/>
            </a:endParaRPr>
          </a:p>
          <a:p>
            <a:pPr marL="342900" indent="-342900" algn="l">
              <a:buFont typeface="Wingdings" panose="05000000000000000000" pitchFamily="2" charset="2"/>
              <a:buChar char="l"/>
            </a:pPr>
            <a:endParaRPr kumimoji="1" lang="en-US" altLang="ja-JP" sz="2400" i="0" dirty="0">
              <a:latin typeface="+mn-ea"/>
              <a:ea typeface="+mn-ea"/>
            </a:endParaRPr>
          </a:p>
          <a:p>
            <a:pPr marL="342900" indent="-342900" algn="l">
              <a:buFont typeface="Wingdings" panose="05000000000000000000" pitchFamily="2" charset="2"/>
              <a:buChar char="l"/>
            </a:pPr>
            <a:r>
              <a:rPr kumimoji="1" lang="ja-JP" altLang="en-US" sz="2400" i="0" dirty="0">
                <a:latin typeface="+mn-ea"/>
                <a:ea typeface="+mn-ea"/>
              </a:rPr>
              <a:t>軽量で扱いやすく導入が容易</a:t>
            </a:r>
            <a:endParaRPr kumimoji="1" lang="en-US" altLang="ja-JP" sz="2400" i="0" dirty="0">
              <a:latin typeface="+mn-ea"/>
              <a:ea typeface="+mn-ea"/>
            </a:endParaRPr>
          </a:p>
          <a:p>
            <a:pPr marL="342900" indent="-342900" algn="l">
              <a:buFont typeface="Wingdings" panose="05000000000000000000" pitchFamily="2" charset="2"/>
              <a:buChar char="l"/>
            </a:pPr>
            <a:endParaRPr kumimoji="1" lang="en-US" altLang="ja-JP" sz="2400" i="0" dirty="0">
              <a:latin typeface="+mn-ea"/>
              <a:ea typeface="+mn-ea"/>
            </a:endParaRPr>
          </a:p>
        </p:txBody>
      </p:sp>
    </p:spTree>
    <p:extLst>
      <p:ext uri="{BB962C8B-B14F-4D97-AF65-F5344CB8AC3E}">
        <p14:creationId xmlns:p14="http://schemas.microsoft.com/office/powerpoint/2010/main" val="45223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47BE950E-BA10-57AE-8128-445C0EE13E56}"/>
              </a:ext>
            </a:extLst>
          </p:cNvPr>
          <p:cNvSpPr/>
          <p:nvPr/>
        </p:nvSpPr>
        <p:spPr bwMode="auto">
          <a:xfrm>
            <a:off x="1241728" y="3741709"/>
            <a:ext cx="9954050" cy="2458250"/>
          </a:xfrm>
          <a:prstGeom prst="rect">
            <a:avLst/>
          </a:prstGeom>
          <a:solidFill>
            <a:schemeClr val="accent1">
              <a:lumMod val="20000"/>
              <a:lumOff val="80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 name="タイトル 1">
            <a:extLst>
              <a:ext uri="{FF2B5EF4-FFF2-40B4-BE49-F238E27FC236}">
                <a16:creationId xmlns:a16="http://schemas.microsoft.com/office/drawing/2014/main" id="{E77CD000-2EE8-648F-7C7C-37BFCE61D6BA}"/>
              </a:ext>
            </a:extLst>
          </p:cNvPr>
          <p:cNvSpPr>
            <a:spLocks noGrp="1"/>
          </p:cNvSpPr>
          <p:nvPr>
            <p:ph type="title"/>
          </p:nvPr>
        </p:nvSpPr>
        <p:spPr/>
        <p:txBody>
          <a:bodyPr/>
          <a:lstStyle/>
          <a:p>
            <a:r>
              <a:rPr lang="ja-JP" altLang="en-US" b="1" dirty="0"/>
              <a:t>シミュレーションソフトの決定</a:t>
            </a:r>
            <a:endParaRPr kumimoji="1" lang="ja-JP" altLang="en-US" b="1" dirty="0"/>
          </a:p>
        </p:txBody>
      </p:sp>
      <p:sp>
        <p:nvSpPr>
          <p:cNvPr id="6" name="正方形/長方形 5">
            <a:extLst>
              <a:ext uri="{FF2B5EF4-FFF2-40B4-BE49-F238E27FC236}">
                <a16:creationId xmlns:a16="http://schemas.microsoft.com/office/drawing/2014/main" id="{C3CFDE23-CCD3-AD09-73F7-D224CF9F5C83}"/>
              </a:ext>
            </a:extLst>
          </p:cNvPr>
          <p:cNvSpPr/>
          <p:nvPr/>
        </p:nvSpPr>
        <p:spPr bwMode="auto">
          <a:xfrm>
            <a:off x="947571" y="1279520"/>
            <a:ext cx="3927678" cy="1395313"/>
          </a:xfrm>
          <a:prstGeom prst="rect">
            <a:avLst/>
          </a:prstGeom>
          <a:solidFill>
            <a:schemeClr val="accent1">
              <a:lumMod val="20000"/>
              <a:lumOff val="80000"/>
            </a:schemeClr>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ja-JP" altLang="en-US" sz="4800" b="1" i="0" u="none" strike="noStrike" cap="none" normalizeH="0" baseline="0" dirty="0">
              <a:ln>
                <a:noFill/>
              </a:ln>
              <a:solidFill>
                <a:srgbClr val="FF0000"/>
              </a:solidFill>
              <a:effectLst/>
              <a:latin typeface="+mn-ea"/>
              <a:ea typeface="+mn-ea"/>
            </a:endParaRPr>
          </a:p>
        </p:txBody>
      </p:sp>
      <p:sp>
        <p:nvSpPr>
          <p:cNvPr id="5" name="テキスト ボックス 4">
            <a:extLst>
              <a:ext uri="{FF2B5EF4-FFF2-40B4-BE49-F238E27FC236}">
                <a16:creationId xmlns:a16="http://schemas.microsoft.com/office/drawing/2014/main" id="{F7BD367F-EF58-53D6-261F-75571075E9FA}"/>
              </a:ext>
            </a:extLst>
          </p:cNvPr>
          <p:cNvSpPr txBox="1"/>
          <p:nvPr/>
        </p:nvSpPr>
        <p:spPr>
          <a:xfrm>
            <a:off x="5388227" y="1617079"/>
            <a:ext cx="6647974" cy="830997"/>
          </a:xfrm>
          <a:prstGeom prst="rect">
            <a:avLst/>
          </a:prstGeom>
          <a:noFill/>
        </p:spPr>
        <p:txBody>
          <a:bodyPr wrap="none" rtlCol="0">
            <a:spAutoFit/>
          </a:bodyPr>
          <a:lstStyle/>
          <a:p>
            <a:pPr algn="l"/>
            <a:r>
              <a:rPr kumimoji="1" lang="ja-JP" altLang="en-US" sz="2400" i="0" dirty="0">
                <a:latin typeface="+mn-ea"/>
                <a:ea typeface="+mn-ea"/>
              </a:rPr>
              <a:t>環境と相互作用する間接構造の高速かつ</a:t>
            </a:r>
            <a:endParaRPr kumimoji="1" lang="en-US" altLang="ja-JP" sz="2400" i="0" dirty="0">
              <a:latin typeface="+mn-ea"/>
              <a:ea typeface="+mn-ea"/>
            </a:endParaRPr>
          </a:p>
          <a:p>
            <a:pPr algn="l"/>
            <a:r>
              <a:rPr kumimoji="1" lang="ja-JP" altLang="en-US" sz="2400" i="0" dirty="0">
                <a:latin typeface="+mn-ea"/>
                <a:ea typeface="+mn-ea"/>
              </a:rPr>
              <a:t>正確なシミュレーションができる物理エンジン</a:t>
            </a:r>
          </a:p>
        </p:txBody>
      </p:sp>
      <p:sp>
        <p:nvSpPr>
          <p:cNvPr id="4" name="テキスト ボックス 3">
            <a:extLst>
              <a:ext uri="{FF2B5EF4-FFF2-40B4-BE49-F238E27FC236}">
                <a16:creationId xmlns:a16="http://schemas.microsoft.com/office/drawing/2014/main" id="{DD832F17-BE52-876E-181E-5723384D4B10}"/>
              </a:ext>
            </a:extLst>
          </p:cNvPr>
          <p:cNvSpPr txBox="1"/>
          <p:nvPr/>
        </p:nvSpPr>
        <p:spPr>
          <a:xfrm>
            <a:off x="947571" y="1645645"/>
            <a:ext cx="3927678" cy="1200329"/>
          </a:xfrm>
          <a:prstGeom prst="rect">
            <a:avLst/>
          </a:prstGeom>
          <a:noFill/>
        </p:spPr>
        <p:txBody>
          <a:bodyPr wrap="none" rtlCol="0">
            <a:spAutoFit/>
          </a:bodyPr>
          <a:lstStyle/>
          <a:p>
            <a:r>
              <a:rPr lang="ja-JP" altLang="en-US" sz="4800" b="1" i="0" dirty="0">
                <a:solidFill>
                  <a:srgbClr val="FF0000"/>
                </a:solidFill>
                <a:latin typeface="+mn-ea"/>
                <a:ea typeface="+mn-ea"/>
              </a:rPr>
              <a:t>「</a:t>
            </a:r>
            <a:r>
              <a:rPr lang="en-US" altLang="ja-JP" sz="4800" b="1" i="0" dirty="0" err="1">
                <a:solidFill>
                  <a:srgbClr val="FF0000"/>
                </a:solidFill>
                <a:latin typeface="+mn-ea"/>
                <a:ea typeface="+mn-ea"/>
              </a:rPr>
              <a:t>MuJoCo</a:t>
            </a:r>
            <a:r>
              <a:rPr lang="ja-JP" altLang="en-US" sz="4800" b="1" i="0" dirty="0">
                <a:solidFill>
                  <a:srgbClr val="FF0000"/>
                </a:solidFill>
                <a:latin typeface="+mn-ea"/>
                <a:ea typeface="+mn-ea"/>
              </a:rPr>
              <a:t>」</a:t>
            </a:r>
          </a:p>
          <a:p>
            <a:pPr algn="l"/>
            <a:endParaRPr kumimoji="1" lang="ja-JP" altLang="en-US" sz="2400" i="0" dirty="0">
              <a:latin typeface="+mn-ea"/>
              <a:ea typeface="+mn-ea"/>
            </a:endParaRPr>
          </a:p>
        </p:txBody>
      </p:sp>
      <p:sp>
        <p:nvSpPr>
          <p:cNvPr id="7" name="テキスト ボックス 6">
            <a:extLst>
              <a:ext uri="{FF2B5EF4-FFF2-40B4-BE49-F238E27FC236}">
                <a16:creationId xmlns:a16="http://schemas.microsoft.com/office/drawing/2014/main" id="{1782960E-45C3-2B64-8D7B-10DE5C05CFD0}"/>
              </a:ext>
            </a:extLst>
          </p:cNvPr>
          <p:cNvSpPr txBox="1"/>
          <p:nvPr/>
        </p:nvSpPr>
        <p:spPr>
          <a:xfrm>
            <a:off x="2030180" y="3492791"/>
            <a:ext cx="2262158" cy="461665"/>
          </a:xfrm>
          <a:prstGeom prst="rect">
            <a:avLst/>
          </a:prstGeom>
          <a:solidFill>
            <a:schemeClr val="bg1"/>
          </a:solidFill>
          <a:ln>
            <a:solidFill>
              <a:schemeClr val="tx1"/>
            </a:solidFill>
          </a:ln>
        </p:spPr>
        <p:txBody>
          <a:bodyPr wrap="none" rtlCol="0">
            <a:spAutoFit/>
          </a:bodyPr>
          <a:lstStyle/>
          <a:p>
            <a:pPr algn="l"/>
            <a:r>
              <a:rPr kumimoji="1" lang="en-US" altLang="ja-JP" sz="2400" i="0" dirty="0" err="1">
                <a:latin typeface="+mn-ea"/>
                <a:ea typeface="+mn-ea"/>
              </a:rPr>
              <a:t>MuJoCo</a:t>
            </a:r>
            <a:r>
              <a:rPr kumimoji="1" lang="ja-JP" altLang="en-US" sz="2400" i="0" dirty="0">
                <a:latin typeface="+mn-ea"/>
                <a:ea typeface="+mn-ea"/>
              </a:rPr>
              <a:t>の利点</a:t>
            </a:r>
          </a:p>
        </p:txBody>
      </p:sp>
      <p:sp>
        <p:nvSpPr>
          <p:cNvPr id="8" name="テキスト ボックス 7">
            <a:extLst>
              <a:ext uri="{FF2B5EF4-FFF2-40B4-BE49-F238E27FC236}">
                <a16:creationId xmlns:a16="http://schemas.microsoft.com/office/drawing/2014/main" id="{6E367122-1055-3BE0-25D6-29A71816FE0B}"/>
              </a:ext>
            </a:extLst>
          </p:cNvPr>
          <p:cNvSpPr txBox="1"/>
          <p:nvPr/>
        </p:nvSpPr>
        <p:spPr>
          <a:xfrm>
            <a:off x="1621234" y="4132229"/>
            <a:ext cx="9574544" cy="1938992"/>
          </a:xfrm>
          <a:prstGeom prst="rect">
            <a:avLst/>
          </a:prstGeom>
          <a:noFill/>
        </p:spPr>
        <p:txBody>
          <a:bodyPr wrap="none" rtlCol="0">
            <a:spAutoFit/>
          </a:bodyPr>
          <a:lstStyle/>
          <a:p>
            <a:pPr marL="342900" indent="-342900" algn="l">
              <a:buFont typeface="Wingdings" panose="05000000000000000000" pitchFamily="2" charset="2"/>
              <a:buChar char="l"/>
            </a:pPr>
            <a:r>
              <a:rPr kumimoji="1" lang="ja-JP" altLang="en-US" sz="2400" i="0" dirty="0">
                <a:latin typeface="+mn-ea"/>
                <a:ea typeface="+mn-ea"/>
              </a:rPr>
              <a:t>無料のオープンソースである</a:t>
            </a:r>
            <a:endParaRPr kumimoji="1" lang="en-US" altLang="ja-JP" sz="2400" i="0" dirty="0">
              <a:latin typeface="+mn-ea"/>
              <a:ea typeface="+mn-ea"/>
            </a:endParaRPr>
          </a:p>
          <a:p>
            <a:pPr marL="342900" indent="-342900" algn="l">
              <a:buFont typeface="Wingdings" panose="05000000000000000000" pitchFamily="2" charset="2"/>
              <a:buChar char="l"/>
            </a:pPr>
            <a:r>
              <a:rPr kumimoji="1" lang="en-US" altLang="ja-JP" sz="2400" i="0" dirty="0">
                <a:latin typeface="+mn-ea"/>
                <a:ea typeface="+mn-ea"/>
              </a:rPr>
              <a:t>Python</a:t>
            </a:r>
            <a:r>
              <a:rPr kumimoji="1" lang="ja-JP" altLang="en-US" sz="2400" i="0" dirty="0">
                <a:latin typeface="+mn-ea"/>
                <a:ea typeface="+mn-ea"/>
              </a:rPr>
              <a:t>と連携可能（柔軟にシミュレーション環境を変更できる）</a:t>
            </a:r>
            <a:endParaRPr kumimoji="1" lang="en-US" altLang="ja-JP" sz="2400" i="0" dirty="0">
              <a:latin typeface="+mn-ea"/>
              <a:ea typeface="+mn-ea"/>
            </a:endParaRPr>
          </a:p>
          <a:p>
            <a:pPr marL="342900" indent="-342900" algn="l">
              <a:buFont typeface="Wingdings" panose="05000000000000000000" pitchFamily="2" charset="2"/>
              <a:buChar char="l"/>
            </a:pPr>
            <a:r>
              <a:rPr kumimoji="1" lang="ja-JP" altLang="en-US" sz="2400" i="0" dirty="0">
                <a:latin typeface="+mn-ea"/>
                <a:ea typeface="+mn-ea"/>
              </a:rPr>
              <a:t>物理現象を視覚的に確認可能</a:t>
            </a:r>
            <a:endParaRPr kumimoji="1" lang="en-US" altLang="ja-JP" sz="2400" i="0" dirty="0">
              <a:latin typeface="+mn-ea"/>
              <a:ea typeface="+mn-ea"/>
            </a:endParaRPr>
          </a:p>
          <a:p>
            <a:pPr marL="342900" indent="-342900" algn="l">
              <a:buFont typeface="Wingdings" panose="05000000000000000000" pitchFamily="2" charset="2"/>
              <a:buChar char="l"/>
            </a:pPr>
            <a:r>
              <a:rPr kumimoji="1" lang="en-US" altLang="ja-JP" sz="2400" i="0" dirty="0" err="1">
                <a:latin typeface="+mn-ea"/>
                <a:ea typeface="+mn-ea"/>
              </a:rPr>
              <a:t>stl</a:t>
            </a:r>
            <a:r>
              <a:rPr kumimoji="1" lang="ja-JP" altLang="en-US" sz="2400" i="0" dirty="0">
                <a:latin typeface="+mn-ea"/>
                <a:ea typeface="+mn-ea"/>
              </a:rPr>
              <a:t>ファイルにした</a:t>
            </a:r>
            <a:r>
              <a:rPr kumimoji="1" lang="en-US" altLang="ja-JP" sz="2400" i="0" dirty="0">
                <a:latin typeface="+mn-ea"/>
                <a:ea typeface="+mn-ea"/>
              </a:rPr>
              <a:t>CAD</a:t>
            </a:r>
            <a:r>
              <a:rPr kumimoji="1" lang="ja-JP" altLang="en-US" sz="2400" i="0" dirty="0">
                <a:latin typeface="+mn-ea"/>
                <a:ea typeface="+mn-ea"/>
              </a:rPr>
              <a:t>データをインポート可能</a:t>
            </a:r>
            <a:endParaRPr kumimoji="1" lang="en-US" altLang="ja-JP" sz="2400" i="0" dirty="0">
              <a:latin typeface="+mn-ea"/>
              <a:ea typeface="+mn-ea"/>
            </a:endParaRPr>
          </a:p>
          <a:p>
            <a:pPr marL="342900" indent="-342900" algn="l">
              <a:buFont typeface="Wingdings" panose="05000000000000000000" pitchFamily="2" charset="2"/>
              <a:buChar char="l"/>
            </a:pPr>
            <a:r>
              <a:rPr kumimoji="1" lang="ja-JP" altLang="en-US" sz="2400" i="0" dirty="0">
                <a:latin typeface="+mn-ea"/>
                <a:ea typeface="+mn-ea"/>
              </a:rPr>
              <a:t>車輪にかかる力・トルク・姿勢・加速度等のログの取得が容易</a:t>
            </a:r>
          </a:p>
        </p:txBody>
      </p:sp>
      <p:sp>
        <p:nvSpPr>
          <p:cNvPr id="10" name="テキスト ボックス 9">
            <a:extLst>
              <a:ext uri="{FF2B5EF4-FFF2-40B4-BE49-F238E27FC236}">
                <a16:creationId xmlns:a16="http://schemas.microsoft.com/office/drawing/2014/main" id="{0BEB1AD6-3F21-2706-D2A4-3BA7760F4EA0}"/>
              </a:ext>
            </a:extLst>
          </p:cNvPr>
          <p:cNvSpPr txBox="1"/>
          <p:nvPr/>
        </p:nvSpPr>
        <p:spPr>
          <a:xfrm>
            <a:off x="538329" y="2814201"/>
            <a:ext cx="5245860" cy="830997"/>
          </a:xfrm>
          <a:prstGeom prst="rect">
            <a:avLst/>
          </a:prstGeom>
          <a:noFill/>
        </p:spPr>
        <p:txBody>
          <a:bodyPr wrap="none" rtlCol="0">
            <a:spAutoFit/>
          </a:bodyPr>
          <a:lstStyle/>
          <a:p>
            <a:r>
              <a:rPr lang="en-US" altLang="ja-JP" sz="2400" dirty="0">
                <a:latin typeface="+mn-ea"/>
                <a:ea typeface="+mn-ea"/>
              </a:rPr>
              <a:t>Multi-Joint dynamics with Contact</a:t>
            </a:r>
          </a:p>
          <a:p>
            <a:pPr algn="l"/>
            <a:endParaRPr kumimoji="1" lang="ja-JP" altLang="en-US" sz="2400" i="0" dirty="0">
              <a:latin typeface="+mn-ea"/>
              <a:ea typeface="+mn-ea"/>
            </a:endParaRPr>
          </a:p>
        </p:txBody>
      </p:sp>
    </p:spTree>
    <p:extLst>
      <p:ext uri="{BB962C8B-B14F-4D97-AF65-F5344CB8AC3E}">
        <p14:creationId xmlns:p14="http://schemas.microsoft.com/office/powerpoint/2010/main" val="3662792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0445188E-CB9D-E747-9A2B-7E454DB44571}"/>
              </a:ext>
            </a:extLst>
          </p:cNvPr>
          <p:cNvSpPr txBox="1">
            <a:spLocks noChangeArrowheads="1"/>
          </p:cNvSpPr>
          <p:nvPr/>
        </p:nvSpPr>
        <p:spPr bwMode="auto">
          <a:xfrm>
            <a:off x="765770" y="304567"/>
            <a:ext cx="1044786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l" rtl="0" eaLnBrk="0" fontAlgn="base" hangingPunct="0">
              <a:spcBef>
                <a:spcPct val="0"/>
              </a:spcBef>
              <a:spcAft>
                <a:spcPct val="0"/>
              </a:spcAft>
              <a:defRPr kumimoji="1" sz="2800" b="0" i="0">
                <a:solidFill>
                  <a:schemeClr val="tx1"/>
                </a:solidFill>
                <a:latin typeface="Meiryo" panose="020B0604030504040204" pitchFamily="34" charset="-128"/>
                <a:ea typeface="Meiryo" panose="020B0604030504040204" pitchFamily="34" charset="-128"/>
                <a:cs typeface="Meiryo" panose="020B0604030504040204" pitchFamily="34" charset="-128"/>
              </a:defRPr>
            </a:lvl1pPr>
            <a:lvl2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2pPr>
            <a:lvl3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3pPr>
            <a:lvl4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4pPr>
            <a:lvl5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5pPr>
            <a:lvl6pPr marL="457200" algn="l" rtl="0" eaLnBrk="0" fontAlgn="base" hangingPunct="0">
              <a:spcBef>
                <a:spcPct val="0"/>
              </a:spcBef>
              <a:spcAft>
                <a:spcPct val="0"/>
              </a:spcAft>
              <a:defRPr sz="2400">
                <a:solidFill>
                  <a:schemeClr val="tx1"/>
                </a:solidFill>
                <a:latin typeface="Times" charset="0"/>
                <a:ea typeface="ＭＳ Ｐゴシック" charset="-128"/>
              </a:defRPr>
            </a:lvl6pPr>
            <a:lvl7pPr marL="914400" algn="l" rtl="0" eaLnBrk="0" fontAlgn="base" hangingPunct="0">
              <a:spcBef>
                <a:spcPct val="0"/>
              </a:spcBef>
              <a:spcAft>
                <a:spcPct val="0"/>
              </a:spcAft>
              <a:defRPr sz="2400">
                <a:solidFill>
                  <a:schemeClr val="tx1"/>
                </a:solidFill>
                <a:latin typeface="Times" charset="0"/>
                <a:ea typeface="ＭＳ Ｐゴシック" charset="-128"/>
              </a:defRPr>
            </a:lvl7pPr>
            <a:lvl8pPr marL="1371600" algn="l" rtl="0" eaLnBrk="0" fontAlgn="base" hangingPunct="0">
              <a:spcBef>
                <a:spcPct val="0"/>
              </a:spcBef>
              <a:spcAft>
                <a:spcPct val="0"/>
              </a:spcAft>
              <a:defRPr sz="2400">
                <a:solidFill>
                  <a:schemeClr val="tx1"/>
                </a:solidFill>
                <a:latin typeface="Times" charset="0"/>
                <a:ea typeface="ＭＳ Ｐゴシック" charset="-128"/>
              </a:defRPr>
            </a:lvl8pPr>
            <a:lvl9pPr marL="1828800" algn="l" rtl="0" eaLnBrk="0" fontAlgn="base" hangingPunct="0">
              <a:spcBef>
                <a:spcPct val="0"/>
              </a:spcBef>
              <a:spcAft>
                <a:spcPct val="0"/>
              </a:spcAft>
              <a:defRPr sz="2400">
                <a:solidFill>
                  <a:schemeClr val="tx1"/>
                </a:solidFill>
                <a:latin typeface="Times" charset="0"/>
                <a:ea typeface="ＭＳ Ｐゴシック" charset="-128"/>
              </a:defRPr>
            </a:lvl9pPr>
          </a:lstStyle>
          <a:p>
            <a:r>
              <a:rPr lang="ja-JP" altLang="en-US" b="1" kern="0" dirty="0"/>
              <a:t>走行性能をどうやって扱うの？</a:t>
            </a:r>
            <a:endParaRPr lang="ja-JP" altLang="en-US" kern="0" dirty="0"/>
          </a:p>
        </p:txBody>
      </p:sp>
      <p:sp>
        <p:nvSpPr>
          <p:cNvPr id="7" name="テキスト ボックス 6">
            <a:extLst>
              <a:ext uri="{FF2B5EF4-FFF2-40B4-BE49-F238E27FC236}">
                <a16:creationId xmlns:a16="http://schemas.microsoft.com/office/drawing/2014/main" id="{98F60A36-6AE6-28F9-154D-CB62295D49EA}"/>
              </a:ext>
            </a:extLst>
          </p:cNvPr>
          <p:cNvSpPr txBox="1"/>
          <p:nvPr/>
        </p:nvSpPr>
        <p:spPr>
          <a:xfrm>
            <a:off x="1482874" y="1440531"/>
            <a:ext cx="3570208" cy="461665"/>
          </a:xfrm>
          <a:prstGeom prst="rect">
            <a:avLst/>
          </a:prstGeom>
          <a:noFill/>
        </p:spPr>
        <p:txBody>
          <a:bodyPr wrap="none" rtlCol="0">
            <a:spAutoFit/>
          </a:bodyPr>
          <a:lstStyle/>
          <a:p>
            <a:pPr algn="l"/>
            <a:r>
              <a:rPr kumimoji="1" lang="ja-JP" altLang="en-US" sz="2400" i="0" dirty="0">
                <a:latin typeface="+mn-ea"/>
                <a:ea typeface="+mn-ea"/>
              </a:rPr>
              <a:t>そもそも走行性能とは？</a:t>
            </a:r>
            <a:endParaRPr kumimoji="1" lang="en-US" altLang="ja-JP" sz="2400" i="0" dirty="0">
              <a:latin typeface="+mn-ea"/>
              <a:ea typeface="+mn-ea"/>
            </a:endParaRPr>
          </a:p>
        </p:txBody>
      </p:sp>
      <p:sp>
        <p:nvSpPr>
          <p:cNvPr id="8" name="テキスト ボックス 7">
            <a:extLst>
              <a:ext uri="{FF2B5EF4-FFF2-40B4-BE49-F238E27FC236}">
                <a16:creationId xmlns:a16="http://schemas.microsoft.com/office/drawing/2014/main" id="{E18C9664-1BD2-6CFD-A616-430B158D4461}"/>
              </a:ext>
            </a:extLst>
          </p:cNvPr>
          <p:cNvSpPr txBox="1"/>
          <p:nvPr/>
        </p:nvSpPr>
        <p:spPr>
          <a:xfrm>
            <a:off x="6244144" y="1264519"/>
            <a:ext cx="4801314" cy="830997"/>
          </a:xfrm>
          <a:prstGeom prst="rect">
            <a:avLst/>
          </a:prstGeom>
          <a:noFill/>
        </p:spPr>
        <p:txBody>
          <a:bodyPr wrap="none" rtlCol="0">
            <a:spAutoFit/>
          </a:bodyPr>
          <a:lstStyle/>
          <a:p>
            <a:pPr algn="ctr"/>
            <a:r>
              <a:rPr kumimoji="1" lang="ja-JP" altLang="en-US" sz="2400" i="0" dirty="0">
                <a:latin typeface="+mn-ea"/>
                <a:ea typeface="+mn-ea"/>
              </a:rPr>
              <a:t>一般に，車両が走行するときに</a:t>
            </a:r>
            <a:endParaRPr kumimoji="1" lang="en-US" altLang="ja-JP" sz="2400" i="0" dirty="0">
              <a:latin typeface="+mn-ea"/>
              <a:ea typeface="+mn-ea"/>
            </a:endParaRPr>
          </a:p>
          <a:p>
            <a:pPr algn="ctr"/>
            <a:r>
              <a:rPr kumimoji="1" lang="ja-JP" altLang="en-US" sz="2400" i="0" dirty="0">
                <a:latin typeface="+mn-ea"/>
                <a:ea typeface="+mn-ea"/>
              </a:rPr>
              <a:t>求められる性能全般のことをいう</a:t>
            </a:r>
          </a:p>
        </p:txBody>
      </p:sp>
      <p:sp>
        <p:nvSpPr>
          <p:cNvPr id="9" name="テキスト ボックス 8">
            <a:extLst>
              <a:ext uri="{FF2B5EF4-FFF2-40B4-BE49-F238E27FC236}">
                <a16:creationId xmlns:a16="http://schemas.microsoft.com/office/drawing/2014/main" id="{78EB00EF-4AAF-76E9-5423-566C16D2C9CF}"/>
              </a:ext>
            </a:extLst>
          </p:cNvPr>
          <p:cNvSpPr txBox="1"/>
          <p:nvPr/>
        </p:nvSpPr>
        <p:spPr>
          <a:xfrm>
            <a:off x="1376753" y="5643476"/>
            <a:ext cx="9044808" cy="461665"/>
          </a:xfrm>
          <a:prstGeom prst="rect">
            <a:avLst/>
          </a:prstGeom>
          <a:noFill/>
        </p:spPr>
        <p:txBody>
          <a:bodyPr wrap="square" rtlCol="0">
            <a:spAutoFit/>
          </a:bodyPr>
          <a:lstStyle/>
          <a:p>
            <a:pPr algn="ctr"/>
            <a:r>
              <a:rPr kumimoji="1" lang="ja-JP" altLang="en-US" sz="2400" i="0" dirty="0">
                <a:latin typeface="+mn-ea"/>
                <a:ea typeface="+mn-ea"/>
              </a:rPr>
              <a:t>本研究では，走行性能を数値と走破性の</a:t>
            </a:r>
            <a:r>
              <a:rPr kumimoji="1" lang="en-US" altLang="ja-JP" sz="2400" i="0" dirty="0">
                <a:latin typeface="+mn-ea"/>
                <a:ea typeface="+mn-ea"/>
              </a:rPr>
              <a:t>2</a:t>
            </a:r>
            <a:r>
              <a:rPr kumimoji="1" lang="ja-JP" altLang="en-US" sz="2400" i="0" dirty="0">
                <a:latin typeface="+mn-ea"/>
                <a:ea typeface="+mn-ea"/>
              </a:rPr>
              <a:t>つで評価する</a:t>
            </a:r>
          </a:p>
        </p:txBody>
      </p:sp>
      <p:sp>
        <p:nvSpPr>
          <p:cNvPr id="11" name="楕円 10">
            <a:extLst>
              <a:ext uri="{FF2B5EF4-FFF2-40B4-BE49-F238E27FC236}">
                <a16:creationId xmlns:a16="http://schemas.microsoft.com/office/drawing/2014/main" id="{99138D30-9727-CF42-CE4F-A4AD9FCA0DB2}"/>
              </a:ext>
            </a:extLst>
          </p:cNvPr>
          <p:cNvSpPr/>
          <p:nvPr/>
        </p:nvSpPr>
        <p:spPr bwMode="auto">
          <a:xfrm>
            <a:off x="1410620" y="2430667"/>
            <a:ext cx="3642463" cy="2866405"/>
          </a:xfrm>
          <a:prstGeom prst="ellipse">
            <a:avLst/>
          </a:prstGeom>
          <a:solidFill>
            <a:schemeClr val="bg1"/>
          </a:solidFill>
          <a:ln w="9525"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ja-JP" altLang="en-US" sz="1800" i="0" dirty="0">
                <a:latin typeface="+mn-ea"/>
                <a:ea typeface="+mn-ea"/>
              </a:rPr>
              <a:t>変位　速度　加速度　トルク　旋回性能　</a:t>
            </a:r>
            <a:endParaRPr lang="en-US" altLang="ja-JP" sz="1800" i="0" dirty="0">
              <a:latin typeface="+mn-ea"/>
              <a:ea typeface="+mn-ea"/>
            </a:endParaRPr>
          </a:p>
          <a:p>
            <a:pPr marL="0" marR="0" indent="0" algn="ctr" defTabSz="914400" rtl="0" eaLnBrk="0" fontAlgn="base" latinLnBrk="0" hangingPunct="0">
              <a:lnSpc>
                <a:spcPct val="100000"/>
              </a:lnSpc>
              <a:spcBef>
                <a:spcPct val="0"/>
              </a:spcBef>
              <a:spcAft>
                <a:spcPct val="0"/>
              </a:spcAft>
              <a:buClrTx/>
              <a:buSzTx/>
              <a:buFontTx/>
              <a:buNone/>
              <a:tabLst/>
            </a:pPr>
            <a:r>
              <a:rPr lang="ja-JP" altLang="en-US" sz="1800" i="0" dirty="0">
                <a:latin typeface="+mn-ea"/>
                <a:ea typeface="+mn-ea"/>
              </a:rPr>
              <a:t>姿勢の安定性　</a:t>
            </a:r>
            <a:endParaRPr lang="en-US" altLang="ja-JP" sz="1800" i="0" dirty="0">
              <a:latin typeface="+mn-ea"/>
              <a:ea typeface="+mn-ea"/>
            </a:endParaRPr>
          </a:p>
          <a:p>
            <a:pPr marL="0" marR="0" indent="0" algn="ctr" defTabSz="914400" rtl="0" eaLnBrk="0" fontAlgn="base" latinLnBrk="0" hangingPunct="0">
              <a:lnSpc>
                <a:spcPct val="100000"/>
              </a:lnSpc>
              <a:spcBef>
                <a:spcPct val="0"/>
              </a:spcBef>
              <a:spcAft>
                <a:spcPct val="0"/>
              </a:spcAft>
              <a:buClrTx/>
              <a:buSzTx/>
              <a:buFontTx/>
              <a:buNone/>
              <a:tabLst/>
            </a:pPr>
            <a:r>
              <a:rPr lang="ja-JP" altLang="en-US" sz="1800" i="0" dirty="0">
                <a:latin typeface="+mn-ea"/>
                <a:ea typeface="+mn-ea"/>
              </a:rPr>
              <a:t>登坂性能　</a:t>
            </a:r>
            <a:endParaRPr lang="en-US" altLang="ja-JP" sz="1800" i="0" dirty="0">
              <a:latin typeface="+mn-ea"/>
              <a:ea typeface="+mn-ea"/>
            </a:endParaRPr>
          </a:p>
          <a:p>
            <a:pPr marL="0" marR="0" indent="0" algn="ctr" defTabSz="914400" rtl="0" eaLnBrk="0" fontAlgn="base" latinLnBrk="0" hangingPunct="0">
              <a:lnSpc>
                <a:spcPct val="100000"/>
              </a:lnSpc>
              <a:spcBef>
                <a:spcPct val="0"/>
              </a:spcBef>
              <a:spcAft>
                <a:spcPct val="0"/>
              </a:spcAft>
              <a:buClrTx/>
              <a:buSzTx/>
              <a:buFontTx/>
              <a:buNone/>
              <a:tabLst/>
            </a:pPr>
            <a:r>
              <a:rPr lang="ja-JP" altLang="en-US" sz="1800" i="0" dirty="0">
                <a:latin typeface="+mn-ea"/>
                <a:ea typeface="+mn-ea"/>
              </a:rPr>
              <a:t>段差通過能力　</a:t>
            </a:r>
            <a:endParaRPr lang="en-US" altLang="ja-JP" sz="1800" i="0" dirty="0">
              <a:latin typeface="+mn-ea"/>
              <a:ea typeface="+mn-ea"/>
            </a:endParaRPr>
          </a:p>
          <a:p>
            <a:pPr marL="0" marR="0" indent="0" algn="ctr" defTabSz="914400" rtl="0" eaLnBrk="0" fontAlgn="base" latinLnBrk="0" hangingPunct="0">
              <a:lnSpc>
                <a:spcPct val="100000"/>
              </a:lnSpc>
              <a:spcBef>
                <a:spcPct val="0"/>
              </a:spcBef>
              <a:spcAft>
                <a:spcPct val="0"/>
              </a:spcAft>
              <a:buClrTx/>
              <a:buSzTx/>
              <a:buFontTx/>
              <a:buNone/>
              <a:tabLst/>
            </a:pPr>
            <a:r>
              <a:rPr lang="ja-JP" altLang="en-US" sz="1800" i="0" dirty="0">
                <a:latin typeface="+mn-ea"/>
                <a:ea typeface="+mn-ea"/>
              </a:rPr>
              <a:t>通貨成功率　</a:t>
            </a:r>
            <a:endParaRPr lang="en-US" altLang="ja-JP" sz="1800" i="0" dirty="0">
              <a:latin typeface="+mn-ea"/>
              <a:ea typeface="+mn-ea"/>
            </a:endParaRPr>
          </a:p>
          <a:p>
            <a:pPr marL="0" marR="0" indent="0" algn="ctr" defTabSz="914400" rtl="0" eaLnBrk="0" fontAlgn="base" latinLnBrk="0" hangingPunct="0">
              <a:lnSpc>
                <a:spcPct val="100000"/>
              </a:lnSpc>
              <a:spcBef>
                <a:spcPct val="0"/>
              </a:spcBef>
              <a:spcAft>
                <a:spcPct val="0"/>
              </a:spcAft>
              <a:buClrTx/>
              <a:buSzTx/>
              <a:buFontTx/>
              <a:buNone/>
              <a:tabLst/>
            </a:pPr>
            <a:r>
              <a:rPr lang="ja-JP" altLang="en-US" sz="1800" i="0" dirty="0">
                <a:latin typeface="+mn-ea"/>
                <a:ea typeface="+mn-ea"/>
              </a:rPr>
              <a:t>タイヤの空転率　</a:t>
            </a:r>
            <a:r>
              <a:rPr lang="en-US" altLang="ja-JP" sz="1800" i="0" dirty="0" err="1">
                <a:latin typeface="+mn-ea"/>
                <a:ea typeface="+mn-ea"/>
              </a:rPr>
              <a:t>etc</a:t>
            </a:r>
            <a:r>
              <a:rPr lang="ja-JP" altLang="en-US" sz="1800" i="0" dirty="0">
                <a:latin typeface="+mn-ea"/>
                <a:ea typeface="+mn-ea"/>
              </a:rPr>
              <a:t>．</a:t>
            </a:r>
            <a:endParaRPr kumimoji="0" lang="ja-JP" altLang="en-US" sz="1800" b="0" i="0" u="none" strike="noStrike" cap="none" normalizeH="0" baseline="0" dirty="0">
              <a:ln>
                <a:noFill/>
              </a:ln>
              <a:solidFill>
                <a:schemeClr val="tx1"/>
              </a:solidFill>
              <a:effectLst/>
              <a:latin typeface="+mn-ea"/>
              <a:ea typeface="+mn-ea"/>
            </a:endParaRPr>
          </a:p>
        </p:txBody>
      </p:sp>
      <p:sp>
        <p:nvSpPr>
          <p:cNvPr id="12" name="楕円 11">
            <a:extLst>
              <a:ext uri="{FF2B5EF4-FFF2-40B4-BE49-F238E27FC236}">
                <a16:creationId xmlns:a16="http://schemas.microsoft.com/office/drawing/2014/main" id="{5551FECB-8FBB-6C39-CEEE-FFC473068EB5}"/>
              </a:ext>
            </a:extLst>
          </p:cNvPr>
          <p:cNvSpPr/>
          <p:nvPr/>
        </p:nvSpPr>
        <p:spPr bwMode="auto">
          <a:xfrm>
            <a:off x="6244144" y="2661500"/>
            <a:ext cx="3642463" cy="2415992"/>
          </a:xfrm>
          <a:prstGeom prst="ellipse">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altLang="ja-JP" sz="1800" i="0" dirty="0">
              <a:latin typeface="+mn-ea"/>
              <a:ea typeface="+mn-ea"/>
            </a:endParaRPr>
          </a:p>
          <a:p>
            <a:pPr marL="0" marR="0" indent="0" algn="ctr" defTabSz="914400" rtl="0" eaLnBrk="0" fontAlgn="base" latinLnBrk="0" hangingPunct="0">
              <a:lnSpc>
                <a:spcPct val="100000"/>
              </a:lnSpc>
              <a:spcBef>
                <a:spcPct val="0"/>
              </a:spcBef>
              <a:spcAft>
                <a:spcPct val="0"/>
              </a:spcAft>
              <a:buClrTx/>
              <a:buSzTx/>
              <a:buFontTx/>
              <a:buNone/>
              <a:tabLst/>
            </a:pPr>
            <a:r>
              <a:rPr lang="ja-JP" altLang="en-US" sz="1800" i="0" dirty="0">
                <a:latin typeface="+mn-ea"/>
                <a:ea typeface="+mn-ea"/>
              </a:rPr>
              <a:t>通過</a:t>
            </a:r>
            <a:r>
              <a:rPr kumimoji="0" lang="ja-JP" altLang="en-US" sz="1800" b="0" i="0" u="none" strike="noStrike" cap="none" normalizeH="0" baseline="0" dirty="0">
                <a:ln>
                  <a:noFill/>
                </a:ln>
                <a:solidFill>
                  <a:schemeClr val="tx1"/>
                </a:solidFill>
                <a:effectLst/>
                <a:latin typeface="+mn-ea"/>
                <a:ea typeface="+mn-ea"/>
              </a:rPr>
              <a:t>成功</a:t>
            </a:r>
            <a:r>
              <a:rPr lang="ja-JP" altLang="en-US" sz="1800" i="0" dirty="0">
                <a:latin typeface="+mn-ea"/>
                <a:ea typeface="+mn-ea"/>
              </a:rPr>
              <a:t>，</a:t>
            </a:r>
            <a:r>
              <a:rPr kumimoji="0" lang="ja-JP" altLang="en-US" sz="1800" b="0" i="0" u="none" strike="noStrike" cap="none" normalizeH="0" baseline="0" dirty="0">
                <a:ln>
                  <a:noFill/>
                </a:ln>
                <a:solidFill>
                  <a:schemeClr val="tx1"/>
                </a:solidFill>
                <a:effectLst/>
                <a:latin typeface="+mn-ea"/>
                <a:ea typeface="+mn-ea"/>
              </a:rPr>
              <a:t>失敗の回数</a:t>
            </a:r>
            <a:endParaRPr lang="en-US" altLang="ja-JP" sz="1800" i="0" dirty="0">
              <a:latin typeface="+mn-ea"/>
              <a:ea typeface="+mn-ea"/>
            </a:endParaRPr>
          </a:p>
          <a:p>
            <a:pPr marL="0" marR="0" indent="0" algn="ctr" defTabSz="914400" rtl="0" eaLnBrk="0" fontAlgn="base" latinLnBrk="0" hangingPunct="0">
              <a:lnSpc>
                <a:spcPct val="100000"/>
              </a:lnSpc>
              <a:spcBef>
                <a:spcPct val="0"/>
              </a:spcBef>
              <a:spcAft>
                <a:spcPct val="0"/>
              </a:spcAft>
              <a:buClrTx/>
              <a:buSzTx/>
              <a:buFontTx/>
              <a:buNone/>
              <a:tabLst/>
            </a:pPr>
            <a:r>
              <a:rPr lang="ja-JP" altLang="en-US" sz="1800" i="0" dirty="0">
                <a:latin typeface="+mn-ea"/>
                <a:ea typeface="+mn-ea"/>
              </a:rPr>
              <a:t>脱輪，横転，</a:t>
            </a:r>
            <a:endParaRPr lang="en-US" altLang="ja-JP" sz="1800" i="0" dirty="0">
              <a:latin typeface="+mn-ea"/>
              <a:ea typeface="+mn-ea"/>
            </a:endParaRPr>
          </a:p>
          <a:p>
            <a:pPr marL="0" marR="0" indent="0" algn="ctr" defTabSz="914400" rtl="0" eaLnBrk="0" fontAlgn="base" latinLnBrk="0" hangingPunct="0">
              <a:lnSpc>
                <a:spcPct val="100000"/>
              </a:lnSpc>
              <a:spcBef>
                <a:spcPct val="0"/>
              </a:spcBef>
              <a:spcAft>
                <a:spcPct val="0"/>
              </a:spcAft>
              <a:buClrTx/>
              <a:buSzTx/>
              <a:buFontTx/>
              <a:buNone/>
              <a:tabLst/>
            </a:pPr>
            <a:r>
              <a:rPr lang="ja-JP" altLang="en-US" sz="1800" i="0" dirty="0">
                <a:latin typeface="+mn-ea"/>
                <a:ea typeface="+mn-ea"/>
              </a:rPr>
              <a:t>停止等の発生頻度</a:t>
            </a:r>
            <a:endParaRPr lang="en-US" altLang="ja-JP" sz="1800" i="0" dirty="0">
              <a:latin typeface="+mn-ea"/>
              <a:ea typeface="+mn-ea"/>
            </a:endParaRPr>
          </a:p>
          <a:p>
            <a:pPr marL="0" marR="0" indent="0" algn="ctr" defTabSz="914400" rtl="0" eaLnBrk="0" fontAlgn="base" latinLnBrk="0" hangingPunct="0">
              <a:lnSpc>
                <a:spcPct val="100000"/>
              </a:lnSpc>
              <a:spcBef>
                <a:spcPct val="0"/>
              </a:spcBef>
              <a:spcAft>
                <a:spcPct val="0"/>
              </a:spcAft>
              <a:buClrTx/>
              <a:buSzTx/>
              <a:buFontTx/>
              <a:buNone/>
              <a:tabLst/>
            </a:pPr>
            <a:r>
              <a:rPr lang="ja-JP" altLang="en-US" sz="1800" i="0" dirty="0">
                <a:latin typeface="+mn-ea"/>
                <a:ea typeface="+mn-ea"/>
              </a:rPr>
              <a:t>減速率　</a:t>
            </a:r>
            <a:r>
              <a:rPr lang="en-US" altLang="ja-JP" sz="1800" i="0" dirty="0" err="1">
                <a:latin typeface="+mn-ea"/>
                <a:ea typeface="+mn-ea"/>
              </a:rPr>
              <a:t>etc</a:t>
            </a:r>
            <a:r>
              <a:rPr lang="ja-JP" altLang="en-US" sz="1800" i="0" dirty="0">
                <a:latin typeface="+mn-ea"/>
                <a:ea typeface="+mn-ea"/>
              </a:rPr>
              <a:t>．</a:t>
            </a:r>
            <a:endParaRPr lang="en-US" altLang="ja-JP" sz="1800" i="0" dirty="0">
              <a:latin typeface="+mn-ea"/>
              <a:ea typeface="+mn-ea"/>
            </a:endParaRPr>
          </a:p>
        </p:txBody>
      </p:sp>
      <p:sp>
        <p:nvSpPr>
          <p:cNvPr id="13" name="テキスト ボックス 12">
            <a:extLst>
              <a:ext uri="{FF2B5EF4-FFF2-40B4-BE49-F238E27FC236}">
                <a16:creationId xmlns:a16="http://schemas.microsoft.com/office/drawing/2014/main" id="{A0D38A0D-69E4-9BCF-D40A-335350DFE511}"/>
              </a:ext>
            </a:extLst>
          </p:cNvPr>
          <p:cNvSpPr txBox="1"/>
          <p:nvPr/>
        </p:nvSpPr>
        <p:spPr>
          <a:xfrm>
            <a:off x="2216190" y="2199835"/>
            <a:ext cx="2031325" cy="461665"/>
          </a:xfrm>
          <a:prstGeom prst="rect">
            <a:avLst/>
          </a:prstGeom>
          <a:solidFill>
            <a:schemeClr val="bg1"/>
          </a:solidFill>
          <a:ln>
            <a:solidFill>
              <a:schemeClr val="tx1"/>
            </a:solidFill>
          </a:ln>
        </p:spPr>
        <p:txBody>
          <a:bodyPr wrap="none" rtlCol="0">
            <a:spAutoFit/>
          </a:bodyPr>
          <a:lstStyle/>
          <a:p>
            <a:pPr algn="l"/>
            <a:r>
              <a:rPr kumimoji="1" lang="ja-JP" altLang="en-US" sz="2400" i="0" dirty="0">
                <a:latin typeface="+mn-ea"/>
                <a:ea typeface="+mn-ea"/>
              </a:rPr>
              <a:t>定量的な評価</a:t>
            </a:r>
          </a:p>
        </p:txBody>
      </p:sp>
      <p:sp>
        <p:nvSpPr>
          <p:cNvPr id="14" name="テキスト ボックス 13">
            <a:extLst>
              <a:ext uri="{FF2B5EF4-FFF2-40B4-BE49-F238E27FC236}">
                <a16:creationId xmlns:a16="http://schemas.microsoft.com/office/drawing/2014/main" id="{B58DD749-FAD5-6D05-1B7A-69AA2E152BBC}"/>
              </a:ext>
            </a:extLst>
          </p:cNvPr>
          <p:cNvSpPr txBox="1"/>
          <p:nvPr/>
        </p:nvSpPr>
        <p:spPr>
          <a:xfrm>
            <a:off x="7049712" y="2419414"/>
            <a:ext cx="2031325" cy="461665"/>
          </a:xfrm>
          <a:prstGeom prst="rect">
            <a:avLst/>
          </a:prstGeom>
          <a:solidFill>
            <a:schemeClr val="bg1"/>
          </a:solidFill>
          <a:ln>
            <a:solidFill>
              <a:schemeClr val="tx1"/>
            </a:solidFill>
          </a:ln>
        </p:spPr>
        <p:txBody>
          <a:bodyPr wrap="none" rtlCol="0">
            <a:spAutoFit/>
          </a:bodyPr>
          <a:lstStyle/>
          <a:p>
            <a:pPr algn="l"/>
            <a:r>
              <a:rPr kumimoji="1" lang="ja-JP" altLang="en-US" sz="2400" i="0" dirty="0">
                <a:latin typeface="+mn-ea"/>
                <a:ea typeface="+mn-ea"/>
              </a:rPr>
              <a:t>走破性の評価</a:t>
            </a:r>
          </a:p>
        </p:txBody>
      </p:sp>
      <p:sp>
        <p:nvSpPr>
          <p:cNvPr id="15" name="テキスト ボックス 14">
            <a:extLst>
              <a:ext uri="{FF2B5EF4-FFF2-40B4-BE49-F238E27FC236}">
                <a16:creationId xmlns:a16="http://schemas.microsoft.com/office/drawing/2014/main" id="{ED6F8026-4115-D7A2-0951-D35F9465B4EF}"/>
              </a:ext>
            </a:extLst>
          </p:cNvPr>
          <p:cNvSpPr txBox="1"/>
          <p:nvPr/>
        </p:nvSpPr>
        <p:spPr>
          <a:xfrm>
            <a:off x="5094615" y="1407002"/>
            <a:ext cx="1107996" cy="461665"/>
          </a:xfrm>
          <a:prstGeom prst="rect">
            <a:avLst/>
          </a:prstGeom>
          <a:noFill/>
        </p:spPr>
        <p:txBody>
          <a:bodyPr wrap="none" rtlCol="0">
            <a:spAutoFit/>
          </a:bodyPr>
          <a:lstStyle/>
          <a:p>
            <a:pPr algn="l"/>
            <a:r>
              <a:rPr kumimoji="1" lang="ja-JP" altLang="en-US" sz="2400" i="0" dirty="0">
                <a:latin typeface="+mn-ea"/>
                <a:ea typeface="+mn-ea"/>
              </a:rPr>
              <a:t>・・・</a:t>
            </a:r>
          </a:p>
        </p:txBody>
      </p:sp>
    </p:spTree>
    <p:extLst>
      <p:ext uri="{BB962C8B-B14F-4D97-AF65-F5344CB8AC3E}">
        <p14:creationId xmlns:p14="http://schemas.microsoft.com/office/powerpoint/2010/main" val="2081479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5">
            <a:extLst>
              <a:ext uri="{FF2B5EF4-FFF2-40B4-BE49-F238E27FC236}">
                <a16:creationId xmlns:a16="http://schemas.microsoft.com/office/drawing/2014/main" id="{51605FAA-F511-EBE1-88DD-864D51C2C3AD}"/>
              </a:ext>
            </a:extLst>
          </p:cNvPr>
          <p:cNvSpPr txBox="1">
            <a:spLocks noChangeArrowheads="1"/>
          </p:cNvSpPr>
          <p:nvPr/>
        </p:nvSpPr>
        <p:spPr bwMode="auto">
          <a:xfrm>
            <a:off x="720800" y="304567"/>
            <a:ext cx="1044786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l" rtl="0" eaLnBrk="0" fontAlgn="base" hangingPunct="0">
              <a:spcBef>
                <a:spcPct val="0"/>
              </a:spcBef>
              <a:spcAft>
                <a:spcPct val="0"/>
              </a:spcAft>
              <a:defRPr kumimoji="1" sz="2800" b="0" i="0">
                <a:solidFill>
                  <a:schemeClr val="tx1"/>
                </a:solidFill>
                <a:latin typeface="Meiryo" panose="020B0604030504040204" pitchFamily="34" charset="-128"/>
                <a:ea typeface="Meiryo" panose="020B0604030504040204" pitchFamily="34" charset="-128"/>
                <a:cs typeface="Meiryo" panose="020B0604030504040204" pitchFamily="34" charset="-128"/>
              </a:defRPr>
            </a:lvl1pPr>
            <a:lvl2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2pPr>
            <a:lvl3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3pPr>
            <a:lvl4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4pPr>
            <a:lvl5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5pPr>
            <a:lvl6pPr marL="457200" algn="l" rtl="0" eaLnBrk="0" fontAlgn="base" hangingPunct="0">
              <a:spcBef>
                <a:spcPct val="0"/>
              </a:spcBef>
              <a:spcAft>
                <a:spcPct val="0"/>
              </a:spcAft>
              <a:defRPr sz="2400">
                <a:solidFill>
                  <a:schemeClr val="tx1"/>
                </a:solidFill>
                <a:latin typeface="Times" charset="0"/>
                <a:ea typeface="ＭＳ Ｐゴシック" charset="-128"/>
              </a:defRPr>
            </a:lvl6pPr>
            <a:lvl7pPr marL="914400" algn="l" rtl="0" eaLnBrk="0" fontAlgn="base" hangingPunct="0">
              <a:spcBef>
                <a:spcPct val="0"/>
              </a:spcBef>
              <a:spcAft>
                <a:spcPct val="0"/>
              </a:spcAft>
              <a:defRPr sz="2400">
                <a:solidFill>
                  <a:schemeClr val="tx1"/>
                </a:solidFill>
                <a:latin typeface="Times" charset="0"/>
                <a:ea typeface="ＭＳ Ｐゴシック" charset="-128"/>
              </a:defRPr>
            </a:lvl7pPr>
            <a:lvl8pPr marL="1371600" algn="l" rtl="0" eaLnBrk="0" fontAlgn="base" hangingPunct="0">
              <a:spcBef>
                <a:spcPct val="0"/>
              </a:spcBef>
              <a:spcAft>
                <a:spcPct val="0"/>
              </a:spcAft>
              <a:defRPr sz="2400">
                <a:solidFill>
                  <a:schemeClr val="tx1"/>
                </a:solidFill>
                <a:latin typeface="Times" charset="0"/>
                <a:ea typeface="ＭＳ Ｐゴシック" charset="-128"/>
              </a:defRPr>
            </a:lvl8pPr>
            <a:lvl9pPr marL="1828800" algn="l" rtl="0" eaLnBrk="0" fontAlgn="base" hangingPunct="0">
              <a:spcBef>
                <a:spcPct val="0"/>
              </a:spcBef>
              <a:spcAft>
                <a:spcPct val="0"/>
              </a:spcAft>
              <a:defRPr sz="2400">
                <a:solidFill>
                  <a:schemeClr val="tx1"/>
                </a:solidFill>
                <a:latin typeface="Times" charset="0"/>
                <a:ea typeface="ＭＳ Ｐゴシック" charset="-128"/>
              </a:defRPr>
            </a:lvl9pPr>
          </a:lstStyle>
          <a:p>
            <a:r>
              <a:rPr lang="ja-JP" altLang="en-US" b="1" kern="0" dirty="0"/>
              <a:t>走行性能をどうやって評価するの？</a:t>
            </a:r>
          </a:p>
        </p:txBody>
      </p:sp>
      <p:sp>
        <p:nvSpPr>
          <p:cNvPr id="3" name="楕円 2">
            <a:extLst>
              <a:ext uri="{FF2B5EF4-FFF2-40B4-BE49-F238E27FC236}">
                <a16:creationId xmlns:a16="http://schemas.microsoft.com/office/drawing/2014/main" id="{3BF388C8-D779-E6BF-7AB5-5F912AC01033}"/>
              </a:ext>
            </a:extLst>
          </p:cNvPr>
          <p:cNvSpPr/>
          <p:nvPr/>
        </p:nvSpPr>
        <p:spPr bwMode="auto">
          <a:xfrm>
            <a:off x="2790667" y="2224511"/>
            <a:ext cx="4422099" cy="1063744"/>
          </a:xfrm>
          <a:prstGeom prst="ellipse">
            <a:avLst/>
          </a:prstGeom>
          <a:solidFill>
            <a:schemeClr val="accent1">
              <a:lumMod val="20000"/>
              <a:lumOff val="80000"/>
            </a:schemeClr>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 name="テキスト ボックス 1">
            <a:extLst>
              <a:ext uri="{FF2B5EF4-FFF2-40B4-BE49-F238E27FC236}">
                <a16:creationId xmlns:a16="http://schemas.microsoft.com/office/drawing/2014/main" id="{90036586-0B56-700C-BDDD-CB7EA4A897AE}"/>
              </a:ext>
            </a:extLst>
          </p:cNvPr>
          <p:cNvSpPr txBox="1"/>
          <p:nvPr/>
        </p:nvSpPr>
        <p:spPr>
          <a:xfrm>
            <a:off x="1831619" y="1439681"/>
            <a:ext cx="6340197" cy="1569660"/>
          </a:xfrm>
          <a:prstGeom prst="rect">
            <a:avLst/>
          </a:prstGeom>
          <a:noFill/>
        </p:spPr>
        <p:txBody>
          <a:bodyPr wrap="none" rtlCol="0">
            <a:spAutoFit/>
          </a:bodyPr>
          <a:lstStyle/>
          <a:p>
            <a:pPr algn="ctr"/>
            <a:r>
              <a:rPr kumimoji="1" lang="ja-JP" altLang="en-US" sz="2400" i="0" dirty="0">
                <a:latin typeface="+mn-ea"/>
                <a:ea typeface="+mn-ea"/>
              </a:rPr>
              <a:t>不整地の走行に関係のありそうな項目を抜粋</a:t>
            </a:r>
            <a:endParaRPr kumimoji="1" lang="en-US" altLang="ja-JP" sz="2400" i="0" dirty="0">
              <a:latin typeface="+mn-ea"/>
              <a:ea typeface="+mn-ea"/>
            </a:endParaRPr>
          </a:p>
          <a:p>
            <a:pPr algn="ctr"/>
            <a:endParaRPr kumimoji="1" lang="en-US" altLang="ja-JP" sz="2400" i="0" dirty="0">
              <a:latin typeface="+mn-ea"/>
              <a:ea typeface="+mn-ea"/>
            </a:endParaRPr>
          </a:p>
          <a:p>
            <a:pPr algn="ctr"/>
            <a:endParaRPr kumimoji="1" lang="en-US" altLang="ja-JP" sz="2400" i="0" dirty="0">
              <a:latin typeface="+mn-ea"/>
              <a:ea typeface="+mn-ea"/>
            </a:endParaRPr>
          </a:p>
          <a:p>
            <a:pPr algn="ctr"/>
            <a:r>
              <a:rPr kumimoji="1" lang="ja-JP" altLang="en-US" sz="2400" i="0" dirty="0">
                <a:latin typeface="+mn-ea"/>
                <a:ea typeface="+mn-ea"/>
              </a:rPr>
              <a:t>走破性，安定性，スピード</a:t>
            </a:r>
            <a:endParaRPr kumimoji="1" lang="en-US" altLang="ja-JP" sz="2400" i="0" dirty="0">
              <a:latin typeface="+mn-ea"/>
              <a:ea typeface="+mn-ea"/>
            </a:endParaRPr>
          </a:p>
        </p:txBody>
      </p:sp>
      <p:sp>
        <p:nvSpPr>
          <p:cNvPr id="11" name="正方形/長方形 10">
            <a:extLst>
              <a:ext uri="{FF2B5EF4-FFF2-40B4-BE49-F238E27FC236}">
                <a16:creationId xmlns:a16="http://schemas.microsoft.com/office/drawing/2014/main" id="{A9996807-E443-819D-DBCB-262D93251FE7}"/>
              </a:ext>
            </a:extLst>
          </p:cNvPr>
          <p:cNvSpPr/>
          <p:nvPr/>
        </p:nvSpPr>
        <p:spPr bwMode="auto">
          <a:xfrm>
            <a:off x="968476" y="3972392"/>
            <a:ext cx="10568066" cy="1764931"/>
          </a:xfrm>
          <a:prstGeom prst="rect">
            <a:avLst/>
          </a:prstGeom>
          <a:solidFill>
            <a:schemeClr val="accent2">
              <a:lumMod val="20000"/>
              <a:lumOff val="80000"/>
            </a:schemeClr>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7" name="テキスト ボックス 6">
            <a:extLst>
              <a:ext uri="{FF2B5EF4-FFF2-40B4-BE49-F238E27FC236}">
                <a16:creationId xmlns:a16="http://schemas.microsoft.com/office/drawing/2014/main" id="{14C10FAD-917D-BDD6-588B-D3D3C2363531}"/>
              </a:ext>
            </a:extLst>
          </p:cNvPr>
          <p:cNvSpPr txBox="1"/>
          <p:nvPr/>
        </p:nvSpPr>
        <p:spPr>
          <a:xfrm>
            <a:off x="8595692" y="2547676"/>
            <a:ext cx="822284" cy="461665"/>
          </a:xfrm>
          <a:prstGeom prst="rect">
            <a:avLst/>
          </a:prstGeom>
          <a:noFill/>
        </p:spPr>
        <p:txBody>
          <a:bodyPr wrap="square" rtlCol="0">
            <a:spAutoFit/>
          </a:bodyPr>
          <a:lstStyle/>
          <a:p>
            <a:pPr algn="l"/>
            <a:r>
              <a:rPr kumimoji="1" lang="ja-JP" altLang="en-US" sz="2400" b="1" i="0" dirty="0">
                <a:latin typeface="+mn-ea"/>
                <a:ea typeface="+mn-ea"/>
              </a:rPr>
              <a:t>比較</a:t>
            </a:r>
          </a:p>
        </p:txBody>
      </p:sp>
      <p:sp>
        <p:nvSpPr>
          <p:cNvPr id="9" name="テキスト ボックス 8">
            <a:extLst>
              <a:ext uri="{FF2B5EF4-FFF2-40B4-BE49-F238E27FC236}">
                <a16:creationId xmlns:a16="http://schemas.microsoft.com/office/drawing/2014/main" id="{8B8AFF12-5A02-3A1E-85AA-93A19C7ED1F4}"/>
              </a:ext>
            </a:extLst>
          </p:cNvPr>
          <p:cNvSpPr txBox="1"/>
          <p:nvPr/>
        </p:nvSpPr>
        <p:spPr>
          <a:xfrm>
            <a:off x="1189825" y="3425251"/>
            <a:ext cx="11264622" cy="2308324"/>
          </a:xfrm>
          <a:prstGeom prst="rect">
            <a:avLst/>
          </a:prstGeom>
          <a:noFill/>
        </p:spPr>
        <p:txBody>
          <a:bodyPr wrap="none" rtlCol="0">
            <a:spAutoFit/>
          </a:bodyPr>
          <a:lstStyle/>
          <a:p>
            <a:pPr algn="l"/>
            <a:r>
              <a:rPr kumimoji="1" lang="ja-JP" altLang="en-US" sz="2400" b="1" i="0" dirty="0">
                <a:latin typeface="+mn-ea"/>
                <a:ea typeface="+mn-ea"/>
              </a:rPr>
              <a:t>比較例</a:t>
            </a:r>
            <a:endParaRPr kumimoji="1" lang="en-US" altLang="ja-JP" sz="2400" b="1" i="0" dirty="0">
              <a:latin typeface="+mn-ea"/>
              <a:ea typeface="+mn-ea"/>
            </a:endParaRPr>
          </a:p>
          <a:p>
            <a:pPr algn="l"/>
            <a:endParaRPr kumimoji="1" lang="en-US" altLang="ja-JP" sz="2400" i="0" dirty="0">
              <a:latin typeface="+mn-ea"/>
              <a:ea typeface="+mn-ea"/>
            </a:endParaRPr>
          </a:p>
          <a:p>
            <a:pPr algn="l"/>
            <a:r>
              <a:rPr kumimoji="1" lang="ja-JP" altLang="en-US" sz="2400" i="0" dirty="0">
                <a:latin typeface="+mn-ea"/>
                <a:ea typeface="+mn-ea"/>
              </a:rPr>
              <a:t>　　　走破の成功率</a:t>
            </a:r>
            <a:r>
              <a:rPr kumimoji="1" lang="en-US" altLang="ja-JP" sz="2400" i="0" dirty="0">
                <a:latin typeface="+mn-ea"/>
                <a:ea typeface="+mn-ea"/>
              </a:rPr>
              <a:t>		</a:t>
            </a:r>
            <a:r>
              <a:rPr kumimoji="1" lang="ja-JP" altLang="en-US" sz="2400" i="0" dirty="0">
                <a:latin typeface="+mn-ea"/>
                <a:ea typeface="+mn-ea"/>
              </a:rPr>
              <a:t>走破した回数</a:t>
            </a:r>
            <a:r>
              <a:rPr kumimoji="1" lang="en-US" altLang="ja-JP" sz="2400" i="0" dirty="0">
                <a:latin typeface="+mn-ea"/>
                <a:ea typeface="+mn-ea"/>
              </a:rPr>
              <a:t>/</a:t>
            </a:r>
            <a:r>
              <a:rPr kumimoji="1" lang="ja-JP" altLang="en-US" sz="2400" i="0" dirty="0">
                <a:latin typeface="+mn-ea"/>
                <a:ea typeface="+mn-ea"/>
              </a:rPr>
              <a:t>試行回数</a:t>
            </a:r>
            <a:endParaRPr kumimoji="1" lang="en-US" altLang="ja-JP" sz="2400" i="0" dirty="0">
              <a:latin typeface="+mn-ea"/>
              <a:ea typeface="+mn-ea"/>
            </a:endParaRPr>
          </a:p>
          <a:p>
            <a:pPr algn="l"/>
            <a:r>
              <a:rPr kumimoji="1" lang="ja-JP" altLang="en-US" sz="2400" i="0" dirty="0">
                <a:latin typeface="+mn-ea"/>
                <a:ea typeface="+mn-ea"/>
              </a:rPr>
              <a:t>地形変更による影響</a:t>
            </a:r>
            <a:r>
              <a:rPr kumimoji="1" lang="en-US" altLang="ja-JP" sz="2400" i="0" dirty="0">
                <a:latin typeface="+mn-ea"/>
                <a:ea typeface="+mn-ea"/>
              </a:rPr>
              <a:t>		</a:t>
            </a:r>
            <a:r>
              <a:rPr kumimoji="1" lang="ja-JP" altLang="en-US" sz="2400" i="0" dirty="0">
                <a:latin typeface="+mn-ea"/>
                <a:ea typeface="+mn-ea"/>
              </a:rPr>
              <a:t>各地形パターンでの成功・失敗を記録</a:t>
            </a:r>
            <a:endParaRPr kumimoji="1" lang="en-US" altLang="ja-JP" sz="2400" i="0" dirty="0">
              <a:latin typeface="+mn-ea"/>
              <a:ea typeface="+mn-ea"/>
            </a:endParaRPr>
          </a:p>
          <a:p>
            <a:pPr algn="l"/>
            <a:r>
              <a:rPr kumimoji="1" lang="ja-JP" altLang="en-US" sz="2400" i="0" dirty="0">
                <a:latin typeface="+mn-ea"/>
                <a:ea typeface="+mn-ea"/>
              </a:rPr>
              <a:t>車体の傾き（ロール・ピッチ）</a:t>
            </a:r>
            <a:r>
              <a:rPr kumimoji="1" lang="en-US" altLang="ja-JP" sz="2400" i="0" dirty="0">
                <a:latin typeface="+mn-ea"/>
                <a:ea typeface="+mn-ea"/>
              </a:rPr>
              <a:t>	</a:t>
            </a:r>
            <a:r>
              <a:rPr kumimoji="1" lang="ja-JP" altLang="en-US" sz="2400" i="0" dirty="0">
                <a:latin typeface="+mn-ea"/>
                <a:ea typeface="+mn-ea"/>
              </a:rPr>
              <a:t>どの程度の傾きで転倒するのか</a:t>
            </a:r>
            <a:endParaRPr kumimoji="1" lang="en-US" altLang="ja-JP" sz="2400" i="0" dirty="0">
              <a:latin typeface="+mn-ea"/>
              <a:ea typeface="+mn-ea"/>
            </a:endParaRPr>
          </a:p>
          <a:p>
            <a:pPr algn="l"/>
            <a:r>
              <a:rPr kumimoji="1" lang="en-US" altLang="ja-JP" sz="2400" i="0" dirty="0">
                <a:latin typeface="+mn-ea"/>
                <a:ea typeface="+mn-ea"/>
              </a:rPr>
              <a:t>	</a:t>
            </a:r>
            <a:r>
              <a:rPr kumimoji="1" lang="ja-JP" altLang="en-US" sz="2400" i="0" dirty="0">
                <a:latin typeface="+mn-ea"/>
                <a:ea typeface="+mn-ea"/>
              </a:rPr>
              <a:t>　　走行時間</a:t>
            </a:r>
            <a:r>
              <a:rPr kumimoji="1" lang="en-US" altLang="ja-JP" sz="2400" i="0" dirty="0">
                <a:latin typeface="+mn-ea"/>
                <a:ea typeface="+mn-ea"/>
              </a:rPr>
              <a:t>		</a:t>
            </a:r>
            <a:r>
              <a:rPr kumimoji="1" lang="ja-JP" altLang="en-US" sz="2400" i="0" dirty="0">
                <a:latin typeface="+mn-ea"/>
                <a:ea typeface="+mn-ea"/>
              </a:rPr>
              <a:t>同じ地形を通過する時間のばらつき</a:t>
            </a:r>
            <a:r>
              <a:rPr kumimoji="1" lang="en-US" altLang="ja-JP" sz="2400" i="0" dirty="0">
                <a:latin typeface="+mn-ea"/>
                <a:ea typeface="+mn-ea"/>
              </a:rPr>
              <a:t>		</a:t>
            </a:r>
            <a:endParaRPr kumimoji="1" lang="ja-JP" altLang="en-US" sz="2400" i="0" dirty="0">
              <a:latin typeface="+mn-ea"/>
              <a:ea typeface="+mn-ea"/>
            </a:endParaRPr>
          </a:p>
        </p:txBody>
      </p:sp>
      <p:sp>
        <p:nvSpPr>
          <p:cNvPr id="10" name="矢印: 右 9">
            <a:extLst>
              <a:ext uri="{FF2B5EF4-FFF2-40B4-BE49-F238E27FC236}">
                <a16:creationId xmlns:a16="http://schemas.microsoft.com/office/drawing/2014/main" id="{ED2486DA-D1CB-A6DB-E7DE-D98BD7FC8289}"/>
              </a:ext>
            </a:extLst>
          </p:cNvPr>
          <p:cNvSpPr/>
          <p:nvPr/>
        </p:nvSpPr>
        <p:spPr bwMode="auto">
          <a:xfrm>
            <a:off x="7493087" y="2452415"/>
            <a:ext cx="822284" cy="558800"/>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Tree>
    <p:extLst>
      <p:ext uri="{BB962C8B-B14F-4D97-AF65-F5344CB8AC3E}">
        <p14:creationId xmlns:p14="http://schemas.microsoft.com/office/powerpoint/2010/main" val="206659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D2FD5580-C3A3-49E3-7019-25F3FC2DD28C}"/>
              </a:ext>
            </a:extLst>
          </p:cNvPr>
          <p:cNvSpPr/>
          <p:nvPr/>
        </p:nvSpPr>
        <p:spPr bwMode="auto">
          <a:xfrm>
            <a:off x="601741" y="1978107"/>
            <a:ext cx="7182200" cy="3972394"/>
          </a:xfrm>
          <a:prstGeom prst="rect">
            <a:avLst/>
          </a:prstGeom>
          <a:solidFill>
            <a:schemeClr val="accent2">
              <a:lumMod val="20000"/>
              <a:lumOff val="80000"/>
            </a:schemeClr>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 name="タイトル 1">
            <a:extLst>
              <a:ext uri="{FF2B5EF4-FFF2-40B4-BE49-F238E27FC236}">
                <a16:creationId xmlns:a16="http://schemas.microsoft.com/office/drawing/2014/main" id="{C5F58ED1-1DDF-5986-4099-8AE3233846FD}"/>
              </a:ext>
            </a:extLst>
          </p:cNvPr>
          <p:cNvSpPr>
            <a:spLocks noGrp="1"/>
          </p:cNvSpPr>
          <p:nvPr>
            <p:ph type="title"/>
          </p:nvPr>
        </p:nvSpPr>
        <p:spPr/>
        <p:txBody>
          <a:bodyPr/>
          <a:lstStyle/>
          <a:p>
            <a:r>
              <a:rPr kumimoji="1" lang="ja-JP" altLang="en-US" b="1" dirty="0"/>
              <a:t>実験条件について</a:t>
            </a:r>
          </a:p>
        </p:txBody>
      </p:sp>
      <p:sp>
        <p:nvSpPr>
          <p:cNvPr id="4" name="テキスト ボックス 3">
            <a:extLst>
              <a:ext uri="{FF2B5EF4-FFF2-40B4-BE49-F238E27FC236}">
                <a16:creationId xmlns:a16="http://schemas.microsoft.com/office/drawing/2014/main" id="{528BB2CC-E764-2E77-F9AF-D8EBDADAEAB7}"/>
              </a:ext>
            </a:extLst>
          </p:cNvPr>
          <p:cNvSpPr txBox="1"/>
          <p:nvPr/>
        </p:nvSpPr>
        <p:spPr>
          <a:xfrm>
            <a:off x="1094283" y="1476832"/>
            <a:ext cx="3897442" cy="461665"/>
          </a:xfrm>
          <a:prstGeom prst="rect">
            <a:avLst/>
          </a:prstGeom>
          <a:noFill/>
        </p:spPr>
        <p:txBody>
          <a:bodyPr wrap="square" rtlCol="0">
            <a:spAutoFit/>
          </a:bodyPr>
          <a:lstStyle/>
          <a:p>
            <a:pPr algn="l"/>
            <a:r>
              <a:rPr kumimoji="1" lang="ja-JP" altLang="en-US" sz="2400" i="0" dirty="0">
                <a:latin typeface="+mn-ea"/>
                <a:ea typeface="+mn-ea"/>
              </a:rPr>
              <a:t>実験条件は可能な限り一定</a:t>
            </a:r>
          </a:p>
        </p:txBody>
      </p:sp>
      <p:pic>
        <p:nvPicPr>
          <p:cNvPr id="8" name="図 7" descr="アイコン&#10;&#10;AI 生成コンテンツは誤りを含む可能性があります。">
            <a:extLst>
              <a:ext uri="{FF2B5EF4-FFF2-40B4-BE49-F238E27FC236}">
                <a16:creationId xmlns:a16="http://schemas.microsoft.com/office/drawing/2014/main" id="{89F73DAE-6770-871A-6E74-A7CF89A56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7166" y="1476832"/>
            <a:ext cx="3606882" cy="3446678"/>
          </a:xfrm>
          <a:prstGeom prst="rect">
            <a:avLst/>
          </a:prstGeom>
        </p:spPr>
      </p:pic>
      <p:sp>
        <p:nvSpPr>
          <p:cNvPr id="9" name="テキスト ボックス 8">
            <a:extLst>
              <a:ext uri="{FF2B5EF4-FFF2-40B4-BE49-F238E27FC236}">
                <a16:creationId xmlns:a16="http://schemas.microsoft.com/office/drawing/2014/main" id="{68E373F0-1DAD-F11F-1D04-4911C54891DA}"/>
              </a:ext>
            </a:extLst>
          </p:cNvPr>
          <p:cNvSpPr txBox="1"/>
          <p:nvPr/>
        </p:nvSpPr>
        <p:spPr>
          <a:xfrm>
            <a:off x="2711252" y="2373509"/>
            <a:ext cx="3526928" cy="1938992"/>
          </a:xfrm>
          <a:prstGeom prst="rect">
            <a:avLst/>
          </a:prstGeom>
          <a:noFill/>
        </p:spPr>
        <p:txBody>
          <a:bodyPr wrap="none" rtlCol="0">
            <a:spAutoFit/>
          </a:bodyPr>
          <a:lstStyle/>
          <a:p>
            <a:pPr algn="l"/>
            <a:r>
              <a:rPr kumimoji="1" lang="ja-JP" altLang="en-US" sz="2400" i="0" dirty="0">
                <a:latin typeface="+mn-ea"/>
                <a:ea typeface="+mn-ea"/>
              </a:rPr>
              <a:t>車輪直径</a:t>
            </a:r>
            <a:r>
              <a:rPr kumimoji="1" lang="en-US" altLang="ja-JP" sz="2400" i="0" dirty="0">
                <a:latin typeface="+mn-ea"/>
                <a:ea typeface="+mn-ea"/>
              </a:rPr>
              <a:t>(</a:t>
            </a:r>
            <a:r>
              <a:rPr kumimoji="1" lang="ja-JP" altLang="en-US" sz="2400" i="0" dirty="0">
                <a:latin typeface="+mn-ea"/>
                <a:ea typeface="+mn-ea"/>
              </a:rPr>
              <a:t>以下</a:t>
            </a:r>
            <a:r>
              <a:rPr kumimoji="1" lang="en-US" altLang="ja-JP" sz="2400" i="0" dirty="0">
                <a:latin typeface="+mn-ea"/>
                <a:ea typeface="+mn-ea"/>
              </a:rPr>
              <a:t>mm)	60</a:t>
            </a:r>
          </a:p>
          <a:p>
            <a:pPr algn="l"/>
            <a:r>
              <a:rPr kumimoji="1" lang="ja-JP" altLang="en-US" sz="2400" i="0" dirty="0">
                <a:latin typeface="+mn-ea"/>
                <a:ea typeface="+mn-ea"/>
              </a:rPr>
              <a:t>車体</a:t>
            </a:r>
            <a:r>
              <a:rPr kumimoji="1" lang="en-US" altLang="ja-JP" sz="2400" i="0" dirty="0">
                <a:latin typeface="+mn-ea"/>
                <a:ea typeface="+mn-ea"/>
              </a:rPr>
              <a:t>	</a:t>
            </a:r>
            <a:r>
              <a:rPr kumimoji="1" lang="ja-JP" altLang="en-US" sz="2400" i="0" dirty="0">
                <a:latin typeface="+mn-ea"/>
                <a:ea typeface="+mn-ea"/>
              </a:rPr>
              <a:t>幅</a:t>
            </a:r>
            <a:r>
              <a:rPr kumimoji="1" lang="en-US" altLang="ja-JP" sz="2400" i="0" dirty="0">
                <a:latin typeface="+mn-ea"/>
                <a:ea typeface="+mn-ea"/>
              </a:rPr>
              <a:t>		150</a:t>
            </a:r>
          </a:p>
          <a:p>
            <a:pPr algn="l"/>
            <a:r>
              <a:rPr kumimoji="1" lang="en-US" altLang="ja-JP" sz="2400" i="0" dirty="0">
                <a:latin typeface="+mn-ea"/>
                <a:ea typeface="+mn-ea"/>
              </a:rPr>
              <a:t>	</a:t>
            </a:r>
            <a:r>
              <a:rPr kumimoji="1" lang="ja-JP" altLang="en-US" sz="2400" i="0" dirty="0">
                <a:latin typeface="+mn-ea"/>
                <a:ea typeface="+mn-ea"/>
              </a:rPr>
              <a:t>高さ</a:t>
            </a:r>
            <a:r>
              <a:rPr kumimoji="1" lang="en-US" altLang="ja-JP" sz="2400" i="0" dirty="0">
                <a:latin typeface="+mn-ea"/>
                <a:ea typeface="+mn-ea"/>
              </a:rPr>
              <a:t>		140</a:t>
            </a:r>
          </a:p>
          <a:p>
            <a:pPr algn="l"/>
            <a:r>
              <a:rPr kumimoji="1" lang="en-US" altLang="ja-JP" sz="2400" i="0" dirty="0">
                <a:latin typeface="+mn-ea"/>
                <a:ea typeface="+mn-ea"/>
              </a:rPr>
              <a:t>	</a:t>
            </a:r>
            <a:r>
              <a:rPr kumimoji="1" lang="ja-JP" altLang="en-US" sz="2400" i="0" dirty="0">
                <a:latin typeface="+mn-ea"/>
                <a:ea typeface="+mn-ea"/>
              </a:rPr>
              <a:t>長さ</a:t>
            </a:r>
            <a:r>
              <a:rPr kumimoji="1" lang="en-US" altLang="ja-JP" sz="2400" i="0" dirty="0">
                <a:latin typeface="+mn-ea"/>
                <a:ea typeface="+mn-ea"/>
              </a:rPr>
              <a:t>		320</a:t>
            </a:r>
          </a:p>
          <a:p>
            <a:pPr algn="l"/>
            <a:r>
              <a:rPr kumimoji="1" lang="en-US" altLang="ja-JP" sz="2400" i="0" dirty="0">
                <a:latin typeface="+mn-ea"/>
                <a:ea typeface="+mn-ea"/>
              </a:rPr>
              <a:t>	</a:t>
            </a:r>
            <a:r>
              <a:rPr kumimoji="1" lang="ja-JP" altLang="en-US" sz="2400" i="0" dirty="0">
                <a:latin typeface="+mn-ea"/>
                <a:ea typeface="+mn-ea"/>
              </a:rPr>
              <a:t>車高</a:t>
            </a:r>
            <a:r>
              <a:rPr kumimoji="1" lang="en-US" altLang="ja-JP" sz="2400" i="0" dirty="0">
                <a:latin typeface="+mn-ea"/>
                <a:ea typeface="+mn-ea"/>
              </a:rPr>
              <a:t>		30</a:t>
            </a:r>
            <a:endParaRPr kumimoji="1" lang="ja-JP" altLang="en-US" sz="2400" i="0" dirty="0">
              <a:latin typeface="+mn-ea"/>
              <a:ea typeface="+mn-ea"/>
            </a:endParaRPr>
          </a:p>
        </p:txBody>
      </p:sp>
      <p:sp>
        <p:nvSpPr>
          <p:cNvPr id="10" name="テキスト ボックス 9">
            <a:extLst>
              <a:ext uri="{FF2B5EF4-FFF2-40B4-BE49-F238E27FC236}">
                <a16:creationId xmlns:a16="http://schemas.microsoft.com/office/drawing/2014/main" id="{99AEE702-71A4-DF10-326C-E609E82619F0}"/>
              </a:ext>
            </a:extLst>
          </p:cNvPr>
          <p:cNvSpPr txBox="1"/>
          <p:nvPr/>
        </p:nvSpPr>
        <p:spPr>
          <a:xfrm>
            <a:off x="867833" y="2373509"/>
            <a:ext cx="1107996" cy="461665"/>
          </a:xfrm>
          <a:prstGeom prst="rect">
            <a:avLst/>
          </a:prstGeom>
          <a:noFill/>
        </p:spPr>
        <p:txBody>
          <a:bodyPr wrap="none" rtlCol="0">
            <a:spAutoFit/>
          </a:bodyPr>
          <a:lstStyle/>
          <a:p>
            <a:pPr algn="l"/>
            <a:r>
              <a:rPr kumimoji="1" lang="ja-JP" altLang="en-US" sz="2400" i="0" dirty="0">
                <a:latin typeface="+mn-ea"/>
                <a:ea typeface="+mn-ea"/>
              </a:rPr>
              <a:t>四輪車</a:t>
            </a:r>
          </a:p>
        </p:txBody>
      </p:sp>
      <p:sp>
        <p:nvSpPr>
          <p:cNvPr id="11" name="テキスト ボックス 10">
            <a:extLst>
              <a:ext uri="{FF2B5EF4-FFF2-40B4-BE49-F238E27FC236}">
                <a16:creationId xmlns:a16="http://schemas.microsoft.com/office/drawing/2014/main" id="{74E6B099-B4AB-68D2-34CA-709A4E5BEAEA}"/>
              </a:ext>
            </a:extLst>
          </p:cNvPr>
          <p:cNvSpPr txBox="1"/>
          <p:nvPr/>
        </p:nvSpPr>
        <p:spPr>
          <a:xfrm>
            <a:off x="8684945" y="5150335"/>
            <a:ext cx="2031325" cy="461665"/>
          </a:xfrm>
          <a:prstGeom prst="rect">
            <a:avLst/>
          </a:prstGeom>
          <a:noFill/>
        </p:spPr>
        <p:txBody>
          <a:bodyPr wrap="none" rtlCol="0">
            <a:spAutoFit/>
          </a:bodyPr>
          <a:lstStyle/>
          <a:p>
            <a:pPr algn="l"/>
            <a:r>
              <a:rPr kumimoji="1" lang="ja-JP" altLang="en-US" sz="2400" i="0" dirty="0">
                <a:latin typeface="+mn-ea"/>
                <a:ea typeface="+mn-ea"/>
              </a:rPr>
              <a:t>使用する車両</a:t>
            </a:r>
          </a:p>
        </p:txBody>
      </p:sp>
      <p:sp>
        <p:nvSpPr>
          <p:cNvPr id="12" name="テキスト ボックス 11">
            <a:extLst>
              <a:ext uri="{FF2B5EF4-FFF2-40B4-BE49-F238E27FC236}">
                <a16:creationId xmlns:a16="http://schemas.microsoft.com/office/drawing/2014/main" id="{0E5D0AEA-601D-E840-5876-AF6783E15A0B}"/>
              </a:ext>
            </a:extLst>
          </p:cNvPr>
          <p:cNvSpPr txBox="1"/>
          <p:nvPr/>
        </p:nvSpPr>
        <p:spPr>
          <a:xfrm>
            <a:off x="714966" y="4312501"/>
            <a:ext cx="6955750" cy="1938992"/>
          </a:xfrm>
          <a:prstGeom prst="rect">
            <a:avLst/>
          </a:prstGeom>
          <a:noFill/>
        </p:spPr>
        <p:txBody>
          <a:bodyPr wrap="none" rtlCol="0">
            <a:spAutoFit/>
          </a:bodyPr>
          <a:lstStyle/>
          <a:p>
            <a:pPr algn="l"/>
            <a:r>
              <a:rPr kumimoji="1" lang="ja-JP" altLang="en-US" sz="2400" i="0" dirty="0">
                <a:latin typeface="+mn-ea"/>
                <a:ea typeface="+mn-ea"/>
              </a:rPr>
              <a:t>車輪と車体の接続には</a:t>
            </a:r>
            <a:endParaRPr kumimoji="1" lang="en-US" altLang="ja-JP" sz="2400" i="0" dirty="0">
              <a:latin typeface="+mn-ea"/>
              <a:ea typeface="+mn-ea"/>
            </a:endParaRPr>
          </a:p>
          <a:p>
            <a:pPr algn="l"/>
            <a:r>
              <a:rPr kumimoji="1" lang="ja-JP" altLang="en-US" sz="2400" i="0" dirty="0">
                <a:latin typeface="+mn-ea"/>
                <a:ea typeface="+mn-ea"/>
              </a:rPr>
              <a:t>ダンパーとサスペンションを実装予定</a:t>
            </a:r>
            <a:endParaRPr kumimoji="1" lang="en-US" altLang="ja-JP" sz="2400" i="0" dirty="0">
              <a:latin typeface="+mn-ea"/>
              <a:ea typeface="+mn-ea"/>
            </a:endParaRPr>
          </a:p>
          <a:p>
            <a:pPr algn="l"/>
            <a:endParaRPr kumimoji="1" lang="en-US" altLang="ja-JP" sz="2400" i="0" dirty="0">
              <a:latin typeface="+mn-ea"/>
              <a:ea typeface="+mn-ea"/>
            </a:endParaRPr>
          </a:p>
          <a:p>
            <a:pPr algn="l"/>
            <a:r>
              <a:rPr kumimoji="1" lang="ja-JP" altLang="en-US" sz="2400" i="0" dirty="0">
                <a:latin typeface="+mn-ea"/>
                <a:ea typeface="+mn-ea"/>
              </a:rPr>
              <a:t>車輪に直接一定のトルクを与えて前進させる方式</a:t>
            </a:r>
            <a:endParaRPr kumimoji="1" lang="en-US" altLang="ja-JP" sz="2400" i="0" dirty="0">
              <a:latin typeface="+mn-ea"/>
              <a:ea typeface="+mn-ea"/>
            </a:endParaRPr>
          </a:p>
          <a:p>
            <a:pPr algn="l"/>
            <a:endParaRPr kumimoji="1" lang="en-US" altLang="ja-JP" sz="2400" i="0" dirty="0">
              <a:latin typeface="+mn-ea"/>
              <a:ea typeface="+mn-ea"/>
            </a:endParaRPr>
          </a:p>
        </p:txBody>
      </p:sp>
    </p:spTree>
    <p:extLst>
      <p:ext uri="{BB962C8B-B14F-4D97-AF65-F5344CB8AC3E}">
        <p14:creationId xmlns:p14="http://schemas.microsoft.com/office/powerpoint/2010/main" val="3548575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39832-0EE5-63CB-E5F3-CC29A1840D69}"/>
            </a:ext>
          </a:extLst>
        </p:cNvPr>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EA14B03D-93CC-93AB-BF9F-DB4D0F59AF72}"/>
              </a:ext>
            </a:extLst>
          </p:cNvPr>
          <p:cNvSpPr/>
          <p:nvPr/>
        </p:nvSpPr>
        <p:spPr bwMode="auto">
          <a:xfrm>
            <a:off x="2682212" y="1201445"/>
            <a:ext cx="8673031" cy="5186597"/>
          </a:xfrm>
          <a:prstGeom prst="rect">
            <a:avLst/>
          </a:prstGeom>
          <a:solidFill>
            <a:schemeClr val="accent1">
              <a:lumMod val="20000"/>
              <a:lumOff val="80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7169" name="タイトル 5">
            <a:extLst>
              <a:ext uri="{FF2B5EF4-FFF2-40B4-BE49-F238E27FC236}">
                <a16:creationId xmlns:a16="http://schemas.microsoft.com/office/drawing/2014/main" id="{7752DB26-6307-A4DD-D8D6-B0DB7C25BBCD}"/>
              </a:ext>
            </a:extLst>
          </p:cNvPr>
          <p:cNvSpPr>
            <a:spLocks noGrp="1" noChangeArrowheads="1"/>
          </p:cNvSpPr>
          <p:nvPr>
            <p:ph type="title"/>
          </p:nvPr>
        </p:nvSpPr>
        <p:spPr/>
        <p:txBody>
          <a:bodyPr/>
          <a:lstStyle/>
          <a:p>
            <a:r>
              <a:rPr lang="ja-JP" altLang="en-US" b="1" dirty="0"/>
              <a:t>まとめと今後の展開</a:t>
            </a:r>
          </a:p>
        </p:txBody>
      </p:sp>
      <p:sp>
        <p:nvSpPr>
          <p:cNvPr id="4" name="テキスト ボックス 3">
            <a:extLst>
              <a:ext uri="{FF2B5EF4-FFF2-40B4-BE49-F238E27FC236}">
                <a16:creationId xmlns:a16="http://schemas.microsoft.com/office/drawing/2014/main" id="{99F4F51A-BCE0-EA9A-7206-3ADF6F11C2DB}"/>
              </a:ext>
            </a:extLst>
          </p:cNvPr>
          <p:cNvSpPr txBox="1"/>
          <p:nvPr/>
        </p:nvSpPr>
        <p:spPr>
          <a:xfrm>
            <a:off x="3477367" y="2118160"/>
            <a:ext cx="6032421" cy="830997"/>
          </a:xfrm>
          <a:prstGeom prst="rect">
            <a:avLst/>
          </a:prstGeom>
          <a:noFill/>
        </p:spPr>
        <p:txBody>
          <a:bodyPr wrap="none" rtlCol="0">
            <a:spAutoFit/>
          </a:bodyPr>
          <a:lstStyle/>
          <a:p>
            <a:r>
              <a:rPr kumimoji="1" lang="ja-JP" altLang="en-US" sz="2400" i="0" dirty="0">
                <a:latin typeface="+mn-ea"/>
                <a:ea typeface="+mn-ea"/>
              </a:rPr>
              <a:t>フーリエ級数展開のように不整地を</a:t>
            </a:r>
            <a:r>
              <a:rPr kumimoji="1" lang="ja-JP" altLang="en-US" sz="2400" b="1" i="0" dirty="0">
                <a:latin typeface="+mn-ea"/>
                <a:ea typeface="+mn-ea"/>
              </a:rPr>
              <a:t>分解</a:t>
            </a:r>
            <a:r>
              <a:rPr kumimoji="1" lang="ja-JP" altLang="en-US" sz="2400" i="0" dirty="0">
                <a:latin typeface="+mn-ea"/>
                <a:ea typeface="+mn-ea"/>
              </a:rPr>
              <a:t>し</a:t>
            </a:r>
            <a:endParaRPr kumimoji="1" lang="en-US" altLang="ja-JP" sz="2400" i="0" dirty="0">
              <a:latin typeface="+mn-ea"/>
              <a:ea typeface="+mn-ea"/>
            </a:endParaRPr>
          </a:p>
          <a:p>
            <a:r>
              <a:rPr kumimoji="1" lang="ja-JP" altLang="en-US" sz="2400" b="1" i="0" dirty="0">
                <a:latin typeface="+mn-ea"/>
                <a:ea typeface="+mn-ea"/>
              </a:rPr>
              <a:t>重ね合わせ</a:t>
            </a:r>
            <a:r>
              <a:rPr kumimoji="1" lang="ja-JP" altLang="en-US" sz="2400" i="0" dirty="0">
                <a:latin typeface="+mn-ea"/>
                <a:ea typeface="+mn-ea"/>
              </a:rPr>
              <a:t>によって</a:t>
            </a:r>
            <a:r>
              <a:rPr kumimoji="1" lang="ja-JP" altLang="en-US" sz="2400" b="1" i="0" dirty="0">
                <a:latin typeface="+mn-ea"/>
                <a:ea typeface="+mn-ea"/>
              </a:rPr>
              <a:t>移動性能を予測</a:t>
            </a:r>
            <a:r>
              <a:rPr kumimoji="1" lang="ja-JP" altLang="en-US" sz="2400" i="0" dirty="0">
                <a:latin typeface="+mn-ea"/>
                <a:ea typeface="+mn-ea"/>
              </a:rPr>
              <a:t>する</a:t>
            </a:r>
          </a:p>
        </p:txBody>
      </p:sp>
      <p:sp>
        <p:nvSpPr>
          <p:cNvPr id="3" name="テキスト ボックス 2">
            <a:extLst>
              <a:ext uri="{FF2B5EF4-FFF2-40B4-BE49-F238E27FC236}">
                <a16:creationId xmlns:a16="http://schemas.microsoft.com/office/drawing/2014/main" id="{F9BFA9E4-EA11-69A8-A926-0B606FD09B08}"/>
              </a:ext>
            </a:extLst>
          </p:cNvPr>
          <p:cNvSpPr txBox="1"/>
          <p:nvPr/>
        </p:nvSpPr>
        <p:spPr>
          <a:xfrm>
            <a:off x="918256" y="1344050"/>
            <a:ext cx="1415772" cy="461665"/>
          </a:xfrm>
          <a:prstGeom prst="rect">
            <a:avLst/>
          </a:prstGeom>
          <a:noFill/>
        </p:spPr>
        <p:txBody>
          <a:bodyPr wrap="none" rtlCol="0">
            <a:spAutoFit/>
          </a:bodyPr>
          <a:lstStyle/>
          <a:p>
            <a:pPr algn="l"/>
            <a:r>
              <a:rPr kumimoji="1" lang="ja-JP" altLang="en-US" sz="2400" i="0" dirty="0">
                <a:latin typeface="+mn-ea"/>
                <a:ea typeface="+mn-ea"/>
              </a:rPr>
              <a:t>研究目的</a:t>
            </a:r>
          </a:p>
        </p:txBody>
      </p:sp>
      <p:sp>
        <p:nvSpPr>
          <p:cNvPr id="6" name="テキスト ボックス 5">
            <a:extLst>
              <a:ext uri="{FF2B5EF4-FFF2-40B4-BE49-F238E27FC236}">
                <a16:creationId xmlns:a16="http://schemas.microsoft.com/office/drawing/2014/main" id="{E7EB3D52-F469-7AF3-ECC3-570896EE6017}"/>
              </a:ext>
            </a:extLst>
          </p:cNvPr>
          <p:cNvSpPr txBox="1"/>
          <p:nvPr/>
        </p:nvSpPr>
        <p:spPr>
          <a:xfrm>
            <a:off x="3478826" y="1331159"/>
            <a:ext cx="7263527" cy="461665"/>
          </a:xfrm>
          <a:prstGeom prst="rect">
            <a:avLst/>
          </a:prstGeom>
          <a:noFill/>
        </p:spPr>
        <p:txBody>
          <a:bodyPr wrap="none" rtlCol="0">
            <a:spAutoFit/>
          </a:bodyPr>
          <a:lstStyle/>
          <a:p>
            <a:pPr algn="l"/>
            <a:r>
              <a:rPr kumimoji="1" lang="ja-JP" altLang="en-US" sz="2400" b="1" i="0" u="sng" dirty="0">
                <a:solidFill>
                  <a:srgbClr val="FF0000"/>
                </a:solidFill>
                <a:latin typeface="+mn-ea"/>
                <a:ea typeface="+mn-ea"/>
              </a:rPr>
              <a:t>不整地での移動性能を予測する手法を確立すること</a:t>
            </a:r>
            <a:endParaRPr kumimoji="1" lang="ja-JP" altLang="en-US" sz="2400" i="0" u="sng" dirty="0">
              <a:solidFill>
                <a:srgbClr val="FF0000"/>
              </a:solidFill>
              <a:latin typeface="+mn-ea"/>
              <a:ea typeface="+mn-ea"/>
            </a:endParaRPr>
          </a:p>
        </p:txBody>
      </p:sp>
      <p:sp>
        <p:nvSpPr>
          <p:cNvPr id="7" name="テキスト ボックス 6">
            <a:extLst>
              <a:ext uri="{FF2B5EF4-FFF2-40B4-BE49-F238E27FC236}">
                <a16:creationId xmlns:a16="http://schemas.microsoft.com/office/drawing/2014/main" id="{62751A2C-4035-FB60-C9A1-379C7CE7545A}"/>
              </a:ext>
            </a:extLst>
          </p:cNvPr>
          <p:cNvSpPr txBox="1"/>
          <p:nvPr/>
        </p:nvSpPr>
        <p:spPr>
          <a:xfrm>
            <a:off x="918256" y="2133460"/>
            <a:ext cx="1415772" cy="461665"/>
          </a:xfrm>
          <a:prstGeom prst="rect">
            <a:avLst/>
          </a:prstGeom>
          <a:noFill/>
        </p:spPr>
        <p:txBody>
          <a:bodyPr wrap="none" rtlCol="0">
            <a:spAutoFit/>
          </a:bodyPr>
          <a:lstStyle/>
          <a:p>
            <a:pPr algn="l"/>
            <a:r>
              <a:rPr kumimoji="1" lang="ja-JP" altLang="en-US" sz="2400" i="0" dirty="0">
                <a:latin typeface="+mn-ea"/>
                <a:ea typeface="+mn-ea"/>
              </a:rPr>
              <a:t>仮説理論</a:t>
            </a:r>
          </a:p>
        </p:txBody>
      </p:sp>
      <p:sp>
        <p:nvSpPr>
          <p:cNvPr id="9" name="テキスト ボックス 8">
            <a:extLst>
              <a:ext uri="{FF2B5EF4-FFF2-40B4-BE49-F238E27FC236}">
                <a16:creationId xmlns:a16="http://schemas.microsoft.com/office/drawing/2014/main" id="{9AD45DB2-A7BF-6EB6-DC3F-E05BB47AA064}"/>
              </a:ext>
            </a:extLst>
          </p:cNvPr>
          <p:cNvSpPr txBox="1"/>
          <p:nvPr/>
        </p:nvSpPr>
        <p:spPr>
          <a:xfrm>
            <a:off x="3169590" y="3244333"/>
            <a:ext cx="5339923" cy="830997"/>
          </a:xfrm>
          <a:prstGeom prst="rect">
            <a:avLst/>
          </a:prstGeom>
          <a:noFill/>
        </p:spPr>
        <p:txBody>
          <a:bodyPr wrap="none" rtlCol="0">
            <a:spAutoFit/>
          </a:bodyPr>
          <a:lstStyle/>
          <a:p>
            <a:pPr algn="l"/>
            <a:r>
              <a:rPr kumimoji="1" lang="ja-JP" altLang="en-US" sz="2400" i="0" dirty="0">
                <a:latin typeface="+mn-ea"/>
                <a:ea typeface="+mn-ea"/>
              </a:rPr>
              <a:t>　</a:t>
            </a:r>
            <a:r>
              <a:rPr kumimoji="1" lang="en-US" altLang="ja-JP" sz="2400" i="0" dirty="0" err="1">
                <a:latin typeface="+mn-ea"/>
                <a:ea typeface="+mn-ea"/>
              </a:rPr>
              <a:t>MuJoCo</a:t>
            </a:r>
            <a:r>
              <a:rPr kumimoji="1" lang="ja-JP" altLang="en-US" sz="2400" i="0" dirty="0">
                <a:latin typeface="+mn-ea"/>
                <a:ea typeface="+mn-ea"/>
              </a:rPr>
              <a:t>でシミュレーションを行い</a:t>
            </a:r>
            <a:endParaRPr kumimoji="1" lang="en-US" altLang="ja-JP" sz="2400" i="0" dirty="0">
              <a:latin typeface="+mn-ea"/>
              <a:ea typeface="+mn-ea"/>
            </a:endParaRPr>
          </a:p>
          <a:p>
            <a:pPr algn="l"/>
            <a:r>
              <a:rPr kumimoji="1" lang="ja-JP" altLang="en-US" sz="2400" b="1" i="0" dirty="0">
                <a:latin typeface="+mn-ea"/>
                <a:ea typeface="+mn-ea"/>
              </a:rPr>
              <a:t>　仮説理論が成立するか検証</a:t>
            </a:r>
            <a:r>
              <a:rPr kumimoji="1" lang="ja-JP" altLang="en-US" sz="2400" i="0" dirty="0">
                <a:latin typeface="+mn-ea"/>
                <a:ea typeface="+mn-ea"/>
              </a:rPr>
              <a:t>する</a:t>
            </a:r>
            <a:endParaRPr kumimoji="1" lang="en-US" altLang="ja-JP" sz="2400" i="0" dirty="0">
              <a:latin typeface="+mn-ea"/>
              <a:ea typeface="+mn-ea"/>
            </a:endParaRPr>
          </a:p>
        </p:txBody>
      </p:sp>
      <p:sp>
        <p:nvSpPr>
          <p:cNvPr id="10" name="テキスト ボックス 9">
            <a:extLst>
              <a:ext uri="{FF2B5EF4-FFF2-40B4-BE49-F238E27FC236}">
                <a16:creationId xmlns:a16="http://schemas.microsoft.com/office/drawing/2014/main" id="{49F4FB28-A5DE-D309-A442-3F7B591405C8}"/>
              </a:ext>
            </a:extLst>
          </p:cNvPr>
          <p:cNvSpPr txBox="1"/>
          <p:nvPr/>
        </p:nvSpPr>
        <p:spPr>
          <a:xfrm>
            <a:off x="610479" y="3198167"/>
            <a:ext cx="1723549" cy="461665"/>
          </a:xfrm>
          <a:prstGeom prst="rect">
            <a:avLst/>
          </a:prstGeom>
          <a:noFill/>
        </p:spPr>
        <p:txBody>
          <a:bodyPr wrap="none" rtlCol="0">
            <a:spAutoFit/>
          </a:bodyPr>
          <a:lstStyle/>
          <a:p>
            <a:pPr algn="l"/>
            <a:r>
              <a:rPr kumimoji="1" lang="ja-JP" altLang="en-US" sz="2400" i="0" dirty="0">
                <a:latin typeface="+mn-ea"/>
                <a:ea typeface="+mn-ea"/>
              </a:rPr>
              <a:t>実験の仕方</a:t>
            </a:r>
          </a:p>
        </p:txBody>
      </p:sp>
      <p:sp>
        <p:nvSpPr>
          <p:cNvPr id="2" name="テキスト ボックス 1">
            <a:extLst>
              <a:ext uri="{FF2B5EF4-FFF2-40B4-BE49-F238E27FC236}">
                <a16:creationId xmlns:a16="http://schemas.microsoft.com/office/drawing/2014/main" id="{224F9AAB-3026-7A85-2D60-ECB6988F95C1}"/>
              </a:ext>
            </a:extLst>
          </p:cNvPr>
          <p:cNvSpPr txBox="1"/>
          <p:nvPr/>
        </p:nvSpPr>
        <p:spPr>
          <a:xfrm>
            <a:off x="867833" y="4262874"/>
            <a:ext cx="1415772" cy="461665"/>
          </a:xfrm>
          <a:prstGeom prst="rect">
            <a:avLst/>
          </a:prstGeom>
          <a:noFill/>
        </p:spPr>
        <p:txBody>
          <a:bodyPr wrap="none" rtlCol="0">
            <a:spAutoFit/>
          </a:bodyPr>
          <a:lstStyle/>
          <a:p>
            <a:pPr algn="l"/>
            <a:r>
              <a:rPr kumimoji="1" lang="ja-JP" altLang="en-US" sz="2400" i="0" dirty="0">
                <a:latin typeface="+mn-ea"/>
                <a:ea typeface="+mn-ea"/>
              </a:rPr>
              <a:t>評価方法</a:t>
            </a:r>
          </a:p>
        </p:txBody>
      </p:sp>
      <p:sp>
        <p:nvSpPr>
          <p:cNvPr id="5" name="テキスト ボックス 4">
            <a:extLst>
              <a:ext uri="{FF2B5EF4-FFF2-40B4-BE49-F238E27FC236}">
                <a16:creationId xmlns:a16="http://schemas.microsoft.com/office/drawing/2014/main" id="{3F84750D-4844-6051-5945-3F73F697A33C}"/>
              </a:ext>
            </a:extLst>
          </p:cNvPr>
          <p:cNvSpPr txBox="1"/>
          <p:nvPr/>
        </p:nvSpPr>
        <p:spPr>
          <a:xfrm>
            <a:off x="3169590" y="4259480"/>
            <a:ext cx="7571303" cy="830997"/>
          </a:xfrm>
          <a:prstGeom prst="rect">
            <a:avLst/>
          </a:prstGeom>
          <a:noFill/>
        </p:spPr>
        <p:txBody>
          <a:bodyPr wrap="none" rtlCol="0">
            <a:spAutoFit/>
          </a:bodyPr>
          <a:lstStyle/>
          <a:p>
            <a:pPr algn="l"/>
            <a:r>
              <a:rPr kumimoji="1" lang="ja-JP" altLang="en-US" sz="2400" i="0" dirty="0">
                <a:latin typeface="+mn-ea"/>
                <a:ea typeface="+mn-ea"/>
              </a:rPr>
              <a:t>　走行性能は</a:t>
            </a:r>
            <a:r>
              <a:rPr kumimoji="1" lang="ja-JP" altLang="en-US" sz="2400" b="1" i="0" dirty="0">
                <a:latin typeface="+mn-ea"/>
                <a:ea typeface="+mn-ea"/>
              </a:rPr>
              <a:t>走破性，安定性，スピード</a:t>
            </a:r>
            <a:r>
              <a:rPr kumimoji="1" lang="ja-JP" altLang="en-US" sz="2400" i="0" dirty="0">
                <a:latin typeface="+mn-ea"/>
                <a:ea typeface="+mn-ea"/>
              </a:rPr>
              <a:t>に焦点を当て</a:t>
            </a:r>
            <a:endParaRPr kumimoji="1" lang="en-US" altLang="ja-JP" sz="2400" i="0" dirty="0">
              <a:latin typeface="+mn-ea"/>
              <a:ea typeface="+mn-ea"/>
            </a:endParaRPr>
          </a:p>
          <a:p>
            <a:pPr algn="l"/>
            <a:r>
              <a:rPr kumimoji="1" lang="ja-JP" altLang="en-US" sz="2400" i="0" dirty="0">
                <a:latin typeface="+mn-ea"/>
                <a:ea typeface="+mn-ea"/>
              </a:rPr>
              <a:t>　回数，可否，割合等のパラメータで評価する</a:t>
            </a:r>
          </a:p>
        </p:txBody>
      </p:sp>
      <p:sp>
        <p:nvSpPr>
          <p:cNvPr id="8" name="テキスト ボックス 7">
            <a:extLst>
              <a:ext uri="{FF2B5EF4-FFF2-40B4-BE49-F238E27FC236}">
                <a16:creationId xmlns:a16="http://schemas.microsoft.com/office/drawing/2014/main" id="{42E92488-5813-597E-11F7-72870A321CE6}"/>
              </a:ext>
            </a:extLst>
          </p:cNvPr>
          <p:cNvSpPr txBox="1"/>
          <p:nvPr/>
        </p:nvSpPr>
        <p:spPr>
          <a:xfrm>
            <a:off x="836757" y="5327581"/>
            <a:ext cx="1415772" cy="461665"/>
          </a:xfrm>
          <a:prstGeom prst="rect">
            <a:avLst/>
          </a:prstGeom>
          <a:noFill/>
        </p:spPr>
        <p:txBody>
          <a:bodyPr wrap="none" rtlCol="0">
            <a:spAutoFit/>
          </a:bodyPr>
          <a:lstStyle/>
          <a:p>
            <a:pPr algn="l"/>
            <a:r>
              <a:rPr kumimoji="1" lang="ja-JP" altLang="en-US" sz="2400" i="0" dirty="0">
                <a:latin typeface="+mn-ea"/>
                <a:ea typeface="+mn-ea"/>
              </a:rPr>
              <a:t>実験条件</a:t>
            </a:r>
          </a:p>
        </p:txBody>
      </p:sp>
      <p:sp>
        <p:nvSpPr>
          <p:cNvPr id="11" name="テキスト ボックス 10">
            <a:extLst>
              <a:ext uri="{FF2B5EF4-FFF2-40B4-BE49-F238E27FC236}">
                <a16:creationId xmlns:a16="http://schemas.microsoft.com/office/drawing/2014/main" id="{0463B63C-3173-0E63-97CD-7752463DC2D8}"/>
              </a:ext>
            </a:extLst>
          </p:cNvPr>
          <p:cNvSpPr txBox="1"/>
          <p:nvPr/>
        </p:nvSpPr>
        <p:spPr>
          <a:xfrm>
            <a:off x="3169590" y="5402922"/>
            <a:ext cx="8186857" cy="830997"/>
          </a:xfrm>
          <a:prstGeom prst="rect">
            <a:avLst/>
          </a:prstGeom>
          <a:noFill/>
        </p:spPr>
        <p:txBody>
          <a:bodyPr wrap="none" rtlCol="0">
            <a:spAutoFit/>
          </a:bodyPr>
          <a:lstStyle/>
          <a:p>
            <a:pPr algn="l"/>
            <a:r>
              <a:rPr kumimoji="1" lang="ja-JP" altLang="en-US" sz="2400" i="0" dirty="0">
                <a:latin typeface="+mn-ea"/>
                <a:ea typeface="+mn-ea"/>
              </a:rPr>
              <a:t>　車両と車輪の形状，接続方法，シミュレーション条件は</a:t>
            </a:r>
            <a:endParaRPr kumimoji="1" lang="en-US" altLang="ja-JP" sz="2400" i="0" dirty="0">
              <a:latin typeface="+mn-ea"/>
              <a:ea typeface="+mn-ea"/>
            </a:endParaRPr>
          </a:p>
          <a:p>
            <a:pPr algn="l"/>
            <a:r>
              <a:rPr kumimoji="1" lang="ja-JP" altLang="en-US" sz="2400" i="0" dirty="0">
                <a:latin typeface="+mn-ea"/>
                <a:ea typeface="+mn-ea"/>
              </a:rPr>
              <a:t>　</a:t>
            </a:r>
            <a:r>
              <a:rPr kumimoji="1" lang="ja-JP" altLang="en-US" sz="2400" b="1" i="0" dirty="0">
                <a:latin typeface="+mn-ea"/>
                <a:ea typeface="+mn-ea"/>
              </a:rPr>
              <a:t>可能な限り一定</a:t>
            </a:r>
            <a:r>
              <a:rPr kumimoji="1" lang="ja-JP" altLang="en-US" sz="2400" i="0" dirty="0">
                <a:latin typeface="+mn-ea"/>
                <a:ea typeface="+mn-ea"/>
              </a:rPr>
              <a:t>の状態で実験する</a:t>
            </a:r>
          </a:p>
        </p:txBody>
      </p:sp>
    </p:spTree>
    <p:extLst>
      <p:ext uri="{BB962C8B-B14F-4D97-AF65-F5344CB8AC3E}">
        <p14:creationId xmlns:p14="http://schemas.microsoft.com/office/powerpoint/2010/main" val="40128808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00000000-0000-0000-0000-000000000000"/>
  <p:tag name="SLIDO_EVENT_UUID" val="faf3fd9b-f835-4516-a869-c4f591f48447"/>
  <p:tag name="SLIDO_EVENT_SECTION_UUID" val="3c0d15b6-d60c-46ac-b595-4f055c74ddcf"/>
</p:tagLst>
</file>

<file path=ppt/theme/theme1.xml><?xml version="1.0" encoding="utf-8"?>
<a:theme xmlns:a="http://schemas.openxmlformats.org/drawingml/2006/main" name="Vid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fr-FR" sz="1200" b="0" i="0" u="none" strike="noStrike" cap="none" normalizeH="0" baseline="0" smtClean="0">
            <a:ln>
              <a:noFill/>
            </a:ln>
            <a:solidFill>
              <a:schemeClr val="tx1"/>
            </a:solidFill>
            <a:effectLst/>
            <a:latin typeface="ＭＳ Ｐゴシック" charset="-128"/>
            <a:ea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fr-FR" sz="1200" b="0" i="0" u="none" strike="noStrike" cap="none" normalizeH="0" baseline="0" smtClean="0">
            <a:ln>
              <a:noFill/>
            </a:ln>
            <a:solidFill>
              <a:schemeClr val="tx1"/>
            </a:solidFill>
            <a:effectLst/>
            <a:latin typeface="ＭＳ Ｐゴシック" charset="-128"/>
            <a:ea typeface="ＭＳ Ｐゴシック" charset="-128"/>
          </a:defRPr>
        </a:defPPr>
      </a:lstStyle>
    </a:lnDef>
    <a:txDef>
      <a:spPr>
        <a:noFill/>
      </a:spPr>
      <a:bodyPr wrap="none" rtlCol="0">
        <a:spAutoFit/>
      </a:bodyPr>
      <a:lstStyle>
        <a:defPPr algn="l">
          <a:defRPr kumimoji="1" sz="2400" i="0" smtClean="0">
            <a:latin typeface="+mn-ea"/>
            <a:ea typeface="+mn-ea"/>
          </a:defRPr>
        </a:defPPr>
      </a:lstStyle>
    </a:txDef>
  </a:objectDefaults>
  <a:extraClrSchemeLst>
    <a:extraClrScheme>
      <a:clrScheme name="Vid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Vid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Vid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Vid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Vid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Vid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Vid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34642</TotalTime>
  <Words>1259</Words>
  <Application>Microsoft Office PowerPoint</Application>
  <PresentationFormat>ワイド画面</PresentationFormat>
  <Paragraphs>213</Paragraphs>
  <Slides>16</Slides>
  <Notes>9</Notes>
  <HiddenSlides>1</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16</vt:i4>
      </vt:variant>
    </vt:vector>
  </HeadingPairs>
  <TitlesOfParts>
    <vt:vector size="23" baseType="lpstr">
      <vt:lpstr>ＭＳ Ｐゴシック</vt:lpstr>
      <vt:lpstr>Meiryo</vt:lpstr>
      <vt:lpstr>Meiryo</vt:lpstr>
      <vt:lpstr>Arial</vt:lpstr>
      <vt:lpstr>Times</vt:lpstr>
      <vt:lpstr>Wingdings</vt:lpstr>
      <vt:lpstr>Vide</vt:lpstr>
      <vt:lpstr>PowerPoint プレゼンテーション</vt:lpstr>
      <vt:lpstr>緒言</vt:lpstr>
      <vt:lpstr>緒言</vt:lpstr>
      <vt:lpstr>そもそも不整地ってなに？</vt:lpstr>
      <vt:lpstr>現状の課題点</vt:lpstr>
      <vt:lpstr>本研究の目的</vt:lpstr>
      <vt:lpstr>事前の予測による効果</vt:lpstr>
      <vt:lpstr>本研究で提案するアイデア</vt:lpstr>
      <vt:lpstr>走行性能とは？</vt:lpstr>
      <vt:lpstr>実験の仕方</vt:lpstr>
      <vt:lpstr>シミュレーションソフトの選択</vt:lpstr>
      <vt:lpstr>シミュレーションソフトの決定</vt:lpstr>
      <vt:lpstr>PowerPoint プレゼンテーション</vt:lpstr>
      <vt:lpstr>PowerPoint プレゼンテーション</vt:lpstr>
      <vt:lpstr>実験条件について</vt:lpstr>
      <vt:lpstr>まとめと今後の展開</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
  <cp:keywords/>
  <dc:description/>
  <cp:lastModifiedBy>翔亮 佐藤</cp:lastModifiedBy>
  <cp:revision>1536</cp:revision>
  <cp:lastPrinted>2012-05-07T05:28:35Z</cp:lastPrinted>
  <dcterms:created xsi:type="dcterms:W3CDTF">2007-04-19T10:21:38Z</dcterms:created>
  <dcterms:modified xsi:type="dcterms:W3CDTF">2025-07-01T01:50:42Z</dcterms:modified>
  <cp:category/>
</cp:coreProperties>
</file>