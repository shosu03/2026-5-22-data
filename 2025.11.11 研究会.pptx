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5.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2"/>
  </p:notesMasterIdLst>
  <p:handoutMasterIdLst>
    <p:handoutMasterId r:id="rId23"/>
  </p:handoutMasterIdLst>
  <p:sldIdLst>
    <p:sldId id="1275" r:id="rId2"/>
    <p:sldId id="1291" r:id="rId3"/>
    <p:sldId id="1266" r:id="rId4"/>
    <p:sldId id="1268" r:id="rId5"/>
    <p:sldId id="1267" r:id="rId6"/>
    <p:sldId id="1296" r:id="rId7"/>
    <p:sldId id="1288" r:id="rId8"/>
    <p:sldId id="1298" r:id="rId9"/>
    <p:sldId id="1290" r:id="rId10"/>
    <p:sldId id="1295" r:id="rId11"/>
    <p:sldId id="1297" r:id="rId12"/>
    <p:sldId id="1289" r:id="rId13"/>
    <p:sldId id="1292" r:id="rId14"/>
    <p:sldId id="1280" r:id="rId15"/>
    <p:sldId id="1276" r:id="rId16"/>
    <p:sldId id="1264" r:id="rId17"/>
    <p:sldId id="1293" r:id="rId18"/>
    <p:sldId id="1294" r:id="rId19"/>
    <p:sldId id="1299" r:id="rId20"/>
    <p:sldId id="1300" r:id="rId21"/>
  </p:sldIdLst>
  <p:sldSz cx="12192000" cy="6858000"/>
  <p:notesSz cx="7104063" cy="10234613"/>
  <p:custDataLst>
    <p:tags r:id="rId24"/>
  </p:custDataLst>
  <p:defaultTextStyle>
    <a:defPPr>
      <a:defRPr lang="fr-FR"/>
    </a:defPPr>
    <a:lvl1pPr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1pPr>
    <a:lvl2pPr marL="457200"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2pPr>
    <a:lvl3pPr marL="914400"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3pPr>
    <a:lvl4pPr marL="1371600"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4pPr>
    <a:lvl5pPr marL="1828800" algn="l" rtl="0" eaLnBrk="0" fontAlgn="base" hangingPunct="0">
      <a:spcBef>
        <a:spcPct val="0"/>
      </a:spcBef>
      <a:spcAft>
        <a:spcPct val="0"/>
      </a:spcAft>
      <a:defRPr sz="1200" i="1" kern="1200">
        <a:solidFill>
          <a:schemeClr val="tx1"/>
        </a:solidFill>
        <a:latin typeface="ＭＳ Ｐゴシック" panose="020B0600070205080204" pitchFamily="34" charset="-128"/>
        <a:ea typeface="ＭＳ Ｐゴシック" panose="020B0600070205080204" pitchFamily="34" charset="-128"/>
        <a:cs typeface="+mn-cs"/>
      </a:defRPr>
    </a:lvl5pPr>
    <a:lvl6pPr marL="2286000" algn="l" defTabSz="914400" rtl="0" eaLnBrk="1" latinLnBrk="0" hangingPunct="1">
      <a:defRPr sz="1200" i="1" kern="1200">
        <a:solidFill>
          <a:schemeClr val="tx1"/>
        </a:solidFill>
        <a:latin typeface="ＭＳ Ｐゴシック" panose="020B0600070205080204" pitchFamily="34" charset="-128"/>
        <a:ea typeface="ＭＳ Ｐゴシック" panose="020B0600070205080204" pitchFamily="34" charset="-128"/>
        <a:cs typeface="+mn-cs"/>
      </a:defRPr>
    </a:lvl6pPr>
    <a:lvl7pPr marL="2743200" algn="l" defTabSz="914400" rtl="0" eaLnBrk="1" latinLnBrk="0" hangingPunct="1">
      <a:defRPr sz="1200" i="1" kern="1200">
        <a:solidFill>
          <a:schemeClr val="tx1"/>
        </a:solidFill>
        <a:latin typeface="ＭＳ Ｐゴシック" panose="020B0600070205080204" pitchFamily="34" charset="-128"/>
        <a:ea typeface="ＭＳ Ｐゴシック" panose="020B0600070205080204" pitchFamily="34" charset="-128"/>
        <a:cs typeface="+mn-cs"/>
      </a:defRPr>
    </a:lvl7pPr>
    <a:lvl8pPr marL="3200400" algn="l" defTabSz="914400" rtl="0" eaLnBrk="1" latinLnBrk="0" hangingPunct="1">
      <a:defRPr sz="1200" i="1" kern="1200">
        <a:solidFill>
          <a:schemeClr val="tx1"/>
        </a:solidFill>
        <a:latin typeface="ＭＳ Ｐゴシック" panose="020B0600070205080204" pitchFamily="34" charset="-128"/>
        <a:ea typeface="ＭＳ Ｐゴシック" panose="020B0600070205080204" pitchFamily="34" charset="-128"/>
        <a:cs typeface="+mn-cs"/>
      </a:defRPr>
    </a:lvl8pPr>
    <a:lvl9pPr marL="3657600" algn="l" defTabSz="914400" rtl="0" eaLnBrk="1" latinLnBrk="0" hangingPunct="1">
      <a:defRPr sz="1200" i="1" kern="1200">
        <a:solidFill>
          <a:schemeClr val="tx1"/>
        </a:solidFill>
        <a:latin typeface="ＭＳ Ｐゴシック" panose="020B0600070205080204" pitchFamily="34" charset="-128"/>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4119" userDrawn="1">
          <p15:clr>
            <a:srgbClr val="A4A3A4"/>
          </p15:clr>
        </p15:guide>
        <p15:guide id="2" orient="horz" pos="550" userDrawn="1">
          <p15:clr>
            <a:srgbClr val="A4A3A4"/>
          </p15:clr>
        </p15:guide>
        <p15:guide id="3" orient="horz" pos="904" userDrawn="1">
          <p15:clr>
            <a:srgbClr val="A4A3A4"/>
          </p15:clr>
        </p15:guide>
        <p15:guide id="4" orient="horz" pos="208" userDrawn="1">
          <p15:clr>
            <a:srgbClr val="A4A3A4"/>
          </p15:clr>
        </p15:guide>
        <p15:guide id="5" orient="horz" pos="1434" userDrawn="1">
          <p15:clr>
            <a:srgbClr val="A4A3A4"/>
          </p15:clr>
        </p15:guide>
        <p15:guide id="6" orient="horz" pos="3884" userDrawn="1">
          <p15:clr>
            <a:srgbClr val="A4A3A4"/>
          </p15:clr>
        </p15:guide>
        <p15:guide id="7" pos="513" userDrawn="1">
          <p15:clr>
            <a:srgbClr val="A4A3A4"/>
          </p15:clr>
        </p15:guide>
        <p15:guide id="8" pos="3840" userDrawn="1">
          <p15:clr>
            <a:srgbClr val="A4A3A4"/>
          </p15:clr>
        </p15:guide>
        <p15:guide id="9" pos="7167" userDrawn="1">
          <p15:clr>
            <a:srgbClr val="A4A3A4"/>
          </p15:clr>
        </p15:guide>
        <p15:guide id="10" userDrawn="1">
          <p15:clr>
            <a:srgbClr val="A4A3A4"/>
          </p15:clr>
        </p15:guide>
      </p15:sldGuideLst>
    </p:ext>
    <p:ext uri="{2D200454-40CA-4A62-9FC3-DE9A4176ACB9}">
      <p15:notesGuideLst xmlns:p15="http://schemas.microsoft.com/office/powerpoint/2012/main">
        <p15:guide id="1" orient="horz" pos="3224">
          <p15:clr>
            <a:srgbClr val="A4A3A4"/>
          </p15:clr>
        </p15:guide>
        <p15:guide id="2" pos="223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AFAFAF"/>
    <a:srgbClr val="E5005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27"/>
    <p:restoredTop sz="87304" autoAdjust="0"/>
  </p:normalViewPr>
  <p:slideViewPr>
    <p:cSldViewPr snapToGrid="0">
      <p:cViewPr varScale="1">
        <p:scale>
          <a:sx n="72" d="100"/>
          <a:sy n="72" d="100"/>
        </p:scale>
        <p:origin x="1344" y="53"/>
      </p:cViewPr>
      <p:guideLst>
        <p:guide orient="horz" pos="4119"/>
        <p:guide orient="horz" pos="550"/>
        <p:guide orient="horz" pos="904"/>
        <p:guide orient="horz" pos="208"/>
        <p:guide orient="horz" pos="1434"/>
        <p:guide orient="horz" pos="3884"/>
        <p:guide pos="513"/>
        <p:guide pos="3840"/>
        <p:guide pos="7167"/>
        <p:guide/>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95" d="100"/>
          <a:sy n="95" d="100"/>
        </p:scale>
        <p:origin x="-1848" y="-96"/>
      </p:cViewPr>
      <p:guideLst>
        <p:guide orient="horz" pos="3224"/>
        <p:guide pos="2238"/>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shosu\Desktop\&#30740;&#31350;&#27010;&#35201;&#29992;&#12288;&#12464;&#12521;&#1250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shosu\Desktop\&#30740;&#31350;&#27010;&#35201;&#29992;&#12288;&#12464;&#12521;&#12501;.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shosu\Desktop\&#30740;&#31350;&#27010;&#35201;&#29992;&#12288;&#12464;&#12521;&#12501;.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shosu\Desktop\&#30740;&#31350;&#27010;&#35201;&#29992;&#12288;&#12464;&#12521;&#12501;.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shosu\Desktop\1223011&#12288;&#20304;&#34276;&#32724;&#20142;&#12288;&#24773;&#22577;&#20966;&#29702;&#27861;06&#12288;&#12464;&#12521;&#12501;.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shosu\Desktop\&#30740;&#31350;&#27010;&#35201;&#29992;&#12288;&#12464;&#12521;&#12501;.xlsx" TargetMode="External"/><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50481816470502"/>
          <c:y val="0"/>
          <c:w val="0.88352091796574828"/>
          <c:h val="0.94076207825161851"/>
        </c:manualLayout>
      </c:layout>
      <c:scatterChart>
        <c:scatterStyle val="lineMarker"/>
        <c:varyColors val="0"/>
        <c:ser>
          <c:idx val="0"/>
          <c:order val="0"/>
          <c:spPr>
            <a:ln w="19050" cap="rnd">
              <a:solidFill>
                <a:schemeClr val="tx1"/>
              </a:solidFill>
              <a:round/>
            </a:ln>
            <a:effectLst/>
          </c:spPr>
          <c:marker>
            <c:symbol val="none"/>
          </c:marker>
          <c:xVal>
            <c:numRef>
              <c:f>Sheet2!$A$2:$A$1464</c:f>
              <c:numCache>
                <c:formatCode>General</c:formatCode>
                <c:ptCount val="146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numCache>
            </c:numRef>
          </c:xVal>
          <c:yVal>
            <c:numRef>
              <c:f>Sheet2!$B$2:$B$1464</c:f>
              <c:numCache>
                <c:formatCode>General</c:formatCode>
                <c:ptCount val="1463"/>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pt idx="721">
                  <c:v>1.7452406437283713E-2</c:v>
                </c:pt>
                <c:pt idx="722">
                  <c:v>3.4899496702500088E-2</c:v>
                </c:pt>
                <c:pt idx="723">
                  <c:v>5.233595624294364E-2</c:v>
                </c:pt>
                <c:pt idx="724">
                  <c:v>6.9756473744125788E-2</c:v>
                </c:pt>
                <c:pt idx="725">
                  <c:v>8.7155742747657583E-2</c:v>
                </c:pt>
                <c:pt idx="726">
                  <c:v>0.10452846326765357</c:v>
                </c:pt>
                <c:pt idx="727">
                  <c:v>0.1218693434051465</c:v>
                </c:pt>
                <c:pt idx="728">
                  <c:v>0.13917310096006516</c:v>
                </c:pt>
                <c:pt idx="729">
                  <c:v>0.15643446504023126</c:v>
                </c:pt>
                <c:pt idx="730">
                  <c:v>0.17364817766692967</c:v>
                </c:pt>
                <c:pt idx="731">
                  <c:v>0.1908089953765448</c:v>
                </c:pt>
                <c:pt idx="732">
                  <c:v>0.20791169081775826</c:v>
                </c:pt>
                <c:pt idx="733">
                  <c:v>0.22495105434386461</c:v>
                </c:pt>
                <c:pt idx="734">
                  <c:v>0.24192189559966801</c:v>
                </c:pt>
                <c:pt idx="735">
                  <c:v>0.25881904510252002</c:v>
                </c:pt>
                <c:pt idx="736">
                  <c:v>0.27563735581699911</c:v>
                </c:pt>
                <c:pt idx="737">
                  <c:v>0.29237170472273727</c:v>
                </c:pt>
                <c:pt idx="738">
                  <c:v>0.30901699437494695</c:v>
                </c:pt>
                <c:pt idx="739">
                  <c:v>0.32556815445715687</c:v>
                </c:pt>
                <c:pt idx="740">
                  <c:v>0.34202014332566788</c:v>
                </c:pt>
                <c:pt idx="741">
                  <c:v>0.3583679495453001</c:v>
                </c:pt>
                <c:pt idx="742">
                  <c:v>0.37460659341591246</c:v>
                </c:pt>
                <c:pt idx="743">
                  <c:v>0.39073112848927322</c:v>
                </c:pt>
                <c:pt idx="744">
                  <c:v>0.40673664307580026</c:v>
                </c:pt>
                <c:pt idx="745">
                  <c:v>0.42261826174069855</c:v>
                </c:pt>
                <c:pt idx="746">
                  <c:v>0.43837114678907713</c:v>
                </c:pt>
                <c:pt idx="747">
                  <c:v>0.45399049973954714</c:v>
                </c:pt>
                <c:pt idx="748">
                  <c:v>0.46947156278589014</c:v>
                </c:pt>
                <c:pt idx="749">
                  <c:v>0.484809620246337</c:v>
                </c:pt>
                <c:pt idx="750">
                  <c:v>0.49999999999999906</c:v>
                </c:pt>
                <c:pt idx="751">
                  <c:v>0.51503807491005382</c:v>
                </c:pt>
                <c:pt idx="752">
                  <c:v>0.52991926423320523</c:v>
                </c:pt>
                <c:pt idx="753">
                  <c:v>0.54463903501502642</c:v>
                </c:pt>
                <c:pt idx="754">
                  <c:v>0.55919290347074668</c:v>
                </c:pt>
                <c:pt idx="755">
                  <c:v>0.5735764363510466</c:v>
                </c:pt>
                <c:pt idx="756">
                  <c:v>0.58778525229247269</c:v>
                </c:pt>
                <c:pt idx="757">
                  <c:v>0.60181502315204838</c:v>
                </c:pt>
                <c:pt idx="758">
                  <c:v>0.61566147532565751</c:v>
                </c:pt>
                <c:pt idx="759">
                  <c:v>0.62932039104983728</c:v>
                </c:pt>
                <c:pt idx="760">
                  <c:v>0.6427876096865397</c:v>
                </c:pt>
                <c:pt idx="761">
                  <c:v>0.65605902899050683</c:v>
                </c:pt>
                <c:pt idx="762">
                  <c:v>0.66913060635885824</c:v>
                </c:pt>
                <c:pt idx="763">
                  <c:v>0.68199836006249781</c:v>
                </c:pt>
                <c:pt idx="764">
                  <c:v>0.69465837045899703</c:v>
                </c:pt>
                <c:pt idx="765">
                  <c:v>0.70710678118654779</c:v>
                </c:pt>
                <c:pt idx="766">
                  <c:v>0.71933980033865064</c:v>
                </c:pt>
                <c:pt idx="767">
                  <c:v>0.73135370161917046</c:v>
                </c:pt>
                <c:pt idx="768">
                  <c:v>0.74314482547739469</c:v>
                </c:pt>
                <c:pt idx="769">
                  <c:v>0.75470958022277168</c:v>
                </c:pt>
                <c:pt idx="770">
                  <c:v>0.76604444311897824</c:v>
                </c:pt>
                <c:pt idx="771">
                  <c:v>0.77714596145697035</c:v>
                </c:pt>
                <c:pt idx="772">
                  <c:v>0.7880107536067219</c:v>
                </c:pt>
                <c:pt idx="773">
                  <c:v>0.79863551004729316</c:v>
                </c:pt>
                <c:pt idx="774">
                  <c:v>0.80901699437494712</c:v>
                </c:pt>
                <c:pt idx="775">
                  <c:v>0.81915204428899191</c:v>
                </c:pt>
                <c:pt idx="776">
                  <c:v>0.82903757255504118</c:v>
                </c:pt>
                <c:pt idx="777">
                  <c:v>0.83867056794542394</c:v>
                </c:pt>
                <c:pt idx="778">
                  <c:v>0.84804809615642618</c:v>
                </c:pt>
                <c:pt idx="779">
                  <c:v>0.857167300702112</c:v>
                </c:pt>
                <c:pt idx="780">
                  <c:v>0.86602540378443871</c:v>
                </c:pt>
                <c:pt idx="781">
                  <c:v>0.8746197071393953</c:v>
                </c:pt>
                <c:pt idx="782">
                  <c:v>0.88294759285892677</c:v>
                </c:pt>
                <c:pt idx="783">
                  <c:v>0.89100652418836801</c:v>
                </c:pt>
                <c:pt idx="784">
                  <c:v>0.8987940462991667</c:v>
                </c:pt>
                <c:pt idx="785">
                  <c:v>0.90630778703664994</c:v>
                </c:pt>
                <c:pt idx="786">
                  <c:v>0.9135454576426012</c:v>
                </c:pt>
                <c:pt idx="787">
                  <c:v>0.92050485345244015</c:v>
                </c:pt>
                <c:pt idx="788">
                  <c:v>0.92718385456678754</c:v>
                </c:pt>
                <c:pt idx="789">
                  <c:v>0.93358042649720141</c:v>
                </c:pt>
                <c:pt idx="790">
                  <c:v>0.93969262078590832</c:v>
                </c:pt>
                <c:pt idx="791">
                  <c:v>0.94551857559931696</c:v>
                </c:pt>
                <c:pt idx="792">
                  <c:v>0.95105651629515342</c:v>
                </c:pt>
                <c:pt idx="793">
                  <c:v>0.95630475596303555</c:v>
                </c:pt>
                <c:pt idx="794">
                  <c:v>0.96126169593831856</c:v>
                </c:pt>
                <c:pt idx="795">
                  <c:v>0.9659258262890682</c:v>
                </c:pt>
                <c:pt idx="796">
                  <c:v>0.97029572627599658</c:v>
                </c:pt>
                <c:pt idx="797">
                  <c:v>0.97437006478523513</c:v>
                </c:pt>
                <c:pt idx="798">
                  <c:v>0.97814760073380569</c:v>
                </c:pt>
                <c:pt idx="799">
                  <c:v>0.98162718344766375</c:v>
                </c:pt>
                <c:pt idx="800">
                  <c:v>0.98480775301220802</c:v>
                </c:pt>
                <c:pt idx="801">
                  <c:v>0.98768834059513777</c:v>
                </c:pt>
                <c:pt idx="802">
                  <c:v>0.99026806874157025</c:v>
                </c:pt>
                <c:pt idx="803">
                  <c:v>0.99254615164132198</c:v>
                </c:pt>
                <c:pt idx="804">
                  <c:v>0.9945218953682734</c:v>
                </c:pt>
                <c:pt idx="805">
                  <c:v>0.99619469809174555</c:v>
                </c:pt>
                <c:pt idx="806">
                  <c:v>0.99756405025982431</c:v>
                </c:pt>
                <c:pt idx="807">
                  <c:v>0.99862953475457383</c:v>
                </c:pt>
                <c:pt idx="808">
                  <c:v>0.99939082701909576</c:v>
                </c:pt>
                <c:pt idx="809">
                  <c:v>0.99984769515639127</c:v>
                </c:pt>
                <c:pt idx="810">
                  <c:v>1</c:v>
                </c:pt>
                <c:pt idx="811">
                  <c:v>0.99984769515639127</c:v>
                </c:pt>
                <c:pt idx="812">
                  <c:v>0.99939082701909576</c:v>
                </c:pt>
                <c:pt idx="813">
                  <c:v>0.99862953475457383</c:v>
                </c:pt>
                <c:pt idx="814">
                  <c:v>0.9975640502598242</c:v>
                </c:pt>
                <c:pt idx="815">
                  <c:v>0.99619469809174555</c:v>
                </c:pt>
                <c:pt idx="816">
                  <c:v>0.99452189536827329</c:v>
                </c:pt>
                <c:pt idx="817">
                  <c:v>0.99254615164132221</c:v>
                </c:pt>
                <c:pt idx="818">
                  <c:v>0.99026806874157036</c:v>
                </c:pt>
                <c:pt idx="819">
                  <c:v>0.98768834059513766</c:v>
                </c:pt>
                <c:pt idx="820">
                  <c:v>0.98480775301220824</c:v>
                </c:pt>
                <c:pt idx="821">
                  <c:v>0.98162718344766398</c:v>
                </c:pt>
                <c:pt idx="822">
                  <c:v>0.97814760073380547</c:v>
                </c:pt>
                <c:pt idx="823">
                  <c:v>0.97437006478523536</c:v>
                </c:pt>
                <c:pt idx="824">
                  <c:v>0.97029572627599636</c:v>
                </c:pt>
                <c:pt idx="825">
                  <c:v>0.96592582628906853</c:v>
                </c:pt>
                <c:pt idx="826">
                  <c:v>0.96126169593831889</c:v>
                </c:pt>
                <c:pt idx="827">
                  <c:v>0.95630475596303532</c:v>
                </c:pt>
                <c:pt idx="828">
                  <c:v>0.95105651629515375</c:v>
                </c:pt>
                <c:pt idx="829">
                  <c:v>0.94551857559931674</c:v>
                </c:pt>
                <c:pt idx="830">
                  <c:v>0.93969262078590876</c:v>
                </c:pt>
                <c:pt idx="831">
                  <c:v>0.93358042649720185</c:v>
                </c:pt>
                <c:pt idx="832">
                  <c:v>0.9271838545667872</c:v>
                </c:pt>
                <c:pt idx="833">
                  <c:v>0.9205048534524406</c:v>
                </c:pt>
                <c:pt idx="834">
                  <c:v>0.91354545764260087</c:v>
                </c:pt>
                <c:pt idx="835">
                  <c:v>0.90630778703665038</c:v>
                </c:pt>
                <c:pt idx="836">
                  <c:v>0.89879404629916715</c:v>
                </c:pt>
                <c:pt idx="837">
                  <c:v>0.89100652418836768</c:v>
                </c:pt>
                <c:pt idx="838">
                  <c:v>0.88294759285892732</c:v>
                </c:pt>
                <c:pt idx="839">
                  <c:v>0.87461970713939585</c:v>
                </c:pt>
                <c:pt idx="840">
                  <c:v>0.86602540378443837</c:v>
                </c:pt>
                <c:pt idx="841">
                  <c:v>0.85716730070211256</c:v>
                </c:pt>
                <c:pt idx="842">
                  <c:v>0.84804809615642585</c:v>
                </c:pt>
                <c:pt idx="843">
                  <c:v>0.83867056794542449</c:v>
                </c:pt>
                <c:pt idx="844">
                  <c:v>0.82903757255504185</c:v>
                </c:pt>
                <c:pt idx="845">
                  <c:v>0.81915204428899147</c:v>
                </c:pt>
                <c:pt idx="846">
                  <c:v>0.80901699437494778</c:v>
                </c:pt>
                <c:pt idx="847">
                  <c:v>0.79863551004729283</c:v>
                </c:pt>
                <c:pt idx="848">
                  <c:v>0.78801075360672257</c:v>
                </c:pt>
                <c:pt idx="849">
                  <c:v>0.77714596145697101</c:v>
                </c:pt>
                <c:pt idx="850">
                  <c:v>0.76604444311897779</c:v>
                </c:pt>
                <c:pt idx="851">
                  <c:v>0.75470958022277246</c:v>
                </c:pt>
                <c:pt idx="852">
                  <c:v>0.74314482547739424</c:v>
                </c:pt>
                <c:pt idx="853">
                  <c:v>0.73135370161917124</c:v>
                </c:pt>
                <c:pt idx="854">
                  <c:v>0.71933980033865141</c:v>
                </c:pt>
                <c:pt idx="855">
                  <c:v>0.70710678118654735</c:v>
                </c:pt>
                <c:pt idx="856">
                  <c:v>0.69465837045899781</c:v>
                </c:pt>
                <c:pt idx="857">
                  <c:v>0.68199836006249859</c:v>
                </c:pt>
                <c:pt idx="858">
                  <c:v>0.66913060635885779</c:v>
                </c:pt>
                <c:pt idx="859">
                  <c:v>0.65605902899050761</c:v>
                </c:pt>
                <c:pt idx="860">
                  <c:v>0.64278760968653914</c:v>
                </c:pt>
                <c:pt idx="861">
                  <c:v>0.62932039104983817</c:v>
                </c:pt>
                <c:pt idx="862">
                  <c:v>0.6156614753256584</c:v>
                </c:pt>
                <c:pt idx="863">
                  <c:v>0.60181502315204793</c:v>
                </c:pt>
                <c:pt idx="864">
                  <c:v>0.58778525229247358</c:v>
                </c:pt>
                <c:pt idx="865">
                  <c:v>0.57357643635104605</c:v>
                </c:pt>
                <c:pt idx="866">
                  <c:v>0.55919290347074768</c:v>
                </c:pt>
                <c:pt idx="867">
                  <c:v>0.54463903501502731</c:v>
                </c:pt>
                <c:pt idx="868">
                  <c:v>0.52991926423320457</c:v>
                </c:pt>
                <c:pt idx="869">
                  <c:v>0.51503807491005482</c:v>
                </c:pt>
                <c:pt idx="870">
                  <c:v>0.5</c:v>
                </c:pt>
                <c:pt idx="871">
                  <c:v>0.484809620246338</c:v>
                </c:pt>
                <c:pt idx="872">
                  <c:v>0.46947156278589114</c:v>
                </c:pt>
                <c:pt idx="873">
                  <c:v>0.45399049973954653</c:v>
                </c:pt>
                <c:pt idx="874">
                  <c:v>0.43837114678907813</c:v>
                </c:pt>
                <c:pt idx="875">
                  <c:v>0.42261826174069955</c:v>
                </c:pt>
                <c:pt idx="876">
                  <c:v>0.40673664307579965</c:v>
                </c:pt>
                <c:pt idx="877">
                  <c:v>0.39073112848927422</c:v>
                </c:pt>
                <c:pt idx="878">
                  <c:v>0.37460659341591185</c:v>
                </c:pt>
                <c:pt idx="879">
                  <c:v>0.3583679495453011</c:v>
                </c:pt>
                <c:pt idx="880">
                  <c:v>0.34202014332566893</c:v>
                </c:pt>
                <c:pt idx="881">
                  <c:v>0.3255681544571562</c:v>
                </c:pt>
                <c:pt idx="882">
                  <c:v>0.30901699437494801</c:v>
                </c:pt>
                <c:pt idx="883">
                  <c:v>0.29237170472273666</c:v>
                </c:pt>
                <c:pt idx="884">
                  <c:v>0.27563735581700016</c:v>
                </c:pt>
                <c:pt idx="885">
                  <c:v>0.25881904510252107</c:v>
                </c:pt>
                <c:pt idx="886">
                  <c:v>0.24192189559966734</c:v>
                </c:pt>
                <c:pt idx="887">
                  <c:v>0.22495105434386567</c:v>
                </c:pt>
                <c:pt idx="888">
                  <c:v>0.20791169081775934</c:v>
                </c:pt>
                <c:pt idx="889">
                  <c:v>0.19080899537654589</c:v>
                </c:pt>
                <c:pt idx="890">
                  <c:v>0.17364817766693075</c:v>
                </c:pt>
                <c:pt idx="891">
                  <c:v>0.15643446504023059</c:v>
                </c:pt>
                <c:pt idx="892">
                  <c:v>0.13917310096006624</c:v>
                </c:pt>
                <c:pt idx="893">
                  <c:v>0.1218693434051476</c:v>
                </c:pt>
                <c:pt idx="894">
                  <c:v>0.1045284632676529</c:v>
                </c:pt>
                <c:pt idx="895">
                  <c:v>8.7155742747658679E-2</c:v>
                </c:pt>
                <c:pt idx="896">
                  <c:v>6.9756473744125122E-2</c:v>
                </c:pt>
                <c:pt idx="897">
                  <c:v>5.2335956242944737E-2</c:v>
                </c:pt>
                <c:pt idx="898">
                  <c:v>3.4899496702501191E-2</c:v>
                </c:pt>
                <c:pt idx="899">
                  <c:v>1.745240643728304E-2</c:v>
                </c:pt>
                <c:pt idx="900">
                  <c:v>6.1257422745431001E-16</c:v>
                </c:pt>
                <c:pt idx="901">
                  <c:v>-1.7452406437283591E-2</c:v>
                </c:pt>
                <c:pt idx="902">
                  <c:v>-3.4899496702499963E-2</c:v>
                </c:pt>
                <c:pt idx="903">
                  <c:v>-5.2335956242943515E-2</c:v>
                </c:pt>
                <c:pt idx="904">
                  <c:v>-6.9756473744125677E-2</c:v>
                </c:pt>
                <c:pt idx="905">
                  <c:v>-8.7155742747657458E-2</c:v>
                </c:pt>
                <c:pt idx="906">
                  <c:v>-0.10452846326765344</c:v>
                </c:pt>
                <c:pt idx="907">
                  <c:v>-0.12186934340514638</c:v>
                </c:pt>
                <c:pt idx="908">
                  <c:v>-0.13917310096006502</c:v>
                </c:pt>
                <c:pt idx="909">
                  <c:v>-0.15643446504023115</c:v>
                </c:pt>
                <c:pt idx="910">
                  <c:v>-0.17364817766692955</c:v>
                </c:pt>
                <c:pt idx="911">
                  <c:v>-0.19080899537654469</c:v>
                </c:pt>
                <c:pt idx="912">
                  <c:v>-0.2079116908177599</c:v>
                </c:pt>
                <c:pt idx="913">
                  <c:v>-0.22495105434386448</c:v>
                </c:pt>
                <c:pt idx="914">
                  <c:v>-0.2419218955996679</c:v>
                </c:pt>
                <c:pt idx="915">
                  <c:v>-0.25881904510251985</c:v>
                </c:pt>
                <c:pt idx="916">
                  <c:v>-0.27563735581699894</c:v>
                </c:pt>
                <c:pt idx="917">
                  <c:v>-0.29237170472273549</c:v>
                </c:pt>
                <c:pt idx="918">
                  <c:v>-0.30901699437494851</c:v>
                </c:pt>
                <c:pt idx="919">
                  <c:v>-0.32556815445715676</c:v>
                </c:pt>
                <c:pt idx="920">
                  <c:v>-0.34202014332566777</c:v>
                </c:pt>
                <c:pt idx="921">
                  <c:v>-0.3583679495453016</c:v>
                </c:pt>
                <c:pt idx="922">
                  <c:v>-0.37460659341591235</c:v>
                </c:pt>
                <c:pt idx="923">
                  <c:v>-0.39073112848927311</c:v>
                </c:pt>
                <c:pt idx="924">
                  <c:v>-0.40673664307579854</c:v>
                </c:pt>
                <c:pt idx="925">
                  <c:v>-0.42261826174070005</c:v>
                </c:pt>
                <c:pt idx="926">
                  <c:v>-0.43837114678907702</c:v>
                </c:pt>
                <c:pt idx="927">
                  <c:v>-0.45399049973954542</c:v>
                </c:pt>
                <c:pt idx="928">
                  <c:v>-0.46947156278589164</c:v>
                </c:pt>
                <c:pt idx="929">
                  <c:v>-0.48480962024633689</c:v>
                </c:pt>
                <c:pt idx="930">
                  <c:v>-0.49999999999999895</c:v>
                </c:pt>
                <c:pt idx="931">
                  <c:v>-0.51503807491005527</c:v>
                </c:pt>
                <c:pt idx="932">
                  <c:v>-0.52991926423320512</c:v>
                </c:pt>
                <c:pt idx="933">
                  <c:v>-0.54463903501502631</c:v>
                </c:pt>
                <c:pt idx="934">
                  <c:v>-0.55919290347074513</c:v>
                </c:pt>
                <c:pt idx="935">
                  <c:v>-0.57357643635104649</c:v>
                </c:pt>
                <c:pt idx="936">
                  <c:v>-0.58778525229247258</c:v>
                </c:pt>
                <c:pt idx="937">
                  <c:v>-0.60181502315204694</c:v>
                </c:pt>
                <c:pt idx="938">
                  <c:v>-0.61566147532565885</c:v>
                </c:pt>
                <c:pt idx="939">
                  <c:v>-0.62932039104983717</c:v>
                </c:pt>
                <c:pt idx="940">
                  <c:v>-0.64278760968653825</c:v>
                </c:pt>
                <c:pt idx="941">
                  <c:v>-0.65605902899050805</c:v>
                </c:pt>
                <c:pt idx="942">
                  <c:v>-0.66913060635885813</c:v>
                </c:pt>
                <c:pt idx="943">
                  <c:v>-0.6819983600624977</c:v>
                </c:pt>
                <c:pt idx="944">
                  <c:v>-0.69465837045899825</c:v>
                </c:pt>
                <c:pt idx="945">
                  <c:v>-0.70710678118654768</c:v>
                </c:pt>
                <c:pt idx="946">
                  <c:v>-0.71933980033865053</c:v>
                </c:pt>
                <c:pt idx="947">
                  <c:v>-0.73135370161916913</c:v>
                </c:pt>
                <c:pt idx="948">
                  <c:v>-0.74314482547739458</c:v>
                </c:pt>
                <c:pt idx="949">
                  <c:v>-0.75470958022277168</c:v>
                </c:pt>
                <c:pt idx="950">
                  <c:v>-0.76604444311897701</c:v>
                </c:pt>
                <c:pt idx="951">
                  <c:v>-0.77714596145697146</c:v>
                </c:pt>
                <c:pt idx="952">
                  <c:v>-0.78801075360672179</c:v>
                </c:pt>
                <c:pt idx="953">
                  <c:v>-0.79863551004729205</c:v>
                </c:pt>
                <c:pt idx="954">
                  <c:v>-0.80901699437494812</c:v>
                </c:pt>
                <c:pt idx="955">
                  <c:v>-0.8191520442889918</c:v>
                </c:pt>
                <c:pt idx="956">
                  <c:v>-0.82903757255504107</c:v>
                </c:pt>
                <c:pt idx="957">
                  <c:v>-0.83867056794542483</c:v>
                </c:pt>
                <c:pt idx="958">
                  <c:v>-0.84804809615642618</c:v>
                </c:pt>
                <c:pt idx="959">
                  <c:v>-0.85716730070211189</c:v>
                </c:pt>
                <c:pt idx="960">
                  <c:v>-0.86602540378443771</c:v>
                </c:pt>
                <c:pt idx="961">
                  <c:v>-0.87461970713939607</c:v>
                </c:pt>
                <c:pt idx="962">
                  <c:v>-0.88294759285892677</c:v>
                </c:pt>
                <c:pt idx="963">
                  <c:v>-0.89100652418836712</c:v>
                </c:pt>
                <c:pt idx="964">
                  <c:v>-0.89879404629916737</c:v>
                </c:pt>
                <c:pt idx="965">
                  <c:v>-0.90630778703664994</c:v>
                </c:pt>
                <c:pt idx="966">
                  <c:v>-0.91354545764260042</c:v>
                </c:pt>
                <c:pt idx="967">
                  <c:v>-0.92050485345244082</c:v>
                </c:pt>
                <c:pt idx="968">
                  <c:v>-0.92718385456678742</c:v>
                </c:pt>
                <c:pt idx="969">
                  <c:v>-0.93358042649720141</c:v>
                </c:pt>
                <c:pt idx="970">
                  <c:v>-0.93969262078590765</c:v>
                </c:pt>
                <c:pt idx="971">
                  <c:v>-0.94551857559931696</c:v>
                </c:pt>
                <c:pt idx="972">
                  <c:v>-0.95105651629515342</c:v>
                </c:pt>
                <c:pt idx="973">
                  <c:v>-0.95630475596303499</c:v>
                </c:pt>
                <c:pt idx="974">
                  <c:v>-0.96126169593831901</c:v>
                </c:pt>
                <c:pt idx="975">
                  <c:v>-0.9659258262890682</c:v>
                </c:pt>
                <c:pt idx="976">
                  <c:v>-0.97029572627599614</c:v>
                </c:pt>
                <c:pt idx="977">
                  <c:v>-0.97437006478523547</c:v>
                </c:pt>
                <c:pt idx="978">
                  <c:v>-0.97814760073380558</c:v>
                </c:pt>
                <c:pt idx="979">
                  <c:v>-0.98162718344766375</c:v>
                </c:pt>
                <c:pt idx="980">
                  <c:v>-0.98480775301220824</c:v>
                </c:pt>
                <c:pt idx="981">
                  <c:v>-0.98768834059513777</c:v>
                </c:pt>
                <c:pt idx="982">
                  <c:v>-0.99026806874157014</c:v>
                </c:pt>
                <c:pt idx="983">
                  <c:v>-0.99254615164132176</c:v>
                </c:pt>
                <c:pt idx="984">
                  <c:v>-0.9945218953682734</c:v>
                </c:pt>
                <c:pt idx="985">
                  <c:v>-0.99619469809174543</c:v>
                </c:pt>
                <c:pt idx="986">
                  <c:v>-0.99756405025982409</c:v>
                </c:pt>
                <c:pt idx="987">
                  <c:v>-0.99862953475457394</c:v>
                </c:pt>
                <c:pt idx="988">
                  <c:v>-0.99939082701909576</c:v>
                </c:pt>
                <c:pt idx="989">
                  <c:v>-0.99984769515639127</c:v>
                </c:pt>
                <c:pt idx="990">
                  <c:v>-1</c:v>
                </c:pt>
                <c:pt idx="991">
                  <c:v>-0.99984769515639127</c:v>
                </c:pt>
                <c:pt idx="992">
                  <c:v>-0.99939082701909576</c:v>
                </c:pt>
                <c:pt idx="993">
                  <c:v>-0.99862953475457383</c:v>
                </c:pt>
                <c:pt idx="994">
                  <c:v>-0.9975640502598242</c:v>
                </c:pt>
                <c:pt idx="995">
                  <c:v>-0.99619469809174555</c:v>
                </c:pt>
                <c:pt idx="996">
                  <c:v>-0.99452189536827351</c:v>
                </c:pt>
                <c:pt idx="997">
                  <c:v>-0.99254615164132198</c:v>
                </c:pt>
                <c:pt idx="998">
                  <c:v>-0.99026806874157036</c:v>
                </c:pt>
                <c:pt idx="999">
                  <c:v>-0.98768834059513799</c:v>
                </c:pt>
                <c:pt idx="1000">
                  <c:v>-0.98480775301220791</c:v>
                </c:pt>
                <c:pt idx="1001">
                  <c:v>-0.98162718344766398</c:v>
                </c:pt>
                <c:pt idx="1002">
                  <c:v>-0.97814760073380591</c:v>
                </c:pt>
                <c:pt idx="1003">
                  <c:v>-0.97437006478523491</c:v>
                </c:pt>
                <c:pt idx="1004">
                  <c:v>-0.97029572627599647</c:v>
                </c:pt>
                <c:pt idx="1005">
                  <c:v>-0.96592582628906853</c:v>
                </c:pt>
                <c:pt idx="1006">
                  <c:v>-0.96126169593831945</c:v>
                </c:pt>
                <c:pt idx="1007">
                  <c:v>-0.95630475596303532</c:v>
                </c:pt>
                <c:pt idx="1008">
                  <c:v>-0.95105651629515375</c:v>
                </c:pt>
                <c:pt idx="1009">
                  <c:v>-0.9455185755993174</c:v>
                </c:pt>
                <c:pt idx="1010">
                  <c:v>-0.93969262078590809</c:v>
                </c:pt>
                <c:pt idx="1011">
                  <c:v>-0.93358042649720185</c:v>
                </c:pt>
                <c:pt idx="1012">
                  <c:v>-0.92718385456678798</c:v>
                </c:pt>
                <c:pt idx="1013">
                  <c:v>-0.92050485345243993</c:v>
                </c:pt>
                <c:pt idx="1014">
                  <c:v>-0.91354545764260098</c:v>
                </c:pt>
                <c:pt idx="1015">
                  <c:v>-0.90630778703665049</c:v>
                </c:pt>
                <c:pt idx="1016">
                  <c:v>-0.89879404629916648</c:v>
                </c:pt>
                <c:pt idx="1017">
                  <c:v>-0.89100652418836779</c:v>
                </c:pt>
                <c:pt idx="1018">
                  <c:v>-0.88294759285892732</c:v>
                </c:pt>
                <c:pt idx="1019">
                  <c:v>-0.87461970713939674</c:v>
                </c:pt>
                <c:pt idx="1020">
                  <c:v>-0.86602540378443837</c:v>
                </c:pt>
                <c:pt idx="1021">
                  <c:v>-0.85716730070211256</c:v>
                </c:pt>
                <c:pt idx="1022">
                  <c:v>-0.84804809615642684</c:v>
                </c:pt>
                <c:pt idx="1023">
                  <c:v>-0.83867056794542361</c:v>
                </c:pt>
                <c:pt idx="1024">
                  <c:v>-0.82903757255504185</c:v>
                </c:pt>
                <c:pt idx="1025">
                  <c:v>-0.81915204428899258</c:v>
                </c:pt>
                <c:pt idx="1026">
                  <c:v>-0.80901699437494679</c:v>
                </c:pt>
                <c:pt idx="1027">
                  <c:v>-0.79863551004729283</c:v>
                </c:pt>
                <c:pt idx="1028">
                  <c:v>-0.78801075360672268</c:v>
                </c:pt>
                <c:pt idx="1029">
                  <c:v>-0.77714596145697001</c:v>
                </c:pt>
                <c:pt idx="1030">
                  <c:v>-0.7660444431189779</c:v>
                </c:pt>
                <c:pt idx="1031">
                  <c:v>-0.75470958022277257</c:v>
                </c:pt>
                <c:pt idx="1032">
                  <c:v>-0.74314482547739547</c:v>
                </c:pt>
                <c:pt idx="1033">
                  <c:v>-0.73135370161917013</c:v>
                </c:pt>
                <c:pt idx="1034">
                  <c:v>-0.71933980033865152</c:v>
                </c:pt>
                <c:pt idx="1035">
                  <c:v>-0.70710678118654868</c:v>
                </c:pt>
                <c:pt idx="1036">
                  <c:v>-0.6946583704589967</c:v>
                </c:pt>
                <c:pt idx="1037">
                  <c:v>-0.6819983600624987</c:v>
                </c:pt>
                <c:pt idx="1038">
                  <c:v>-0.66913060635885913</c:v>
                </c:pt>
                <c:pt idx="1039">
                  <c:v>-0.65605902899050639</c:v>
                </c:pt>
                <c:pt idx="1040">
                  <c:v>-0.64278760968653925</c:v>
                </c:pt>
                <c:pt idx="1041">
                  <c:v>-0.62932039104983828</c:v>
                </c:pt>
                <c:pt idx="1042">
                  <c:v>-0.61566147532565718</c:v>
                </c:pt>
                <c:pt idx="1043">
                  <c:v>-0.60181502315204793</c:v>
                </c:pt>
                <c:pt idx="1044">
                  <c:v>-0.58778525229247369</c:v>
                </c:pt>
                <c:pt idx="1045">
                  <c:v>-0.5735764363510476</c:v>
                </c:pt>
                <c:pt idx="1046">
                  <c:v>-0.55919290347074624</c:v>
                </c:pt>
                <c:pt idx="1047">
                  <c:v>-0.54463903501502742</c:v>
                </c:pt>
                <c:pt idx="1048">
                  <c:v>-0.52991926423320623</c:v>
                </c:pt>
                <c:pt idx="1049">
                  <c:v>-0.51503807491005338</c:v>
                </c:pt>
                <c:pt idx="1050">
                  <c:v>-0.50000000000000011</c:v>
                </c:pt>
                <c:pt idx="1051">
                  <c:v>-0.48480962024633811</c:v>
                </c:pt>
                <c:pt idx="1052">
                  <c:v>-0.46947156278588964</c:v>
                </c:pt>
                <c:pt idx="1053">
                  <c:v>-0.45399049973954664</c:v>
                </c:pt>
                <c:pt idx="1054">
                  <c:v>-0.43837114678907824</c:v>
                </c:pt>
                <c:pt idx="1055">
                  <c:v>-0.42261826174070127</c:v>
                </c:pt>
                <c:pt idx="1056">
                  <c:v>-0.40673664307579976</c:v>
                </c:pt>
                <c:pt idx="1057">
                  <c:v>-0.39073112848927433</c:v>
                </c:pt>
                <c:pt idx="1058">
                  <c:v>-0.37460659341591362</c:v>
                </c:pt>
                <c:pt idx="1059">
                  <c:v>-0.35836794954529955</c:v>
                </c:pt>
                <c:pt idx="1060">
                  <c:v>-0.34202014332566905</c:v>
                </c:pt>
                <c:pt idx="1061">
                  <c:v>-0.32556815445715803</c:v>
                </c:pt>
                <c:pt idx="1062">
                  <c:v>-0.3090169943749464</c:v>
                </c:pt>
                <c:pt idx="1063">
                  <c:v>-0.29237170472273677</c:v>
                </c:pt>
                <c:pt idx="1064">
                  <c:v>-0.27563735581700027</c:v>
                </c:pt>
                <c:pt idx="1065">
                  <c:v>-0.25881904510251946</c:v>
                </c:pt>
                <c:pt idx="1066">
                  <c:v>-0.24192189559966748</c:v>
                </c:pt>
                <c:pt idx="1067">
                  <c:v>-0.22495105434386581</c:v>
                </c:pt>
                <c:pt idx="1068">
                  <c:v>-0.2079116908177612</c:v>
                </c:pt>
                <c:pt idx="1069">
                  <c:v>-0.19080899537654428</c:v>
                </c:pt>
                <c:pt idx="1070">
                  <c:v>-0.17364817766693086</c:v>
                </c:pt>
                <c:pt idx="1071">
                  <c:v>-0.15643446504023248</c:v>
                </c:pt>
                <c:pt idx="1072">
                  <c:v>-0.13917310096006461</c:v>
                </c:pt>
                <c:pt idx="1073">
                  <c:v>-0.12186934340514771</c:v>
                </c:pt>
                <c:pt idx="1074">
                  <c:v>-0.10452846326765479</c:v>
                </c:pt>
                <c:pt idx="1075">
                  <c:v>-8.7155742747657028E-2</c:v>
                </c:pt>
                <c:pt idx="1076">
                  <c:v>-6.9756473744125247E-2</c:v>
                </c:pt>
                <c:pt idx="1077">
                  <c:v>-5.2335956242944862E-2</c:v>
                </c:pt>
                <c:pt idx="1078">
                  <c:v>-3.4899496702499533E-2</c:v>
                </c:pt>
                <c:pt idx="1079">
                  <c:v>-1.7452406437283161E-2</c:v>
                </c:pt>
                <c:pt idx="1080">
                  <c:v>-7.3508907294517201E-16</c:v>
                </c:pt>
                <c:pt idx="1081">
                  <c:v>1.745240643728169E-2</c:v>
                </c:pt>
                <c:pt idx="1082">
                  <c:v>3.4899496702501615E-2</c:v>
                </c:pt>
                <c:pt idx="1083">
                  <c:v>5.2335956242943391E-2</c:v>
                </c:pt>
                <c:pt idx="1084">
                  <c:v>6.9756473744123776E-2</c:v>
                </c:pt>
                <c:pt idx="1085">
                  <c:v>8.715574274765911E-2</c:v>
                </c:pt>
                <c:pt idx="1086">
                  <c:v>0.10452846326765333</c:v>
                </c:pt>
                <c:pt idx="1087">
                  <c:v>0.12186934340514625</c:v>
                </c:pt>
                <c:pt idx="1088">
                  <c:v>0.13917310096006666</c:v>
                </c:pt>
                <c:pt idx="1089">
                  <c:v>0.15643446504023101</c:v>
                </c:pt>
                <c:pt idx="1090">
                  <c:v>0.17364817766692942</c:v>
                </c:pt>
                <c:pt idx="1091">
                  <c:v>0.19080899537654283</c:v>
                </c:pt>
                <c:pt idx="1092">
                  <c:v>0.20791169081775976</c:v>
                </c:pt>
                <c:pt idx="1093">
                  <c:v>0.22495105434386437</c:v>
                </c:pt>
                <c:pt idx="1094">
                  <c:v>0.24192189559966604</c:v>
                </c:pt>
                <c:pt idx="1095">
                  <c:v>0.25881904510252146</c:v>
                </c:pt>
                <c:pt idx="1096">
                  <c:v>0.27563735581699883</c:v>
                </c:pt>
                <c:pt idx="1097">
                  <c:v>0.29237170472273533</c:v>
                </c:pt>
                <c:pt idx="1098">
                  <c:v>0.30901699437494839</c:v>
                </c:pt>
                <c:pt idx="1099">
                  <c:v>0.32556815445715659</c:v>
                </c:pt>
                <c:pt idx="1100">
                  <c:v>0.34202014332566766</c:v>
                </c:pt>
                <c:pt idx="1101">
                  <c:v>0.35836794954530149</c:v>
                </c:pt>
                <c:pt idx="1102">
                  <c:v>0.37460659341591224</c:v>
                </c:pt>
                <c:pt idx="1103">
                  <c:v>0.39073112848927299</c:v>
                </c:pt>
                <c:pt idx="1104">
                  <c:v>0.40673664307579843</c:v>
                </c:pt>
                <c:pt idx="1105">
                  <c:v>0.42261826174069994</c:v>
                </c:pt>
                <c:pt idx="1106">
                  <c:v>0.4383711467890769</c:v>
                </c:pt>
                <c:pt idx="1107">
                  <c:v>0.45399049973954531</c:v>
                </c:pt>
                <c:pt idx="1108">
                  <c:v>0.46947156278589153</c:v>
                </c:pt>
                <c:pt idx="1109">
                  <c:v>0.48480962024633678</c:v>
                </c:pt>
                <c:pt idx="1110">
                  <c:v>0.49999999999999883</c:v>
                </c:pt>
                <c:pt idx="1111">
                  <c:v>0.51503807491005515</c:v>
                </c:pt>
                <c:pt idx="1112">
                  <c:v>0.52991926423320501</c:v>
                </c:pt>
                <c:pt idx="1113">
                  <c:v>0.5446390350150262</c:v>
                </c:pt>
                <c:pt idx="1114">
                  <c:v>0.55919290347074802</c:v>
                </c:pt>
                <c:pt idx="1115">
                  <c:v>0.57357643635104638</c:v>
                </c:pt>
                <c:pt idx="1116">
                  <c:v>0.58778525229247247</c:v>
                </c:pt>
                <c:pt idx="1117">
                  <c:v>0.60181502315204682</c:v>
                </c:pt>
                <c:pt idx="1118">
                  <c:v>0.61566147532565874</c:v>
                </c:pt>
                <c:pt idx="1119">
                  <c:v>0.62932039104983706</c:v>
                </c:pt>
                <c:pt idx="1120">
                  <c:v>0.64278760968653814</c:v>
                </c:pt>
                <c:pt idx="1121">
                  <c:v>0.65605902899050794</c:v>
                </c:pt>
                <c:pt idx="1122">
                  <c:v>0.66913060635885813</c:v>
                </c:pt>
                <c:pt idx="1123">
                  <c:v>0.68199836006249759</c:v>
                </c:pt>
                <c:pt idx="1124">
                  <c:v>0.69465837045899814</c:v>
                </c:pt>
                <c:pt idx="1125">
                  <c:v>0.70710678118654757</c:v>
                </c:pt>
                <c:pt idx="1126">
                  <c:v>0.71933980033865041</c:v>
                </c:pt>
                <c:pt idx="1127">
                  <c:v>0.73135370161916913</c:v>
                </c:pt>
                <c:pt idx="1128">
                  <c:v>0.74314482547739447</c:v>
                </c:pt>
                <c:pt idx="1129">
                  <c:v>0.75470958022277157</c:v>
                </c:pt>
                <c:pt idx="1130">
                  <c:v>0.7660444431189769</c:v>
                </c:pt>
                <c:pt idx="1131">
                  <c:v>0.77714596145697135</c:v>
                </c:pt>
                <c:pt idx="1132">
                  <c:v>0.78801075360672168</c:v>
                </c:pt>
                <c:pt idx="1133">
                  <c:v>0.79863551004729194</c:v>
                </c:pt>
                <c:pt idx="1134">
                  <c:v>0.80901699437494801</c:v>
                </c:pt>
                <c:pt idx="1135">
                  <c:v>0.81915204428899169</c:v>
                </c:pt>
                <c:pt idx="1136">
                  <c:v>0.82903757255504107</c:v>
                </c:pt>
                <c:pt idx="1137">
                  <c:v>0.83867056794542472</c:v>
                </c:pt>
                <c:pt idx="1138">
                  <c:v>0.84804809615642607</c:v>
                </c:pt>
                <c:pt idx="1139">
                  <c:v>0.85716730070211189</c:v>
                </c:pt>
                <c:pt idx="1140">
                  <c:v>0.86602540378443771</c:v>
                </c:pt>
                <c:pt idx="1141">
                  <c:v>0.87461970713939607</c:v>
                </c:pt>
                <c:pt idx="1142">
                  <c:v>0.88294759285892666</c:v>
                </c:pt>
                <c:pt idx="1143">
                  <c:v>0.89100652418836712</c:v>
                </c:pt>
                <c:pt idx="1144">
                  <c:v>0.89879404629916737</c:v>
                </c:pt>
                <c:pt idx="1145">
                  <c:v>0.90630778703664983</c:v>
                </c:pt>
                <c:pt idx="1146">
                  <c:v>0.91354545764260031</c:v>
                </c:pt>
                <c:pt idx="1147">
                  <c:v>0.92050485345244071</c:v>
                </c:pt>
                <c:pt idx="1148">
                  <c:v>0.92718385456678742</c:v>
                </c:pt>
                <c:pt idx="1149">
                  <c:v>0.93358042649720141</c:v>
                </c:pt>
                <c:pt idx="1150">
                  <c:v>0.93969262078590887</c:v>
                </c:pt>
                <c:pt idx="1151">
                  <c:v>0.94551857559931696</c:v>
                </c:pt>
                <c:pt idx="1152">
                  <c:v>0.95105651629515331</c:v>
                </c:pt>
                <c:pt idx="1153">
                  <c:v>0.95630475596303488</c:v>
                </c:pt>
                <c:pt idx="1154">
                  <c:v>0.96126169593831901</c:v>
                </c:pt>
                <c:pt idx="1155">
                  <c:v>0.9659258262890682</c:v>
                </c:pt>
                <c:pt idx="1156">
                  <c:v>0.97029572627599614</c:v>
                </c:pt>
                <c:pt idx="1157">
                  <c:v>0.97437006478523547</c:v>
                </c:pt>
                <c:pt idx="1158">
                  <c:v>0.97814760073380558</c:v>
                </c:pt>
                <c:pt idx="1159">
                  <c:v>0.98162718344766375</c:v>
                </c:pt>
                <c:pt idx="1160">
                  <c:v>0.98480775301220824</c:v>
                </c:pt>
                <c:pt idx="1161">
                  <c:v>0.98768834059513777</c:v>
                </c:pt>
                <c:pt idx="1162">
                  <c:v>0.99026806874157014</c:v>
                </c:pt>
                <c:pt idx="1163">
                  <c:v>0.99254615164132176</c:v>
                </c:pt>
                <c:pt idx="1164">
                  <c:v>0.9945218953682734</c:v>
                </c:pt>
                <c:pt idx="1165">
                  <c:v>0.99619469809174543</c:v>
                </c:pt>
                <c:pt idx="1166">
                  <c:v>0.99756405025982409</c:v>
                </c:pt>
                <c:pt idx="1167">
                  <c:v>0.99862953475457394</c:v>
                </c:pt>
                <c:pt idx="1168">
                  <c:v>0.99939082701909576</c:v>
                </c:pt>
                <c:pt idx="1169">
                  <c:v>0.99984769515639116</c:v>
                </c:pt>
                <c:pt idx="1170">
                  <c:v>1</c:v>
                </c:pt>
                <c:pt idx="1171">
                  <c:v>0.99984769515639127</c:v>
                </c:pt>
                <c:pt idx="1172">
                  <c:v>0.99939082701909576</c:v>
                </c:pt>
                <c:pt idx="1173">
                  <c:v>0.99862953475457383</c:v>
                </c:pt>
                <c:pt idx="1174">
                  <c:v>0.9975640502598242</c:v>
                </c:pt>
                <c:pt idx="1175">
                  <c:v>0.99619469809174566</c:v>
                </c:pt>
                <c:pt idx="1176">
                  <c:v>0.99452189536827351</c:v>
                </c:pt>
                <c:pt idx="1177">
                  <c:v>0.99254615164132198</c:v>
                </c:pt>
                <c:pt idx="1178">
                  <c:v>0.99026806874157036</c:v>
                </c:pt>
                <c:pt idx="1179">
                  <c:v>0.98768834059513799</c:v>
                </c:pt>
                <c:pt idx="1180">
                  <c:v>0.98480775301220791</c:v>
                </c:pt>
                <c:pt idx="1181">
                  <c:v>0.98162718344766398</c:v>
                </c:pt>
                <c:pt idx="1182">
                  <c:v>0.97814760073380591</c:v>
                </c:pt>
                <c:pt idx="1183">
                  <c:v>0.97437006478523502</c:v>
                </c:pt>
                <c:pt idx="1184">
                  <c:v>0.97029572627599647</c:v>
                </c:pt>
                <c:pt idx="1185">
                  <c:v>0.96592582628906853</c:v>
                </c:pt>
                <c:pt idx="1186">
                  <c:v>0.96126169593831845</c:v>
                </c:pt>
                <c:pt idx="1187">
                  <c:v>0.95630475596303544</c:v>
                </c:pt>
                <c:pt idx="1188">
                  <c:v>0.95105651629515386</c:v>
                </c:pt>
                <c:pt idx="1189">
                  <c:v>0.9455185755993174</c:v>
                </c:pt>
                <c:pt idx="1190">
                  <c:v>0.93969262078590821</c:v>
                </c:pt>
                <c:pt idx="1191">
                  <c:v>0.93358042649720197</c:v>
                </c:pt>
                <c:pt idx="1192">
                  <c:v>0.92718385456678798</c:v>
                </c:pt>
                <c:pt idx="1193">
                  <c:v>0.92050485345244004</c:v>
                </c:pt>
                <c:pt idx="1194">
                  <c:v>0.91354545764260098</c:v>
                </c:pt>
                <c:pt idx="1195">
                  <c:v>0.90630778703665049</c:v>
                </c:pt>
                <c:pt idx="1196">
                  <c:v>0.89879404629916648</c:v>
                </c:pt>
                <c:pt idx="1197">
                  <c:v>0.89100652418836779</c:v>
                </c:pt>
                <c:pt idx="1198">
                  <c:v>0.88294759285892743</c:v>
                </c:pt>
                <c:pt idx="1199">
                  <c:v>0.87461970713939685</c:v>
                </c:pt>
                <c:pt idx="1200">
                  <c:v>0.86602540378443849</c:v>
                </c:pt>
                <c:pt idx="1201">
                  <c:v>0.85716730070211267</c:v>
                </c:pt>
                <c:pt idx="1202">
                  <c:v>0.84804809615642696</c:v>
                </c:pt>
                <c:pt idx="1203">
                  <c:v>0.83867056794542372</c:v>
                </c:pt>
                <c:pt idx="1204">
                  <c:v>0.82903757255504196</c:v>
                </c:pt>
                <c:pt idx="1205">
                  <c:v>0.81915204428899269</c:v>
                </c:pt>
                <c:pt idx="1206">
                  <c:v>0.8090169943749469</c:v>
                </c:pt>
                <c:pt idx="1207">
                  <c:v>0.79863551004729294</c:v>
                </c:pt>
                <c:pt idx="1208">
                  <c:v>0.78801075360672268</c:v>
                </c:pt>
                <c:pt idx="1209">
                  <c:v>0.77714596145697012</c:v>
                </c:pt>
                <c:pt idx="1210">
                  <c:v>0.7660444431189779</c:v>
                </c:pt>
                <c:pt idx="1211">
                  <c:v>0.75470958022277257</c:v>
                </c:pt>
                <c:pt idx="1212">
                  <c:v>0.74314482547739558</c:v>
                </c:pt>
                <c:pt idx="1213">
                  <c:v>0.73135370161917013</c:v>
                </c:pt>
                <c:pt idx="1214">
                  <c:v>0.71933980033865152</c:v>
                </c:pt>
                <c:pt idx="1215">
                  <c:v>0.70710678118654868</c:v>
                </c:pt>
                <c:pt idx="1216">
                  <c:v>0.6946583704589967</c:v>
                </c:pt>
                <c:pt idx="1217">
                  <c:v>0.6819983600624987</c:v>
                </c:pt>
                <c:pt idx="1218">
                  <c:v>0.66913060635885924</c:v>
                </c:pt>
                <c:pt idx="1219">
                  <c:v>0.6560590289905065</c:v>
                </c:pt>
                <c:pt idx="1220">
                  <c:v>0.64278760968653936</c:v>
                </c:pt>
                <c:pt idx="1221">
                  <c:v>0.62932039104983828</c:v>
                </c:pt>
                <c:pt idx="1222">
                  <c:v>0.61566147532565718</c:v>
                </c:pt>
                <c:pt idx="1223">
                  <c:v>0.60181502315204805</c:v>
                </c:pt>
                <c:pt idx="1224">
                  <c:v>0.5877852522924738</c:v>
                </c:pt>
                <c:pt idx="1225">
                  <c:v>0.57357643635104771</c:v>
                </c:pt>
                <c:pt idx="1226">
                  <c:v>0.55919290347074635</c:v>
                </c:pt>
                <c:pt idx="1227">
                  <c:v>0.54463903501502753</c:v>
                </c:pt>
                <c:pt idx="1228">
                  <c:v>0.52991926423320634</c:v>
                </c:pt>
                <c:pt idx="1229">
                  <c:v>0.51503807491005349</c:v>
                </c:pt>
                <c:pt idx="1230">
                  <c:v>0.50000000000000022</c:v>
                </c:pt>
                <c:pt idx="1231">
                  <c:v>0.48480962024633817</c:v>
                </c:pt>
                <c:pt idx="1232">
                  <c:v>0.46947156278588975</c:v>
                </c:pt>
                <c:pt idx="1233">
                  <c:v>0.45399049973954675</c:v>
                </c:pt>
                <c:pt idx="1234">
                  <c:v>0.43837114678907835</c:v>
                </c:pt>
                <c:pt idx="1235">
                  <c:v>0.42261826174070138</c:v>
                </c:pt>
                <c:pt idx="1236">
                  <c:v>0.40673664307579988</c:v>
                </c:pt>
                <c:pt idx="1237">
                  <c:v>0.39073112848927444</c:v>
                </c:pt>
                <c:pt idx="1238">
                  <c:v>0.37460659341591374</c:v>
                </c:pt>
                <c:pt idx="1239">
                  <c:v>0.35836794954529966</c:v>
                </c:pt>
                <c:pt idx="1240">
                  <c:v>0.34202014332566916</c:v>
                </c:pt>
                <c:pt idx="1241">
                  <c:v>0.32556815445715814</c:v>
                </c:pt>
                <c:pt idx="1242">
                  <c:v>0.30901699437494656</c:v>
                </c:pt>
                <c:pt idx="1243">
                  <c:v>0.29237170472273688</c:v>
                </c:pt>
                <c:pt idx="1244">
                  <c:v>0.27563735581700038</c:v>
                </c:pt>
                <c:pt idx="1245">
                  <c:v>0.25881904510251957</c:v>
                </c:pt>
                <c:pt idx="1246">
                  <c:v>0.24192189559966759</c:v>
                </c:pt>
                <c:pt idx="1247">
                  <c:v>0.22495105434386592</c:v>
                </c:pt>
                <c:pt idx="1248">
                  <c:v>0.20791169081776131</c:v>
                </c:pt>
                <c:pt idx="1249">
                  <c:v>0.19080899537654439</c:v>
                </c:pt>
                <c:pt idx="1250">
                  <c:v>0.173648177666931</c:v>
                </c:pt>
                <c:pt idx="1251">
                  <c:v>0.15643446504023259</c:v>
                </c:pt>
                <c:pt idx="1252">
                  <c:v>0.13917310096006472</c:v>
                </c:pt>
                <c:pt idx="1253">
                  <c:v>0.12186934340514784</c:v>
                </c:pt>
                <c:pt idx="1254">
                  <c:v>0.10452846326765491</c:v>
                </c:pt>
                <c:pt idx="1255">
                  <c:v>8.7155742747657153E-2</c:v>
                </c:pt>
                <c:pt idx="1256">
                  <c:v>6.9756473744125372E-2</c:v>
                </c:pt>
                <c:pt idx="1257">
                  <c:v>5.233595624294498E-2</c:v>
                </c:pt>
                <c:pt idx="1258">
                  <c:v>3.4899496702499658E-2</c:v>
                </c:pt>
                <c:pt idx="1259">
                  <c:v>1.7452406437283283E-2</c:v>
                </c:pt>
                <c:pt idx="1260">
                  <c:v>8.5760391843603401E-16</c:v>
                </c:pt>
                <c:pt idx="1261">
                  <c:v>-1.7452406437281569E-2</c:v>
                </c:pt>
                <c:pt idx="1262">
                  <c:v>-3.4899496702501497E-2</c:v>
                </c:pt>
                <c:pt idx="1263">
                  <c:v>-5.2335956242943273E-2</c:v>
                </c:pt>
                <c:pt idx="1264">
                  <c:v>-6.9756473744123651E-2</c:v>
                </c:pt>
                <c:pt idx="1265">
                  <c:v>-8.7155742747658985E-2</c:v>
                </c:pt>
                <c:pt idx="1266">
                  <c:v>-0.10452846326765321</c:v>
                </c:pt>
                <c:pt idx="1267">
                  <c:v>-0.12186934340514613</c:v>
                </c:pt>
                <c:pt idx="1268">
                  <c:v>-0.13917310096006655</c:v>
                </c:pt>
                <c:pt idx="1269">
                  <c:v>-0.1564344650402309</c:v>
                </c:pt>
                <c:pt idx="1270">
                  <c:v>-0.1736481776669293</c:v>
                </c:pt>
                <c:pt idx="1271">
                  <c:v>-0.19080899537654269</c:v>
                </c:pt>
                <c:pt idx="1272">
                  <c:v>-0.20791169081775965</c:v>
                </c:pt>
                <c:pt idx="1273">
                  <c:v>-0.22495105434386425</c:v>
                </c:pt>
                <c:pt idx="1274">
                  <c:v>-0.24192189559966593</c:v>
                </c:pt>
                <c:pt idx="1275">
                  <c:v>-0.25881904510252135</c:v>
                </c:pt>
                <c:pt idx="1276">
                  <c:v>-0.27563735581699872</c:v>
                </c:pt>
                <c:pt idx="1277">
                  <c:v>-0.29237170472273522</c:v>
                </c:pt>
                <c:pt idx="1278">
                  <c:v>-0.30901699437494828</c:v>
                </c:pt>
                <c:pt idx="1279">
                  <c:v>-0.32556815445715648</c:v>
                </c:pt>
                <c:pt idx="1280">
                  <c:v>-0.34202014332566755</c:v>
                </c:pt>
                <c:pt idx="1281">
                  <c:v>-0.35836794954530138</c:v>
                </c:pt>
                <c:pt idx="1282">
                  <c:v>-0.37460659341591213</c:v>
                </c:pt>
                <c:pt idx="1283">
                  <c:v>-0.39073112848927288</c:v>
                </c:pt>
                <c:pt idx="1284">
                  <c:v>-0.40673664307579832</c:v>
                </c:pt>
                <c:pt idx="1285">
                  <c:v>-0.42261826174069983</c:v>
                </c:pt>
                <c:pt idx="1286">
                  <c:v>-0.43837114678907679</c:v>
                </c:pt>
                <c:pt idx="1287">
                  <c:v>-0.45399049973954519</c:v>
                </c:pt>
                <c:pt idx="1288">
                  <c:v>-0.46947156278589142</c:v>
                </c:pt>
                <c:pt idx="1289">
                  <c:v>-0.48480962024633667</c:v>
                </c:pt>
                <c:pt idx="1290">
                  <c:v>-0.49999999999999872</c:v>
                </c:pt>
                <c:pt idx="1291">
                  <c:v>-0.51503807491005504</c:v>
                </c:pt>
                <c:pt idx="1292">
                  <c:v>-0.5299192642332049</c:v>
                </c:pt>
                <c:pt idx="1293">
                  <c:v>-0.54463903501502609</c:v>
                </c:pt>
                <c:pt idx="1294">
                  <c:v>-0.5591929034707479</c:v>
                </c:pt>
                <c:pt idx="1295">
                  <c:v>-0.57357643635104627</c:v>
                </c:pt>
                <c:pt idx="1296">
                  <c:v>-0.58778525229247247</c:v>
                </c:pt>
                <c:pt idx="1297">
                  <c:v>-0.60181502315204671</c:v>
                </c:pt>
                <c:pt idx="1298">
                  <c:v>-0.61566147532565862</c:v>
                </c:pt>
                <c:pt idx="1299">
                  <c:v>-0.62932039104983695</c:v>
                </c:pt>
                <c:pt idx="1300">
                  <c:v>-0.64278760968653803</c:v>
                </c:pt>
                <c:pt idx="1301">
                  <c:v>-0.65605902899050783</c:v>
                </c:pt>
                <c:pt idx="1302">
                  <c:v>-0.66913060635885802</c:v>
                </c:pt>
                <c:pt idx="1303">
                  <c:v>-0.68199836006249748</c:v>
                </c:pt>
                <c:pt idx="1304">
                  <c:v>-0.69465837045899803</c:v>
                </c:pt>
                <c:pt idx="1305">
                  <c:v>-0.70710678118654757</c:v>
                </c:pt>
                <c:pt idx="1306">
                  <c:v>-0.71933980033865041</c:v>
                </c:pt>
                <c:pt idx="1307">
                  <c:v>-0.73135370161917146</c:v>
                </c:pt>
                <c:pt idx="1308">
                  <c:v>-0.74314482547739447</c:v>
                </c:pt>
                <c:pt idx="1309">
                  <c:v>-0.75470958022277146</c:v>
                </c:pt>
                <c:pt idx="1310">
                  <c:v>-0.76604444311897679</c:v>
                </c:pt>
                <c:pt idx="1311">
                  <c:v>-0.77714596145697123</c:v>
                </c:pt>
                <c:pt idx="1312">
                  <c:v>-0.78801075360672168</c:v>
                </c:pt>
                <c:pt idx="1313">
                  <c:v>-0.79863551004729194</c:v>
                </c:pt>
                <c:pt idx="1314">
                  <c:v>-0.8090169943749479</c:v>
                </c:pt>
                <c:pt idx="1315">
                  <c:v>-0.81915204428899169</c:v>
                </c:pt>
                <c:pt idx="1316">
                  <c:v>-0.82903757255504096</c:v>
                </c:pt>
                <c:pt idx="1317">
                  <c:v>-0.83867056794542472</c:v>
                </c:pt>
                <c:pt idx="1318">
                  <c:v>-0.84804809615642607</c:v>
                </c:pt>
                <c:pt idx="1319">
                  <c:v>-0.85716730070211178</c:v>
                </c:pt>
                <c:pt idx="1320">
                  <c:v>-0.8660254037844376</c:v>
                </c:pt>
                <c:pt idx="1321">
                  <c:v>-0.87461970713939596</c:v>
                </c:pt>
                <c:pt idx="1322">
                  <c:v>-0.88294759285892666</c:v>
                </c:pt>
                <c:pt idx="1323">
                  <c:v>-0.89100652418836701</c:v>
                </c:pt>
                <c:pt idx="1324">
                  <c:v>-0.89879404629916726</c:v>
                </c:pt>
                <c:pt idx="1325">
                  <c:v>-0.90630778703664983</c:v>
                </c:pt>
                <c:pt idx="1326">
                  <c:v>-0.91354545764260031</c:v>
                </c:pt>
                <c:pt idx="1327">
                  <c:v>-0.92050485345244071</c:v>
                </c:pt>
                <c:pt idx="1328">
                  <c:v>-0.92718385456678731</c:v>
                </c:pt>
                <c:pt idx="1329">
                  <c:v>-0.9335804264972013</c:v>
                </c:pt>
                <c:pt idx="1330">
                  <c:v>-0.93969262078590887</c:v>
                </c:pt>
                <c:pt idx="1331">
                  <c:v>-0.94551857559931685</c:v>
                </c:pt>
                <c:pt idx="1332">
                  <c:v>-0.95105651629515331</c:v>
                </c:pt>
                <c:pt idx="1333">
                  <c:v>-0.95630475596303488</c:v>
                </c:pt>
                <c:pt idx="1334">
                  <c:v>-0.96126169593831901</c:v>
                </c:pt>
                <c:pt idx="1335">
                  <c:v>-0.96592582628906809</c:v>
                </c:pt>
                <c:pt idx="1336">
                  <c:v>-0.97029572627599603</c:v>
                </c:pt>
                <c:pt idx="1337">
                  <c:v>-0.97437006478523536</c:v>
                </c:pt>
                <c:pt idx="1338">
                  <c:v>-0.97814760073380558</c:v>
                </c:pt>
                <c:pt idx="1339">
                  <c:v>-0.98162718344766364</c:v>
                </c:pt>
                <c:pt idx="1340">
                  <c:v>-0.98480775301220824</c:v>
                </c:pt>
                <c:pt idx="1341">
                  <c:v>-0.98768834059513777</c:v>
                </c:pt>
                <c:pt idx="1342">
                  <c:v>-0.99026806874157014</c:v>
                </c:pt>
                <c:pt idx="1343">
                  <c:v>-0.99254615164132221</c:v>
                </c:pt>
                <c:pt idx="1344">
                  <c:v>-0.9945218953682734</c:v>
                </c:pt>
                <c:pt idx="1345">
                  <c:v>-0.99619469809174543</c:v>
                </c:pt>
                <c:pt idx="1346">
                  <c:v>-0.99756405025982409</c:v>
                </c:pt>
                <c:pt idx="1347">
                  <c:v>-0.99862953475457394</c:v>
                </c:pt>
                <c:pt idx="1348">
                  <c:v>-0.99939082701909576</c:v>
                </c:pt>
                <c:pt idx="1349">
                  <c:v>-0.99984769515639116</c:v>
                </c:pt>
                <c:pt idx="1350">
                  <c:v>-1</c:v>
                </c:pt>
                <c:pt idx="1351">
                  <c:v>-0.99984769515639127</c:v>
                </c:pt>
                <c:pt idx="1352">
                  <c:v>-0.99939082701909576</c:v>
                </c:pt>
                <c:pt idx="1353">
                  <c:v>-0.99862953475457383</c:v>
                </c:pt>
                <c:pt idx="1354">
                  <c:v>-0.9975640502598242</c:v>
                </c:pt>
                <c:pt idx="1355">
                  <c:v>-0.99619469809174566</c:v>
                </c:pt>
                <c:pt idx="1356">
                  <c:v>-0.99452189536827351</c:v>
                </c:pt>
                <c:pt idx="1357">
                  <c:v>-0.99254615164132198</c:v>
                </c:pt>
                <c:pt idx="1358">
                  <c:v>-0.99026806874157036</c:v>
                </c:pt>
                <c:pt idx="1359">
                  <c:v>-0.98768834059513799</c:v>
                </c:pt>
                <c:pt idx="1360">
                  <c:v>-0.98480775301220791</c:v>
                </c:pt>
                <c:pt idx="1361">
                  <c:v>-0.98162718344766409</c:v>
                </c:pt>
                <c:pt idx="1362">
                  <c:v>-0.97814760073380591</c:v>
                </c:pt>
                <c:pt idx="1363">
                  <c:v>-0.97437006478523502</c:v>
                </c:pt>
                <c:pt idx="1364">
                  <c:v>-0.97029572627599647</c:v>
                </c:pt>
                <c:pt idx="1365">
                  <c:v>-0.96592582628906865</c:v>
                </c:pt>
                <c:pt idx="1366">
                  <c:v>-0.96126169593831856</c:v>
                </c:pt>
                <c:pt idx="1367">
                  <c:v>-0.95630475596303544</c:v>
                </c:pt>
                <c:pt idx="1368">
                  <c:v>-0.95105651629515386</c:v>
                </c:pt>
                <c:pt idx="1369">
                  <c:v>-0.94551857559931751</c:v>
                </c:pt>
                <c:pt idx="1370">
                  <c:v>-0.93969262078590821</c:v>
                </c:pt>
                <c:pt idx="1371">
                  <c:v>-0.93358042649720197</c:v>
                </c:pt>
                <c:pt idx="1372">
                  <c:v>-0.92718385456678809</c:v>
                </c:pt>
                <c:pt idx="1373">
                  <c:v>-0.92050485345244004</c:v>
                </c:pt>
                <c:pt idx="1374">
                  <c:v>-0.91354545764260109</c:v>
                </c:pt>
                <c:pt idx="1375">
                  <c:v>-0.9063077870366506</c:v>
                </c:pt>
                <c:pt idx="1376">
                  <c:v>-0.89879404629916659</c:v>
                </c:pt>
                <c:pt idx="1377">
                  <c:v>-0.8910065241883679</c:v>
                </c:pt>
                <c:pt idx="1378">
                  <c:v>-0.88294759285892743</c:v>
                </c:pt>
                <c:pt idx="1379">
                  <c:v>-0.87461970713939519</c:v>
                </c:pt>
                <c:pt idx="1380">
                  <c:v>-0.86602540378443849</c:v>
                </c:pt>
                <c:pt idx="1381">
                  <c:v>-0.85716730070211267</c:v>
                </c:pt>
                <c:pt idx="1382">
                  <c:v>-0.84804809615642696</c:v>
                </c:pt>
                <c:pt idx="1383">
                  <c:v>-0.83867056794542372</c:v>
                </c:pt>
                <c:pt idx="1384">
                  <c:v>-0.82903757255504196</c:v>
                </c:pt>
                <c:pt idx="1385">
                  <c:v>-0.81915204428899269</c:v>
                </c:pt>
                <c:pt idx="1386">
                  <c:v>-0.8090169943749469</c:v>
                </c:pt>
                <c:pt idx="1387">
                  <c:v>-0.79863551004729305</c:v>
                </c:pt>
                <c:pt idx="1388">
                  <c:v>-0.78801075360672279</c:v>
                </c:pt>
                <c:pt idx="1389">
                  <c:v>-0.77714596145697012</c:v>
                </c:pt>
                <c:pt idx="1390">
                  <c:v>-0.76604444311897801</c:v>
                </c:pt>
                <c:pt idx="1391">
                  <c:v>-0.75470958022277268</c:v>
                </c:pt>
                <c:pt idx="1392">
                  <c:v>-0.74314482547739569</c:v>
                </c:pt>
                <c:pt idx="1393">
                  <c:v>-0.73135370161917024</c:v>
                </c:pt>
                <c:pt idx="1394">
                  <c:v>-0.71933980033865164</c:v>
                </c:pt>
                <c:pt idx="1395">
                  <c:v>-0.70710678118654879</c:v>
                </c:pt>
                <c:pt idx="1396">
                  <c:v>-0.69465837045899681</c:v>
                </c:pt>
                <c:pt idx="1397">
                  <c:v>-0.68199836006249881</c:v>
                </c:pt>
                <c:pt idx="1398">
                  <c:v>-0.66913060635885935</c:v>
                </c:pt>
                <c:pt idx="1399">
                  <c:v>-0.65605902899050661</c:v>
                </c:pt>
                <c:pt idx="1400">
                  <c:v>-0.64278760968653947</c:v>
                </c:pt>
                <c:pt idx="1401">
                  <c:v>-0.62932039104983839</c:v>
                </c:pt>
                <c:pt idx="1402">
                  <c:v>-0.61566147532565729</c:v>
                </c:pt>
                <c:pt idx="1403">
                  <c:v>-0.60181502315204816</c:v>
                </c:pt>
                <c:pt idx="1404">
                  <c:v>-0.58778525229247391</c:v>
                </c:pt>
                <c:pt idx="1405">
                  <c:v>-0.57357643635104771</c:v>
                </c:pt>
                <c:pt idx="1406">
                  <c:v>-0.55919290347074646</c:v>
                </c:pt>
                <c:pt idx="1407">
                  <c:v>-0.54463903501502764</c:v>
                </c:pt>
                <c:pt idx="1408">
                  <c:v>-0.52991926423320646</c:v>
                </c:pt>
                <c:pt idx="1409">
                  <c:v>-0.5150380749100536</c:v>
                </c:pt>
                <c:pt idx="1410">
                  <c:v>-0.50000000000000033</c:v>
                </c:pt>
                <c:pt idx="1411">
                  <c:v>-0.48480962024633828</c:v>
                </c:pt>
                <c:pt idx="1412">
                  <c:v>-0.46947156278588986</c:v>
                </c:pt>
                <c:pt idx="1413">
                  <c:v>-0.45399049973954686</c:v>
                </c:pt>
                <c:pt idx="1414">
                  <c:v>-0.43837114678907846</c:v>
                </c:pt>
                <c:pt idx="1415">
                  <c:v>-0.42261826174069828</c:v>
                </c:pt>
                <c:pt idx="1416">
                  <c:v>-0.40673664307579999</c:v>
                </c:pt>
                <c:pt idx="1417">
                  <c:v>-0.39073112848927455</c:v>
                </c:pt>
                <c:pt idx="1418">
                  <c:v>-0.37460659341591385</c:v>
                </c:pt>
                <c:pt idx="1419">
                  <c:v>-0.35836794954529977</c:v>
                </c:pt>
                <c:pt idx="1420">
                  <c:v>-0.34202014332566927</c:v>
                </c:pt>
                <c:pt idx="1421">
                  <c:v>-0.32556815445715825</c:v>
                </c:pt>
                <c:pt idx="1422">
                  <c:v>-0.30901699437494667</c:v>
                </c:pt>
                <c:pt idx="1423">
                  <c:v>-0.29237170472273699</c:v>
                </c:pt>
                <c:pt idx="1424">
                  <c:v>-0.2756373558170005</c:v>
                </c:pt>
                <c:pt idx="1425">
                  <c:v>-0.25881904510251968</c:v>
                </c:pt>
                <c:pt idx="1426">
                  <c:v>-0.2419218955996677</c:v>
                </c:pt>
                <c:pt idx="1427">
                  <c:v>-0.22495105434386603</c:v>
                </c:pt>
                <c:pt idx="1428">
                  <c:v>-0.20791169081776145</c:v>
                </c:pt>
                <c:pt idx="1429">
                  <c:v>-0.1908089953765445</c:v>
                </c:pt>
                <c:pt idx="1430">
                  <c:v>-0.17364817766693111</c:v>
                </c:pt>
                <c:pt idx="1431">
                  <c:v>-0.1564344650402327</c:v>
                </c:pt>
                <c:pt idx="1432">
                  <c:v>-0.13917310096006485</c:v>
                </c:pt>
                <c:pt idx="1433">
                  <c:v>-0.12186934340514796</c:v>
                </c:pt>
                <c:pt idx="1434">
                  <c:v>-0.10452846326765503</c:v>
                </c:pt>
                <c:pt idx="1435">
                  <c:v>-8.7155742747657278E-2</c:v>
                </c:pt>
                <c:pt idx="1436">
                  <c:v>-6.9756473744125483E-2</c:v>
                </c:pt>
                <c:pt idx="1437">
                  <c:v>-5.2335956242945104E-2</c:v>
                </c:pt>
                <c:pt idx="1438">
                  <c:v>-3.4899496702499783E-2</c:v>
                </c:pt>
                <c:pt idx="1439">
                  <c:v>-1.7452406437283408E-2</c:v>
                </c:pt>
                <c:pt idx="1440">
                  <c:v>-9.8011876392689601E-16</c:v>
                </c:pt>
                <c:pt idx="1441">
                  <c:v>1.7452406437281447E-2</c:v>
                </c:pt>
                <c:pt idx="1442">
                  <c:v>3.4899496702501372E-2</c:v>
                </c:pt>
                <c:pt idx="1443">
                  <c:v>5.2335956242943148E-2</c:v>
                </c:pt>
                <c:pt idx="1444">
                  <c:v>6.9756473744123526E-2</c:v>
                </c:pt>
                <c:pt idx="1445">
                  <c:v>8.715574274765886E-2</c:v>
                </c:pt>
                <c:pt idx="1446">
                  <c:v>0.10452846326765308</c:v>
                </c:pt>
                <c:pt idx="1447">
                  <c:v>0.12186934340514602</c:v>
                </c:pt>
                <c:pt idx="1448">
                  <c:v>0.13917310096006641</c:v>
                </c:pt>
                <c:pt idx="1449">
                  <c:v>0.15643446504023079</c:v>
                </c:pt>
                <c:pt idx="1450">
                  <c:v>0.17364817766692919</c:v>
                </c:pt>
                <c:pt idx="1451">
                  <c:v>0.19080899537654608</c:v>
                </c:pt>
                <c:pt idx="1452">
                  <c:v>0.20791169081775954</c:v>
                </c:pt>
                <c:pt idx="1453">
                  <c:v>0.22495105434386414</c:v>
                </c:pt>
                <c:pt idx="1454">
                  <c:v>0.24192189559966581</c:v>
                </c:pt>
                <c:pt idx="1455">
                  <c:v>0.25881904510252124</c:v>
                </c:pt>
                <c:pt idx="1456">
                  <c:v>0.27563735581699861</c:v>
                </c:pt>
                <c:pt idx="1457">
                  <c:v>0.2923717047227351</c:v>
                </c:pt>
                <c:pt idx="1458">
                  <c:v>0.30901699437494817</c:v>
                </c:pt>
                <c:pt idx="1459">
                  <c:v>0.32556815445715637</c:v>
                </c:pt>
                <c:pt idx="1460">
                  <c:v>0.34202014332566744</c:v>
                </c:pt>
                <c:pt idx="1461">
                  <c:v>0.35836794954530127</c:v>
                </c:pt>
                <c:pt idx="1462">
                  <c:v>0.37460659341591201</c:v>
                </c:pt>
              </c:numCache>
            </c:numRef>
          </c:yVal>
          <c:smooth val="0"/>
          <c:extLst>
            <c:ext xmlns:c16="http://schemas.microsoft.com/office/drawing/2014/chart" uri="{C3380CC4-5D6E-409C-BE32-E72D297353CC}">
              <c16:uniqueId val="{00000000-19E7-4046-A53C-2ADC8979C236}"/>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85938456755422E-2"/>
          <c:y val="0.10185208034079242"/>
          <c:w val="0.93888888888888888"/>
          <c:h val="0.89814814814814814"/>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3DC3-48C4-AC5A-EBF81F35F8DF}"/>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85938456755422E-2"/>
          <c:y val="0.10185208034079242"/>
          <c:w val="0.93888888888888888"/>
          <c:h val="0.89814814814814814"/>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C8E1-4FE7-96A8-7E856C5AA388}"/>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250481816470502"/>
          <c:y val="0"/>
          <c:w val="0.88352091796574828"/>
          <c:h val="0.94076207825161851"/>
        </c:manualLayout>
      </c:layout>
      <c:scatterChart>
        <c:scatterStyle val="lineMarker"/>
        <c:varyColors val="0"/>
        <c:ser>
          <c:idx val="0"/>
          <c:order val="0"/>
          <c:spPr>
            <a:ln w="19050" cap="rnd">
              <a:solidFill>
                <a:schemeClr val="tx1"/>
              </a:solidFill>
              <a:round/>
            </a:ln>
            <a:effectLst/>
          </c:spPr>
          <c:marker>
            <c:symbol val="none"/>
          </c:marker>
          <c:xVal>
            <c:numRef>
              <c:f>Sheet2!$A$2:$A$1464</c:f>
              <c:numCache>
                <c:formatCode>General</c:formatCode>
                <c:ptCount val="146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numCache>
            </c:numRef>
          </c:xVal>
          <c:yVal>
            <c:numRef>
              <c:f>Sheet2!$B$2:$B$1464</c:f>
              <c:numCache>
                <c:formatCode>General</c:formatCode>
                <c:ptCount val="1463"/>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pt idx="721">
                  <c:v>1.7452406437283713E-2</c:v>
                </c:pt>
                <c:pt idx="722">
                  <c:v>3.4899496702500088E-2</c:v>
                </c:pt>
                <c:pt idx="723">
                  <c:v>5.233595624294364E-2</c:v>
                </c:pt>
                <c:pt idx="724">
                  <c:v>6.9756473744125788E-2</c:v>
                </c:pt>
                <c:pt idx="725">
                  <c:v>8.7155742747657583E-2</c:v>
                </c:pt>
                <c:pt idx="726">
                  <c:v>0.10452846326765357</c:v>
                </c:pt>
                <c:pt idx="727">
                  <c:v>0.1218693434051465</c:v>
                </c:pt>
                <c:pt idx="728">
                  <c:v>0.13917310096006516</c:v>
                </c:pt>
                <c:pt idx="729">
                  <c:v>0.15643446504023126</c:v>
                </c:pt>
                <c:pt idx="730">
                  <c:v>0.17364817766692967</c:v>
                </c:pt>
                <c:pt idx="731">
                  <c:v>0.1908089953765448</c:v>
                </c:pt>
                <c:pt idx="732">
                  <c:v>0.20791169081775826</c:v>
                </c:pt>
                <c:pt idx="733">
                  <c:v>0.22495105434386461</c:v>
                </c:pt>
                <c:pt idx="734">
                  <c:v>0.24192189559966801</c:v>
                </c:pt>
                <c:pt idx="735">
                  <c:v>0.25881904510252002</c:v>
                </c:pt>
                <c:pt idx="736">
                  <c:v>0.27563735581699911</c:v>
                </c:pt>
                <c:pt idx="737">
                  <c:v>0.29237170472273727</c:v>
                </c:pt>
                <c:pt idx="738">
                  <c:v>0.30901699437494695</c:v>
                </c:pt>
                <c:pt idx="739">
                  <c:v>0.32556815445715687</c:v>
                </c:pt>
                <c:pt idx="740">
                  <c:v>0.34202014332566788</c:v>
                </c:pt>
                <c:pt idx="741">
                  <c:v>0.3583679495453001</c:v>
                </c:pt>
                <c:pt idx="742">
                  <c:v>0.37460659341591246</c:v>
                </c:pt>
                <c:pt idx="743">
                  <c:v>0.39073112848927322</c:v>
                </c:pt>
                <c:pt idx="744">
                  <c:v>0.40673664307580026</c:v>
                </c:pt>
                <c:pt idx="745">
                  <c:v>0.42261826174069855</c:v>
                </c:pt>
                <c:pt idx="746">
                  <c:v>0.43837114678907713</c:v>
                </c:pt>
                <c:pt idx="747">
                  <c:v>0.45399049973954714</c:v>
                </c:pt>
                <c:pt idx="748">
                  <c:v>0.46947156278589014</c:v>
                </c:pt>
                <c:pt idx="749">
                  <c:v>0.484809620246337</c:v>
                </c:pt>
                <c:pt idx="750">
                  <c:v>0.49999999999999906</c:v>
                </c:pt>
                <c:pt idx="751">
                  <c:v>0.51503807491005382</c:v>
                </c:pt>
                <c:pt idx="752">
                  <c:v>0.52991926423320523</c:v>
                </c:pt>
                <c:pt idx="753">
                  <c:v>0.54463903501502642</c:v>
                </c:pt>
                <c:pt idx="754">
                  <c:v>0.55919290347074668</c:v>
                </c:pt>
                <c:pt idx="755">
                  <c:v>0.5735764363510466</c:v>
                </c:pt>
                <c:pt idx="756">
                  <c:v>0.58778525229247269</c:v>
                </c:pt>
                <c:pt idx="757">
                  <c:v>0.60181502315204838</c:v>
                </c:pt>
                <c:pt idx="758">
                  <c:v>0.61566147532565751</c:v>
                </c:pt>
                <c:pt idx="759">
                  <c:v>0.62932039104983728</c:v>
                </c:pt>
                <c:pt idx="760">
                  <c:v>0.6427876096865397</c:v>
                </c:pt>
                <c:pt idx="761">
                  <c:v>0.65605902899050683</c:v>
                </c:pt>
                <c:pt idx="762">
                  <c:v>0.66913060635885824</c:v>
                </c:pt>
                <c:pt idx="763">
                  <c:v>0.68199836006249781</c:v>
                </c:pt>
                <c:pt idx="764">
                  <c:v>0.69465837045899703</c:v>
                </c:pt>
                <c:pt idx="765">
                  <c:v>0.70710678118654779</c:v>
                </c:pt>
                <c:pt idx="766">
                  <c:v>0.71933980033865064</c:v>
                </c:pt>
                <c:pt idx="767">
                  <c:v>0.73135370161917046</c:v>
                </c:pt>
                <c:pt idx="768">
                  <c:v>0.74314482547739469</c:v>
                </c:pt>
                <c:pt idx="769">
                  <c:v>0.75470958022277168</c:v>
                </c:pt>
                <c:pt idx="770">
                  <c:v>0.76604444311897824</c:v>
                </c:pt>
                <c:pt idx="771">
                  <c:v>0.77714596145697035</c:v>
                </c:pt>
                <c:pt idx="772">
                  <c:v>0.7880107536067219</c:v>
                </c:pt>
                <c:pt idx="773">
                  <c:v>0.79863551004729316</c:v>
                </c:pt>
                <c:pt idx="774">
                  <c:v>0.80901699437494712</c:v>
                </c:pt>
                <c:pt idx="775">
                  <c:v>0.81915204428899191</c:v>
                </c:pt>
                <c:pt idx="776">
                  <c:v>0.82903757255504118</c:v>
                </c:pt>
                <c:pt idx="777">
                  <c:v>0.83867056794542394</c:v>
                </c:pt>
                <c:pt idx="778">
                  <c:v>0.84804809615642618</c:v>
                </c:pt>
                <c:pt idx="779">
                  <c:v>0.857167300702112</c:v>
                </c:pt>
                <c:pt idx="780">
                  <c:v>0.86602540378443871</c:v>
                </c:pt>
                <c:pt idx="781">
                  <c:v>0.8746197071393953</c:v>
                </c:pt>
                <c:pt idx="782">
                  <c:v>0.88294759285892677</c:v>
                </c:pt>
                <c:pt idx="783">
                  <c:v>0.89100652418836801</c:v>
                </c:pt>
                <c:pt idx="784">
                  <c:v>0.8987940462991667</c:v>
                </c:pt>
                <c:pt idx="785">
                  <c:v>0.90630778703664994</c:v>
                </c:pt>
                <c:pt idx="786">
                  <c:v>0.9135454576426012</c:v>
                </c:pt>
                <c:pt idx="787">
                  <c:v>0.92050485345244015</c:v>
                </c:pt>
                <c:pt idx="788">
                  <c:v>0.92718385456678754</c:v>
                </c:pt>
                <c:pt idx="789">
                  <c:v>0.93358042649720141</c:v>
                </c:pt>
                <c:pt idx="790">
                  <c:v>0.93969262078590832</c:v>
                </c:pt>
                <c:pt idx="791">
                  <c:v>0.94551857559931696</c:v>
                </c:pt>
                <c:pt idx="792">
                  <c:v>0.95105651629515342</c:v>
                </c:pt>
                <c:pt idx="793">
                  <c:v>0.95630475596303555</c:v>
                </c:pt>
                <c:pt idx="794">
                  <c:v>0.96126169593831856</c:v>
                </c:pt>
                <c:pt idx="795">
                  <c:v>0.9659258262890682</c:v>
                </c:pt>
                <c:pt idx="796">
                  <c:v>0.97029572627599658</c:v>
                </c:pt>
                <c:pt idx="797">
                  <c:v>0.97437006478523513</c:v>
                </c:pt>
                <c:pt idx="798">
                  <c:v>0.97814760073380569</c:v>
                </c:pt>
                <c:pt idx="799">
                  <c:v>0.98162718344766375</c:v>
                </c:pt>
                <c:pt idx="800">
                  <c:v>0.98480775301220802</c:v>
                </c:pt>
                <c:pt idx="801">
                  <c:v>0.98768834059513777</c:v>
                </c:pt>
                <c:pt idx="802">
                  <c:v>0.99026806874157025</c:v>
                </c:pt>
                <c:pt idx="803">
                  <c:v>0.99254615164132198</c:v>
                </c:pt>
                <c:pt idx="804">
                  <c:v>0.9945218953682734</c:v>
                </c:pt>
                <c:pt idx="805">
                  <c:v>0.99619469809174555</c:v>
                </c:pt>
                <c:pt idx="806">
                  <c:v>0.99756405025982431</c:v>
                </c:pt>
                <c:pt idx="807">
                  <c:v>0.99862953475457383</c:v>
                </c:pt>
                <c:pt idx="808">
                  <c:v>0.99939082701909576</c:v>
                </c:pt>
                <c:pt idx="809">
                  <c:v>0.99984769515639127</c:v>
                </c:pt>
                <c:pt idx="810">
                  <c:v>1</c:v>
                </c:pt>
                <c:pt idx="811">
                  <c:v>0.99984769515639127</c:v>
                </c:pt>
                <c:pt idx="812">
                  <c:v>0.99939082701909576</c:v>
                </c:pt>
                <c:pt idx="813">
                  <c:v>0.99862953475457383</c:v>
                </c:pt>
                <c:pt idx="814">
                  <c:v>0.9975640502598242</c:v>
                </c:pt>
                <c:pt idx="815">
                  <c:v>0.99619469809174555</c:v>
                </c:pt>
                <c:pt idx="816">
                  <c:v>0.99452189536827329</c:v>
                </c:pt>
                <c:pt idx="817">
                  <c:v>0.99254615164132221</c:v>
                </c:pt>
                <c:pt idx="818">
                  <c:v>0.99026806874157036</c:v>
                </c:pt>
                <c:pt idx="819">
                  <c:v>0.98768834059513766</c:v>
                </c:pt>
                <c:pt idx="820">
                  <c:v>0.98480775301220824</c:v>
                </c:pt>
                <c:pt idx="821">
                  <c:v>0.98162718344766398</c:v>
                </c:pt>
                <c:pt idx="822">
                  <c:v>0.97814760073380547</c:v>
                </c:pt>
                <c:pt idx="823">
                  <c:v>0.97437006478523536</c:v>
                </c:pt>
                <c:pt idx="824">
                  <c:v>0.97029572627599636</c:v>
                </c:pt>
                <c:pt idx="825">
                  <c:v>0.96592582628906853</c:v>
                </c:pt>
                <c:pt idx="826">
                  <c:v>0.96126169593831889</c:v>
                </c:pt>
                <c:pt idx="827">
                  <c:v>0.95630475596303532</c:v>
                </c:pt>
                <c:pt idx="828">
                  <c:v>0.95105651629515375</c:v>
                </c:pt>
                <c:pt idx="829">
                  <c:v>0.94551857559931674</c:v>
                </c:pt>
                <c:pt idx="830">
                  <c:v>0.93969262078590876</c:v>
                </c:pt>
                <c:pt idx="831">
                  <c:v>0.93358042649720185</c:v>
                </c:pt>
                <c:pt idx="832">
                  <c:v>0.9271838545667872</c:v>
                </c:pt>
                <c:pt idx="833">
                  <c:v>0.9205048534524406</c:v>
                </c:pt>
                <c:pt idx="834">
                  <c:v>0.91354545764260087</c:v>
                </c:pt>
                <c:pt idx="835">
                  <c:v>0.90630778703665038</c:v>
                </c:pt>
                <c:pt idx="836">
                  <c:v>0.89879404629916715</c:v>
                </c:pt>
                <c:pt idx="837">
                  <c:v>0.89100652418836768</c:v>
                </c:pt>
                <c:pt idx="838">
                  <c:v>0.88294759285892732</c:v>
                </c:pt>
                <c:pt idx="839">
                  <c:v>0.87461970713939585</c:v>
                </c:pt>
                <c:pt idx="840">
                  <c:v>0.86602540378443837</c:v>
                </c:pt>
                <c:pt idx="841">
                  <c:v>0.85716730070211256</c:v>
                </c:pt>
                <c:pt idx="842">
                  <c:v>0.84804809615642585</c:v>
                </c:pt>
                <c:pt idx="843">
                  <c:v>0.83867056794542449</c:v>
                </c:pt>
                <c:pt idx="844">
                  <c:v>0.82903757255504185</c:v>
                </c:pt>
                <c:pt idx="845">
                  <c:v>0.81915204428899147</c:v>
                </c:pt>
                <c:pt idx="846">
                  <c:v>0.80901699437494778</c:v>
                </c:pt>
                <c:pt idx="847">
                  <c:v>0.79863551004729283</c:v>
                </c:pt>
                <c:pt idx="848">
                  <c:v>0.78801075360672257</c:v>
                </c:pt>
                <c:pt idx="849">
                  <c:v>0.77714596145697101</c:v>
                </c:pt>
                <c:pt idx="850">
                  <c:v>0.76604444311897779</c:v>
                </c:pt>
                <c:pt idx="851">
                  <c:v>0.75470958022277246</c:v>
                </c:pt>
                <c:pt idx="852">
                  <c:v>0.74314482547739424</c:v>
                </c:pt>
                <c:pt idx="853">
                  <c:v>0.73135370161917124</c:v>
                </c:pt>
                <c:pt idx="854">
                  <c:v>0.71933980033865141</c:v>
                </c:pt>
                <c:pt idx="855">
                  <c:v>0.70710678118654735</c:v>
                </c:pt>
                <c:pt idx="856">
                  <c:v>0.69465837045899781</c:v>
                </c:pt>
                <c:pt idx="857">
                  <c:v>0.68199836006249859</c:v>
                </c:pt>
                <c:pt idx="858">
                  <c:v>0.66913060635885779</c:v>
                </c:pt>
                <c:pt idx="859">
                  <c:v>0.65605902899050761</c:v>
                </c:pt>
                <c:pt idx="860">
                  <c:v>0.64278760968653914</c:v>
                </c:pt>
                <c:pt idx="861">
                  <c:v>0.62932039104983817</c:v>
                </c:pt>
                <c:pt idx="862">
                  <c:v>0.6156614753256584</c:v>
                </c:pt>
                <c:pt idx="863">
                  <c:v>0.60181502315204793</c:v>
                </c:pt>
                <c:pt idx="864">
                  <c:v>0.58778525229247358</c:v>
                </c:pt>
                <c:pt idx="865">
                  <c:v>0.57357643635104605</c:v>
                </c:pt>
                <c:pt idx="866">
                  <c:v>0.55919290347074768</c:v>
                </c:pt>
                <c:pt idx="867">
                  <c:v>0.54463903501502731</c:v>
                </c:pt>
                <c:pt idx="868">
                  <c:v>0.52991926423320457</c:v>
                </c:pt>
                <c:pt idx="869">
                  <c:v>0.51503807491005482</c:v>
                </c:pt>
                <c:pt idx="870">
                  <c:v>0.5</c:v>
                </c:pt>
                <c:pt idx="871">
                  <c:v>0.484809620246338</c:v>
                </c:pt>
                <c:pt idx="872">
                  <c:v>0.46947156278589114</c:v>
                </c:pt>
                <c:pt idx="873">
                  <c:v>0.45399049973954653</c:v>
                </c:pt>
                <c:pt idx="874">
                  <c:v>0.43837114678907813</c:v>
                </c:pt>
                <c:pt idx="875">
                  <c:v>0.42261826174069955</c:v>
                </c:pt>
                <c:pt idx="876">
                  <c:v>0.40673664307579965</c:v>
                </c:pt>
                <c:pt idx="877">
                  <c:v>0.39073112848927422</c:v>
                </c:pt>
                <c:pt idx="878">
                  <c:v>0.37460659341591185</c:v>
                </c:pt>
                <c:pt idx="879">
                  <c:v>0.3583679495453011</c:v>
                </c:pt>
                <c:pt idx="880">
                  <c:v>0.34202014332566893</c:v>
                </c:pt>
                <c:pt idx="881">
                  <c:v>0.3255681544571562</c:v>
                </c:pt>
                <c:pt idx="882">
                  <c:v>0.30901699437494801</c:v>
                </c:pt>
                <c:pt idx="883">
                  <c:v>0.29237170472273666</c:v>
                </c:pt>
                <c:pt idx="884">
                  <c:v>0.27563735581700016</c:v>
                </c:pt>
                <c:pt idx="885">
                  <c:v>0.25881904510252107</c:v>
                </c:pt>
                <c:pt idx="886">
                  <c:v>0.24192189559966734</c:v>
                </c:pt>
                <c:pt idx="887">
                  <c:v>0.22495105434386567</c:v>
                </c:pt>
                <c:pt idx="888">
                  <c:v>0.20791169081775934</c:v>
                </c:pt>
                <c:pt idx="889">
                  <c:v>0.19080899537654589</c:v>
                </c:pt>
                <c:pt idx="890">
                  <c:v>0.17364817766693075</c:v>
                </c:pt>
                <c:pt idx="891">
                  <c:v>0.15643446504023059</c:v>
                </c:pt>
                <c:pt idx="892">
                  <c:v>0.13917310096006624</c:v>
                </c:pt>
                <c:pt idx="893">
                  <c:v>0.1218693434051476</c:v>
                </c:pt>
                <c:pt idx="894">
                  <c:v>0.1045284632676529</c:v>
                </c:pt>
                <c:pt idx="895">
                  <c:v>8.7155742747658679E-2</c:v>
                </c:pt>
                <c:pt idx="896">
                  <c:v>6.9756473744125122E-2</c:v>
                </c:pt>
                <c:pt idx="897">
                  <c:v>5.2335956242944737E-2</c:v>
                </c:pt>
                <c:pt idx="898">
                  <c:v>3.4899496702501191E-2</c:v>
                </c:pt>
                <c:pt idx="899">
                  <c:v>1.745240643728304E-2</c:v>
                </c:pt>
                <c:pt idx="900">
                  <c:v>6.1257422745431001E-16</c:v>
                </c:pt>
                <c:pt idx="901">
                  <c:v>-1.7452406437283591E-2</c:v>
                </c:pt>
                <c:pt idx="902">
                  <c:v>-3.4899496702499963E-2</c:v>
                </c:pt>
                <c:pt idx="903">
                  <c:v>-5.2335956242943515E-2</c:v>
                </c:pt>
                <c:pt idx="904">
                  <c:v>-6.9756473744125677E-2</c:v>
                </c:pt>
                <c:pt idx="905">
                  <c:v>-8.7155742747657458E-2</c:v>
                </c:pt>
                <c:pt idx="906">
                  <c:v>-0.10452846326765344</c:v>
                </c:pt>
                <c:pt idx="907">
                  <c:v>-0.12186934340514638</c:v>
                </c:pt>
                <c:pt idx="908">
                  <c:v>-0.13917310096006502</c:v>
                </c:pt>
                <c:pt idx="909">
                  <c:v>-0.15643446504023115</c:v>
                </c:pt>
                <c:pt idx="910">
                  <c:v>-0.17364817766692955</c:v>
                </c:pt>
                <c:pt idx="911">
                  <c:v>-0.19080899537654469</c:v>
                </c:pt>
                <c:pt idx="912">
                  <c:v>-0.2079116908177599</c:v>
                </c:pt>
                <c:pt idx="913">
                  <c:v>-0.22495105434386448</c:v>
                </c:pt>
                <c:pt idx="914">
                  <c:v>-0.2419218955996679</c:v>
                </c:pt>
                <c:pt idx="915">
                  <c:v>-0.25881904510251985</c:v>
                </c:pt>
                <c:pt idx="916">
                  <c:v>-0.27563735581699894</c:v>
                </c:pt>
                <c:pt idx="917">
                  <c:v>-0.29237170472273549</c:v>
                </c:pt>
                <c:pt idx="918">
                  <c:v>-0.30901699437494851</c:v>
                </c:pt>
                <c:pt idx="919">
                  <c:v>-0.32556815445715676</c:v>
                </c:pt>
                <c:pt idx="920">
                  <c:v>-0.34202014332566777</c:v>
                </c:pt>
                <c:pt idx="921">
                  <c:v>-0.3583679495453016</c:v>
                </c:pt>
                <c:pt idx="922">
                  <c:v>-0.37460659341591235</c:v>
                </c:pt>
                <c:pt idx="923">
                  <c:v>-0.39073112848927311</c:v>
                </c:pt>
                <c:pt idx="924">
                  <c:v>-0.40673664307579854</c:v>
                </c:pt>
                <c:pt idx="925">
                  <c:v>-0.42261826174070005</c:v>
                </c:pt>
                <c:pt idx="926">
                  <c:v>-0.43837114678907702</c:v>
                </c:pt>
                <c:pt idx="927">
                  <c:v>-0.45399049973954542</c:v>
                </c:pt>
                <c:pt idx="928">
                  <c:v>-0.46947156278589164</c:v>
                </c:pt>
                <c:pt idx="929">
                  <c:v>-0.48480962024633689</c:v>
                </c:pt>
                <c:pt idx="930">
                  <c:v>-0.49999999999999895</c:v>
                </c:pt>
                <c:pt idx="931">
                  <c:v>-0.51503807491005527</c:v>
                </c:pt>
                <c:pt idx="932">
                  <c:v>-0.52991926423320512</c:v>
                </c:pt>
                <c:pt idx="933">
                  <c:v>-0.54463903501502631</c:v>
                </c:pt>
                <c:pt idx="934">
                  <c:v>-0.55919290347074513</c:v>
                </c:pt>
                <c:pt idx="935">
                  <c:v>-0.57357643635104649</c:v>
                </c:pt>
                <c:pt idx="936">
                  <c:v>-0.58778525229247258</c:v>
                </c:pt>
                <c:pt idx="937">
                  <c:v>-0.60181502315204694</c:v>
                </c:pt>
                <c:pt idx="938">
                  <c:v>-0.61566147532565885</c:v>
                </c:pt>
                <c:pt idx="939">
                  <c:v>-0.62932039104983717</c:v>
                </c:pt>
                <c:pt idx="940">
                  <c:v>-0.64278760968653825</c:v>
                </c:pt>
                <c:pt idx="941">
                  <c:v>-0.65605902899050805</c:v>
                </c:pt>
                <c:pt idx="942">
                  <c:v>-0.66913060635885813</c:v>
                </c:pt>
                <c:pt idx="943">
                  <c:v>-0.6819983600624977</c:v>
                </c:pt>
                <c:pt idx="944">
                  <c:v>-0.69465837045899825</c:v>
                </c:pt>
                <c:pt idx="945">
                  <c:v>-0.70710678118654768</c:v>
                </c:pt>
                <c:pt idx="946">
                  <c:v>-0.71933980033865053</c:v>
                </c:pt>
                <c:pt idx="947">
                  <c:v>-0.73135370161916913</c:v>
                </c:pt>
                <c:pt idx="948">
                  <c:v>-0.74314482547739458</c:v>
                </c:pt>
                <c:pt idx="949">
                  <c:v>-0.75470958022277168</c:v>
                </c:pt>
                <c:pt idx="950">
                  <c:v>-0.76604444311897701</c:v>
                </c:pt>
                <c:pt idx="951">
                  <c:v>-0.77714596145697146</c:v>
                </c:pt>
                <c:pt idx="952">
                  <c:v>-0.78801075360672179</c:v>
                </c:pt>
                <c:pt idx="953">
                  <c:v>-0.79863551004729205</c:v>
                </c:pt>
                <c:pt idx="954">
                  <c:v>-0.80901699437494812</c:v>
                </c:pt>
                <c:pt idx="955">
                  <c:v>-0.8191520442889918</c:v>
                </c:pt>
                <c:pt idx="956">
                  <c:v>-0.82903757255504107</c:v>
                </c:pt>
                <c:pt idx="957">
                  <c:v>-0.83867056794542483</c:v>
                </c:pt>
                <c:pt idx="958">
                  <c:v>-0.84804809615642618</c:v>
                </c:pt>
                <c:pt idx="959">
                  <c:v>-0.85716730070211189</c:v>
                </c:pt>
                <c:pt idx="960">
                  <c:v>-0.86602540378443771</c:v>
                </c:pt>
                <c:pt idx="961">
                  <c:v>-0.87461970713939607</c:v>
                </c:pt>
                <c:pt idx="962">
                  <c:v>-0.88294759285892677</c:v>
                </c:pt>
                <c:pt idx="963">
                  <c:v>-0.89100652418836712</c:v>
                </c:pt>
                <c:pt idx="964">
                  <c:v>-0.89879404629916737</c:v>
                </c:pt>
                <c:pt idx="965">
                  <c:v>-0.90630778703664994</c:v>
                </c:pt>
                <c:pt idx="966">
                  <c:v>-0.91354545764260042</c:v>
                </c:pt>
                <c:pt idx="967">
                  <c:v>-0.92050485345244082</c:v>
                </c:pt>
                <c:pt idx="968">
                  <c:v>-0.92718385456678742</c:v>
                </c:pt>
                <c:pt idx="969">
                  <c:v>-0.93358042649720141</c:v>
                </c:pt>
                <c:pt idx="970">
                  <c:v>-0.93969262078590765</c:v>
                </c:pt>
                <c:pt idx="971">
                  <c:v>-0.94551857559931696</c:v>
                </c:pt>
                <c:pt idx="972">
                  <c:v>-0.95105651629515342</c:v>
                </c:pt>
                <c:pt idx="973">
                  <c:v>-0.95630475596303499</c:v>
                </c:pt>
                <c:pt idx="974">
                  <c:v>-0.96126169593831901</c:v>
                </c:pt>
                <c:pt idx="975">
                  <c:v>-0.9659258262890682</c:v>
                </c:pt>
                <c:pt idx="976">
                  <c:v>-0.97029572627599614</c:v>
                </c:pt>
                <c:pt idx="977">
                  <c:v>-0.97437006478523547</c:v>
                </c:pt>
                <c:pt idx="978">
                  <c:v>-0.97814760073380558</c:v>
                </c:pt>
                <c:pt idx="979">
                  <c:v>-0.98162718344766375</c:v>
                </c:pt>
                <c:pt idx="980">
                  <c:v>-0.98480775301220824</c:v>
                </c:pt>
                <c:pt idx="981">
                  <c:v>-0.98768834059513777</c:v>
                </c:pt>
                <c:pt idx="982">
                  <c:v>-0.99026806874157014</c:v>
                </c:pt>
                <c:pt idx="983">
                  <c:v>-0.99254615164132176</c:v>
                </c:pt>
                <c:pt idx="984">
                  <c:v>-0.9945218953682734</c:v>
                </c:pt>
                <c:pt idx="985">
                  <c:v>-0.99619469809174543</c:v>
                </c:pt>
                <c:pt idx="986">
                  <c:v>-0.99756405025982409</c:v>
                </c:pt>
                <c:pt idx="987">
                  <c:v>-0.99862953475457394</c:v>
                </c:pt>
                <c:pt idx="988">
                  <c:v>-0.99939082701909576</c:v>
                </c:pt>
                <c:pt idx="989">
                  <c:v>-0.99984769515639127</c:v>
                </c:pt>
                <c:pt idx="990">
                  <c:v>-1</c:v>
                </c:pt>
                <c:pt idx="991">
                  <c:v>-0.99984769515639127</c:v>
                </c:pt>
                <c:pt idx="992">
                  <c:v>-0.99939082701909576</c:v>
                </c:pt>
                <c:pt idx="993">
                  <c:v>-0.99862953475457383</c:v>
                </c:pt>
                <c:pt idx="994">
                  <c:v>-0.9975640502598242</c:v>
                </c:pt>
                <c:pt idx="995">
                  <c:v>-0.99619469809174555</c:v>
                </c:pt>
                <c:pt idx="996">
                  <c:v>-0.99452189536827351</c:v>
                </c:pt>
                <c:pt idx="997">
                  <c:v>-0.99254615164132198</c:v>
                </c:pt>
                <c:pt idx="998">
                  <c:v>-0.99026806874157036</c:v>
                </c:pt>
                <c:pt idx="999">
                  <c:v>-0.98768834059513799</c:v>
                </c:pt>
                <c:pt idx="1000">
                  <c:v>-0.98480775301220791</c:v>
                </c:pt>
                <c:pt idx="1001">
                  <c:v>-0.98162718344766398</c:v>
                </c:pt>
                <c:pt idx="1002">
                  <c:v>-0.97814760073380591</c:v>
                </c:pt>
                <c:pt idx="1003">
                  <c:v>-0.97437006478523491</c:v>
                </c:pt>
                <c:pt idx="1004">
                  <c:v>-0.97029572627599647</c:v>
                </c:pt>
                <c:pt idx="1005">
                  <c:v>-0.96592582628906853</c:v>
                </c:pt>
                <c:pt idx="1006">
                  <c:v>-0.96126169593831945</c:v>
                </c:pt>
                <c:pt idx="1007">
                  <c:v>-0.95630475596303532</c:v>
                </c:pt>
                <c:pt idx="1008">
                  <c:v>-0.95105651629515375</c:v>
                </c:pt>
                <c:pt idx="1009">
                  <c:v>-0.9455185755993174</c:v>
                </c:pt>
                <c:pt idx="1010">
                  <c:v>-0.93969262078590809</c:v>
                </c:pt>
                <c:pt idx="1011">
                  <c:v>-0.93358042649720185</c:v>
                </c:pt>
                <c:pt idx="1012">
                  <c:v>-0.92718385456678798</c:v>
                </c:pt>
                <c:pt idx="1013">
                  <c:v>-0.92050485345243993</c:v>
                </c:pt>
                <c:pt idx="1014">
                  <c:v>-0.91354545764260098</c:v>
                </c:pt>
                <c:pt idx="1015">
                  <c:v>-0.90630778703665049</c:v>
                </c:pt>
                <c:pt idx="1016">
                  <c:v>-0.89879404629916648</c:v>
                </c:pt>
                <c:pt idx="1017">
                  <c:v>-0.89100652418836779</c:v>
                </c:pt>
                <c:pt idx="1018">
                  <c:v>-0.88294759285892732</c:v>
                </c:pt>
                <c:pt idx="1019">
                  <c:v>-0.87461970713939674</c:v>
                </c:pt>
                <c:pt idx="1020">
                  <c:v>-0.86602540378443837</c:v>
                </c:pt>
                <c:pt idx="1021">
                  <c:v>-0.85716730070211256</c:v>
                </c:pt>
                <c:pt idx="1022">
                  <c:v>-0.84804809615642684</c:v>
                </c:pt>
                <c:pt idx="1023">
                  <c:v>-0.83867056794542361</c:v>
                </c:pt>
                <c:pt idx="1024">
                  <c:v>-0.82903757255504185</c:v>
                </c:pt>
                <c:pt idx="1025">
                  <c:v>-0.81915204428899258</c:v>
                </c:pt>
                <c:pt idx="1026">
                  <c:v>-0.80901699437494679</c:v>
                </c:pt>
                <c:pt idx="1027">
                  <c:v>-0.79863551004729283</c:v>
                </c:pt>
                <c:pt idx="1028">
                  <c:v>-0.78801075360672268</c:v>
                </c:pt>
                <c:pt idx="1029">
                  <c:v>-0.77714596145697001</c:v>
                </c:pt>
                <c:pt idx="1030">
                  <c:v>-0.7660444431189779</c:v>
                </c:pt>
                <c:pt idx="1031">
                  <c:v>-0.75470958022277257</c:v>
                </c:pt>
                <c:pt idx="1032">
                  <c:v>-0.74314482547739547</c:v>
                </c:pt>
                <c:pt idx="1033">
                  <c:v>-0.73135370161917013</c:v>
                </c:pt>
                <c:pt idx="1034">
                  <c:v>-0.71933980033865152</c:v>
                </c:pt>
                <c:pt idx="1035">
                  <c:v>-0.70710678118654868</c:v>
                </c:pt>
                <c:pt idx="1036">
                  <c:v>-0.6946583704589967</c:v>
                </c:pt>
                <c:pt idx="1037">
                  <c:v>-0.6819983600624987</c:v>
                </c:pt>
                <c:pt idx="1038">
                  <c:v>-0.66913060635885913</c:v>
                </c:pt>
                <c:pt idx="1039">
                  <c:v>-0.65605902899050639</c:v>
                </c:pt>
                <c:pt idx="1040">
                  <c:v>-0.64278760968653925</c:v>
                </c:pt>
                <c:pt idx="1041">
                  <c:v>-0.62932039104983828</c:v>
                </c:pt>
                <c:pt idx="1042">
                  <c:v>-0.61566147532565718</c:v>
                </c:pt>
                <c:pt idx="1043">
                  <c:v>-0.60181502315204793</c:v>
                </c:pt>
                <c:pt idx="1044">
                  <c:v>-0.58778525229247369</c:v>
                </c:pt>
                <c:pt idx="1045">
                  <c:v>-0.5735764363510476</c:v>
                </c:pt>
                <c:pt idx="1046">
                  <c:v>-0.55919290347074624</c:v>
                </c:pt>
                <c:pt idx="1047">
                  <c:v>-0.54463903501502742</c:v>
                </c:pt>
                <c:pt idx="1048">
                  <c:v>-0.52991926423320623</c:v>
                </c:pt>
                <c:pt idx="1049">
                  <c:v>-0.51503807491005338</c:v>
                </c:pt>
                <c:pt idx="1050">
                  <c:v>-0.50000000000000011</c:v>
                </c:pt>
                <c:pt idx="1051">
                  <c:v>-0.48480962024633811</c:v>
                </c:pt>
                <c:pt idx="1052">
                  <c:v>-0.46947156278588964</c:v>
                </c:pt>
                <c:pt idx="1053">
                  <c:v>-0.45399049973954664</c:v>
                </c:pt>
                <c:pt idx="1054">
                  <c:v>-0.43837114678907824</c:v>
                </c:pt>
                <c:pt idx="1055">
                  <c:v>-0.42261826174070127</c:v>
                </c:pt>
                <c:pt idx="1056">
                  <c:v>-0.40673664307579976</c:v>
                </c:pt>
                <c:pt idx="1057">
                  <c:v>-0.39073112848927433</c:v>
                </c:pt>
                <c:pt idx="1058">
                  <c:v>-0.37460659341591362</c:v>
                </c:pt>
                <c:pt idx="1059">
                  <c:v>-0.35836794954529955</c:v>
                </c:pt>
                <c:pt idx="1060">
                  <c:v>-0.34202014332566905</c:v>
                </c:pt>
                <c:pt idx="1061">
                  <c:v>-0.32556815445715803</c:v>
                </c:pt>
                <c:pt idx="1062">
                  <c:v>-0.3090169943749464</c:v>
                </c:pt>
                <c:pt idx="1063">
                  <c:v>-0.29237170472273677</c:v>
                </c:pt>
                <c:pt idx="1064">
                  <c:v>-0.27563735581700027</c:v>
                </c:pt>
                <c:pt idx="1065">
                  <c:v>-0.25881904510251946</c:v>
                </c:pt>
                <c:pt idx="1066">
                  <c:v>-0.24192189559966748</c:v>
                </c:pt>
                <c:pt idx="1067">
                  <c:v>-0.22495105434386581</c:v>
                </c:pt>
                <c:pt idx="1068">
                  <c:v>-0.2079116908177612</c:v>
                </c:pt>
                <c:pt idx="1069">
                  <c:v>-0.19080899537654428</c:v>
                </c:pt>
                <c:pt idx="1070">
                  <c:v>-0.17364817766693086</c:v>
                </c:pt>
                <c:pt idx="1071">
                  <c:v>-0.15643446504023248</c:v>
                </c:pt>
                <c:pt idx="1072">
                  <c:v>-0.13917310096006461</c:v>
                </c:pt>
                <c:pt idx="1073">
                  <c:v>-0.12186934340514771</c:v>
                </c:pt>
                <c:pt idx="1074">
                  <c:v>-0.10452846326765479</c:v>
                </c:pt>
                <c:pt idx="1075">
                  <c:v>-8.7155742747657028E-2</c:v>
                </c:pt>
                <c:pt idx="1076">
                  <c:v>-6.9756473744125247E-2</c:v>
                </c:pt>
                <c:pt idx="1077">
                  <c:v>-5.2335956242944862E-2</c:v>
                </c:pt>
                <c:pt idx="1078">
                  <c:v>-3.4899496702499533E-2</c:v>
                </c:pt>
                <c:pt idx="1079">
                  <c:v>-1.7452406437283161E-2</c:v>
                </c:pt>
                <c:pt idx="1080">
                  <c:v>-7.3508907294517201E-16</c:v>
                </c:pt>
                <c:pt idx="1081">
                  <c:v>1.745240643728169E-2</c:v>
                </c:pt>
                <c:pt idx="1082">
                  <c:v>3.4899496702501615E-2</c:v>
                </c:pt>
                <c:pt idx="1083">
                  <c:v>5.2335956242943391E-2</c:v>
                </c:pt>
                <c:pt idx="1084">
                  <c:v>6.9756473744123776E-2</c:v>
                </c:pt>
                <c:pt idx="1085">
                  <c:v>8.715574274765911E-2</c:v>
                </c:pt>
                <c:pt idx="1086">
                  <c:v>0.10452846326765333</c:v>
                </c:pt>
                <c:pt idx="1087">
                  <c:v>0.12186934340514625</c:v>
                </c:pt>
                <c:pt idx="1088">
                  <c:v>0.13917310096006666</c:v>
                </c:pt>
                <c:pt idx="1089">
                  <c:v>0.15643446504023101</c:v>
                </c:pt>
                <c:pt idx="1090">
                  <c:v>0.17364817766692942</c:v>
                </c:pt>
                <c:pt idx="1091">
                  <c:v>0.19080899537654283</c:v>
                </c:pt>
                <c:pt idx="1092">
                  <c:v>0.20791169081775976</c:v>
                </c:pt>
                <c:pt idx="1093">
                  <c:v>0.22495105434386437</c:v>
                </c:pt>
                <c:pt idx="1094">
                  <c:v>0.24192189559966604</c:v>
                </c:pt>
                <c:pt idx="1095">
                  <c:v>0.25881904510252146</c:v>
                </c:pt>
                <c:pt idx="1096">
                  <c:v>0.27563735581699883</c:v>
                </c:pt>
                <c:pt idx="1097">
                  <c:v>0.29237170472273533</c:v>
                </c:pt>
                <c:pt idx="1098">
                  <c:v>0.30901699437494839</c:v>
                </c:pt>
                <c:pt idx="1099">
                  <c:v>0.32556815445715659</c:v>
                </c:pt>
                <c:pt idx="1100">
                  <c:v>0.34202014332566766</c:v>
                </c:pt>
                <c:pt idx="1101">
                  <c:v>0.35836794954530149</c:v>
                </c:pt>
                <c:pt idx="1102">
                  <c:v>0.37460659341591224</c:v>
                </c:pt>
                <c:pt idx="1103">
                  <c:v>0.39073112848927299</c:v>
                </c:pt>
                <c:pt idx="1104">
                  <c:v>0.40673664307579843</c:v>
                </c:pt>
                <c:pt idx="1105">
                  <c:v>0.42261826174069994</c:v>
                </c:pt>
                <c:pt idx="1106">
                  <c:v>0.4383711467890769</c:v>
                </c:pt>
                <c:pt idx="1107">
                  <c:v>0.45399049973954531</c:v>
                </c:pt>
                <c:pt idx="1108">
                  <c:v>0.46947156278589153</c:v>
                </c:pt>
                <c:pt idx="1109">
                  <c:v>0.48480962024633678</c:v>
                </c:pt>
                <c:pt idx="1110">
                  <c:v>0.49999999999999883</c:v>
                </c:pt>
                <c:pt idx="1111">
                  <c:v>0.51503807491005515</c:v>
                </c:pt>
                <c:pt idx="1112">
                  <c:v>0.52991926423320501</c:v>
                </c:pt>
                <c:pt idx="1113">
                  <c:v>0.5446390350150262</c:v>
                </c:pt>
                <c:pt idx="1114">
                  <c:v>0.55919290347074802</c:v>
                </c:pt>
                <c:pt idx="1115">
                  <c:v>0.57357643635104638</c:v>
                </c:pt>
                <c:pt idx="1116">
                  <c:v>0.58778525229247247</c:v>
                </c:pt>
                <c:pt idx="1117">
                  <c:v>0.60181502315204682</c:v>
                </c:pt>
                <c:pt idx="1118">
                  <c:v>0.61566147532565874</c:v>
                </c:pt>
                <c:pt idx="1119">
                  <c:v>0.62932039104983706</c:v>
                </c:pt>
                <c:pt idx="1120">
                  <c:v>0.64278760968653814</c:v>
                </c:pt>
                <c:pt idx="1121">
                  <c:v>0.65605902899050794</c:v>
                </c:pt>
                <c:pt idx="1122">
                  <c:v>0.66913060635885813</c:v>
                </c:pt>
                <c:pt idx="1123">
                  <c:v>0.68199836006249759</c:v>
                </c:pt>
                <c:pt idx="1124">
                  <c:v>0.69465837045899814</c:v>
                </c:pt>
                <c:pt idx="1125">
                  <c:v>0.70710678118654757</c:v>
                </c:pt>
                <c:pt idx="1126">
                  <c:v>0.71933980033865041</c:v>
                </c:pt>
                <c:pt idx="1127">
                  <c:v>0.73135370161916913</c:v>
                </c:pt>
                <c:pt idx="1128">
                  <c:v>0.74314482547739447</c:v>
                </c:pt>
                <c:pt idx="1129">
                  <c:v>0.75470958022277157</c:v>
                </c:pt>
                <c:pt idx="1130">
                  <c:v>0.7660444431189769</c:v>
                </c:pt>
                <c:pt idx="1131">
                  <c:v>0.77714596145697135</c:v>
                </c:pt>
                <c:pt idx="1132">
                  <c:v>0.78801075360672168</c:v>
                </c:pt>
                <c:pt idx="1133">
                  <c:v>0.79863551004729194</c:v>
                </c:pt>
                <c:pt idx="1134">
                  <c:v>0.80901699437494801</c:v>
                </c:pt>
                <c:pt idx="1135">
                  <c:v>0.81915204428899169</c:v>
                </c:pt>
                <c:pt idx="1136">
                  <c:v>0.82903757255504107</c:v>
                </c:pt>
                <c:pt idx="1137">
                  <c:v>0.83867056794542472</c:v>
                </c:pt>
                <c:pt idx="1138">
                  <c:v>0.84804809615642607</c:v>
                </c:pt>
                <c:pt idx="1139">
                  <c:v>0.85716730070211189</c:v>
                </c:pt>
                <c:pt idx="1140">
                  <c:v>0.86602540378443771</c:v>
                </c:pt>
                <c:pt idx="1141">
                  <c:v>0.87461970713939607</c:v>
                </c:pt>
                <c:pt idx="1142">
                  <c:v>0.88294759285892666</c:v>
                </c:pt>
                <c:pt idx="1143">
                  <c:v>0.89100652418836712</c:v>
                </c:pt>
                <c:pt idx="1144">
                  <c:v>0.89879404629916737</c:v>
                </c:pt>
                <c:pt idx="1145">
                  <c:v>0.90630778703664983</c:v>
                </c:pt>
                <c:pt idx="1146">
                  <c:v>0.91354545764260031</c:v>
                </c:pt>
                <c:pt idx="1147">
                  <c:v>0.92050485345244071</c:v>
                </c:pt>
                <c:pt idx="1148">
                  <c:v>0.92718385456678742</c:v>
                </c:pt>
                <c:pt idx="1149">
                  <c:v>0.93358042649720141</c:v>
                </c:pt>
                <c:pt idx="1150">
                  <c:v>0.93969262078590887</c:v>
                </c:pt>
                <c:pt idx="1151">
                  <c:v>0.94551857559931696</c:v>
                </c:pt>
                <c:pt idx="1152">
                  <c:v>0.95105651629515331</c:v>
                </c:pt>
                <c:pt idx="1153">
                  <c:v>0.95630475596303488</c:v>
                </c:pt>
                <c:pt idx="1154">
                  <c:v>0.96126169593831901</c:v>
                </c:pt>
                <c:pt idx="1155">
                  <c:v>0.9659258262890682</c:v>
                </c:pt>
                <c:pt idx="1156">
                  <c:v>0.97029572627599614</c:v>
                </c:pt>
                <c:pt idx="1157">
                  <c:v>0.97437006478523547</c:v>
                </c:pt>
                <c:pt idx="1158">
                  <c:v>0.97814760073380558</c:v>
                </c:pt>
                <c:pt idx="1159">
                  <c:v>0.98162718344766375</c:v>
                </c:pt>
                <c:pt idx="1160">
                  <c:v>0.98480775301220824</c:v>
                </c:pt>
                <c:pt idx="1161">
                  <c:v>0.98768834059513777</c:v>
                </c:pt>
                <c:pt idx="1162">
                  <c:v>0.99026806874157014</c:v>
                </c:pt>
                <c:pt idx="1163">
                  <c:v>0.99254615164132176</c:v>
                </c:pt>
                <c:pt idx="1164">
                  <c:v>0.9945218953682734</c:v>
                </c:pt>
                <c:pt idx="1165">
                  <c:v>0.99619469809174543</c:v>
                </c:pt>
                <c:pt idx="1166">
                  <c:v>0.99756405025982409</c:v>
                </c:pt>
                <c:pt idx="1167">
                  <c:v>0.99862953475457394</c:v>
                </c:pt>
                <c:pt idx="1168">
                  <c:v>0.99939082701909576</c:v>
                </c:pt>
                <c:pt idx="1169">
                  <c:v>0.99984769515639116</c:v>
                </c:pt>
                <c:pt idx="1170">
                  <c:v>1</c:v>
                </c:pt>
                <c:pt idx="1171">
                  <c:v>0.99984769515639127</c:v>
                </c:pt>
                <c:pt idx="1172">
                  <c:v>0.99939082701909576</c:v>
                </c:pt>
                <c:pt idx="1173">
                  <c:v>0.99862953475457383</c:v>
                </c:pt>
                <c:pt idx="1174">
                  <c:v>0.9975640502598242</c:v>
                </c:pt>
                <c:pt idx="1175">
                  <c:v>0.99619469809174566</c:v>
                </c:pt>
                <c:pt idx="1176">
                  <c:v>0.99452189536827351</c:v>
                </c:pt>
                <c:pt idx="1177">
                  <c:v>0.99254615164132198</c:v>
                </c:pt>
                <c:pt idx="1178">
                  <c:v>0.99026806874157036</c:v>
                </c:pt>
                <c:pt idx="1179">
                  <c:v>0.98768834059513799</c:v>
                </c:pt>
                <c:pt idx="1180">
                  <c:v>0.98480775301220791</c:v>
                </c:pt>
                <c:pt idx="1181">
                  <c:v>0.98162718344766398</c:v>
                </c:pt>
                <c:pt idx="1182">
                  <c:v>0.97814760073380591</c:v>
                </c:pt>
                <c:pt idx="1183">
                  <c:v>0.97437006478523502</c:v>
                </c:pt>
                <c:pt idx="1184">
                  <c:v>0.97029572627599647</c:v>
                </c:pt>
                <c:pt idx="1185">
                  <c:v>0.96592582628906853</c:v>
                </c:pt>
                <c:pt idx="1186">
                  <c:v>0.96126169593831845</c:v>
                </c:pt>
                <c:pt idx="1187">
                  <c:v>0.95630475596303544</c:v>
                </c:pt>
                <c:pt idx="1188">
                  <c:v>0.95105651629515386</c:v>
                </c:pt>
                <c:pt idx="1189">
                  <c:v>0.9455185755993174</c:v>
                </c:pt>
                <c:pt idx="1190">
                  <c:v>0.93969262078590821</c:v>
                </c:pt>
                <c:pt idx="1191">
                  <c:v>0.93358042649720197</c:v>
                </c:pt>
                <c:pt idx="1192">
                  <c:v>0.92718385456678798</c:v>
                </c:pt>
                <c:pt idx="1193">
                  <c:v>0.92050485345244004</c:v>
                </c:pt>
                <c:pt idx="1194">
                  <c:v>0.91354545764260098</c:v>
                </c:pt>
                <c:pt idx="1195">
                  <c:v>0.90630778703665049</c:v>
                </c:pt>
                <c:pt idx="1196">
                  <c:v>0.89879404629916648</c:v>
                </c:pt>
                <c:pt idx="1197">
                  <c:v>0.89100652418836779</c:v>
                </c:pt>
                <c:pt idx="1198">
                  <c:v>0.88294759285892743</c:v>
                </c:pt>
                <c:pt idx="1199">
                  <c:v>0.87461970713939685</c:v>
                </c:pt>
                <c:pt idx="1200">
                  <c:v>0.86602540378443849</c:v>
                </c:pt>
                <c:pt idx="1201">
                  <c:v>0.85716730070211267</c:v>
                </c:pt>
                <c:pt idx="1202">
                  <c:v>0.84804809615642696</c:v>
                </c:pt>
                <c:pt idx="1203">
                  <c:v>0.83867056794542372</c:v>
                </c:pt>
                <c:pt idx="1204">
                  <c:v>0.82903757255504196</c:v>
                </c:pt>
                <c:pt idx="1205">
                  <c:v>0.81915204428899269</c:v>
                </c:pt>
                <c:pt idx="1206">
                  <c:v>0.8090169943749469</c:v>
                </c:pt>
                <c:pt idx="1207">
                  <c:v>0.79863551004729294</c:v>
                </c:pt>
                <c:pt idx="1208">
                  <c:v>0.78801075360672268</c:v>
                </c:pt>
                <c:pt idx="1209">
                  <c:v>0.77714596145697012</c:v>
                </c:pt>
                <c:pt idx="1210">
                  <c:v>0.7660444431189779</c:v>
                </c:pt>
                <c:pt idx="1211">
                  <c:v>0.75470958022277257</c:v>
                </c:pt>
                <c:pt idx="1212">
                  <c:v>0.74314482547739558</c:v>
                </c:pt>
                <c:pt idx="1213">
                  <c:v>0.73135370161917013</c:v>
                </c:pt>
                <c:pt idx="1214">
                  <c:v>0.71933980033865152</c:v>
                </c:pt>
                <c:pt idx="1215">
                  <c:v>0.70710678118654868</c:v>
                </c:pt>
                <c:pt idx="1216">
                  <c:v>0.6946583704589967</c:v>
                </c:pt>
                <c:pt idx="1217">
                  <c:v>0.6819983600624987</c:v>
                </c:pt>
                <c:pt idx="1218">
                  <c:v>0.66913060635885924</c:v>
                </c:pt>
                <c:pt idx="1219">
                  <c:v>0.6560590289905065</c:v>
                </c:pt>
                <c:pt idx="1220">
                  <c:v>0.64278760968653936</c:v>
                </c:pt>
                <c:pt idx="1221">
                  <c:v>0.62932039104983828</c:v>
                </c:pt>
                <c:pt idx="1222">
                  <c:v>0.61566147532565718</c:v>
                </c:pt>
                <c:pt idx="1223">
                  <c:v>0.60181502315204805</c:v>
                </c:pt>
                <c:pt idx="1224">
                  <c:v>0.5877852522924738</c:v>
                </c:pt>
                <c:pt idx="1225">
                  <c:v>0.57357643635104771</c:v>
                </c:pt>
                <c:pt idx="1226">
                  <c:v>0.55919290347074635</c:v>
                </c:pt>
                <c:pt idx="1227">
                  <c:v>0.54463903501502753</c:v>
                </c:pt>
                <c:pt idx="1228">
                  <c:v>0.52991926423320634</c:v>
                </c:pt>
                <c:pt idx="1229">
                  <c:v>0.51503807491005349</c:v>
                </c:pt>
                <c:pt idx="1230">
                  <c:v>0.50000000000000022</c:v>
                </c:pt>
                <c:pt idx="1231">
                  <c:v>0.48480962024633817</c:v>
                </c:pt>
                <c:pt idx="1232">
                  <c:v>0.46947156278588975</c:v>
                </c:pt>
                <c:pt idx="1233">
                  <c:v>0.45399049973954675</c:v>
                </c:pt>
                <c:pt idx="1234">
                  <c:v>0.43837114678907835</c:v>
                </c:pt>
                <c:pt idx="1235">
                  <c:v>0.42261826174070138</c:v>
                </c:pt>
                <c:pt idx="1236">
                  <c:v>0.40673664307579988</c:v>
                </c:pt>
                <c:pt idx="1237">
                  <c:v>0.39073112848927444</c:v>
                </c:pt>
                <c:pt idx="1238">
                  <c:v>0.37460659341591374</c:v>
                </c:pt>
                <c:pt idx="1239">
                  <c:v>0.35836794954529966</c:v>
                </c:pt>
                <c:pt idx="1240">
                  <c:v>0.34202014332566916</c:v>
                </c:pt>
                <c:pt idx="1241">
                  <c:v>0.32556815445715814</c:v>
                </c:pt>
                <c:pt idx="1242">
                  <c:v>0.30901699437494656</c:v>
                </c:pt>
                <c:pt idx="1243">
                  <c:v>0.29237170472273688</c:v>
                </c:pt>
                <c:pt idx="1244">
                  <c:v>0.27563735581700038</c:v>
                </c:pt>
                <c:pt idx="1245">
                  <c:v>0.25881904510251957</c:v>
                </c:pt>
                <c:pt idx="1246">
                  <c:v>0.24192189559966759</c:v>
                </c:pt>
                <c:pt idx="1247">
                  <c:v>0.22495105434386592</c:v>
                </c:pt>
                <c:pt idx="1248">
                  <c:v>0.20791169081776131</c:v>
                </c:pt>
                <c:pt idx="1249">
                  <c:v>0.19080899537654439</c:v>
                </c:pt>
                <c:pt idx="1250">
                  <c:v>0.173648177666931</c:v>
                </c:pt>
                <c:pt idx="1251">
                  <c:v>0.15643446504023259</c:v>
                </c:pt>
                <c:pt idx="1252">
                  <c:v>0.13917310096006472</c:v>
                </c:pt>
                <c:pt idx="1253">
                  <c:v>0.12186934340514784</c:v>
                </c:pt>
                <c:pt idx="1254">
                  <c:v>0.10452846326765491</c:v>
                </c:pt>
                <c:pt idx="1255">
                  <c:v>8.7155742747657153E-2</c:v>
                </c:pt>
                <c:pt idx="1256">
                  <c:v>6.9756473744125372E-2</c:v>
                </c:pt>
                <c:pt idx="1257">
                  <c:v>5.233595624294498E-2</c:v>
                </c:pt>
                <c:pt idx="1258">
                  <c:v>3.4899496702499658E-2</c:v>
                </c:pt>
                <c:pt idx="1259">
                  <c:v>1.7452406437283283E-2</c:v>
                </c:pt>
                <c:pt idx="1260">
                  <c:v>8.5760391843603401E-16</c:v>
                </c:pt>
                <c:pt idx="1261">
                  <c:v>-1.7452406437281569E-2</c:v>
                </c:pt>
                <c:pt idx="1262">
                  <c:v>-3.4899496702501497E-2</c:v>
                </c:pt>
                <c:pt idx="1263">
                  <c:v>-5.2335956242943273E-2</c:v>
                </c:pt>
                <c:pt idx="1264">
                  <c:v>-6.9756473744123651E-2</c:v>
                </c:pt>
                <c:pt idx="1265">
                  <c:v>-8.7155742747658985E-2</c:v>
                </c:pt>
                <c:pt idx="1266">
                  <c:v>-0.10452846326765321</c:v>
                </c:pt>
                <c:pt idx="1267">
                  <c:v>-0.12186934340514613</c:v>
                </c:pt>
                <c:pt idx="1268">
                  <c:v>-0.13917310096006655</c:v>
                </c:pt>
                <c:pt idx="1269">
                  <c:v>-0.1564344650402309</c:v>
                </c:pt>
                <c:pt idx="1270">
                  <c:v>-0.1736481776669293</c:v>
                </c:pt>
                <c:pt idx="1271">
                  <c:v>-0.19080899537654269</c:v>
                </c:pt>
                <c:pt idx="1272">
                  <c:v>-0.20791169081775965</c:v>
                </c:pt>
                <c:pt idx="1273">
                  <c:v>-0.22495105434386425</c:v>
                </c:pt>
                <c:pt idx="1274">
                  <c:v>-0.24192189559966593</c:v>
                </c:pt>
                <c:pt idx="1275">
                  <c:v>-0.25881904510252135</c:v>
                </c:pt>
                <c:pt idx="1276">
                  <c:v>-0.27563735581699872</c:v>
                </c:pt>
                <c:pt idx="1277">
                  <c:v>-0.29237170472273522</c:v>
                </c:pt>
                <c:pt idx="1278">
                  <c:v>-0.30901699437494828</c:v>
                </c:pt>
                <c:pt idx="1279">
                  <c:v>-0.32556815445715648</c:v>
                </c:pt>
                <c:pt idx="1280">
                  <c:v>-0.34202014332566755</c:v>
                </c:pt>
                <c:pt idx="1281">
                  <c:v>-0.35836794954530138</c:v>
                </c:pt>
                <c:pt idx="1282">
                  <c:v>-0.37460659341591213</c:v>
                </c:pt>
                <c:pt idx="1283">
                  <c:v>-0.39073112848927288</c:v>
                </c:pt>
                <c:pt idx="1284">
                  <c:v>-0.40673664307579832</c:v>
                </c:pt>
                <c:pt idx="1285">
                  <c:v>-0.42261826174069983</c:v>
                </c:pt>
                <c:pt idx="1286">
                  <c:v>-0.43837114678907679</c:v>
                </c:pt>
                <c:pt idx="1287">
                  <c:v>-0.45399049973954519</c:v>
                </c:pt>
                <c:pt idx="1288">
                  <c:v>-0.46947156278589142</c:v>
                </c:pt>
                <c:pt idx="1289">
                  <c:v>-0.48480962024633667</c:v>
                </c:pt>
                <c:pt idx="1290">
                  <c:v>-0.49999999999999872</c:v>
                </c:pt>
                <c:pt idx="1291">
                  <c:v>-0.51503807491005504</c:v>
                </c:pt>
                <c:pt idx="1292">
                  <c:v>-0.5299192642332049</c:v>
                </c:pt>
                <c:pt idx="1293">
                  <c:v>-0.54463903501502609</c:v>
                </c:pt>
                <c:pt idx="1294">
                  <c:v>-0.5591929034707479</c:v>
                </c:pt>
                <c:pt idx="1295">
                  <c:v>-0.57357643635104627</c:v>
                </c:pt>
                <c:pt idx="1296">
                  <c:v>-0.58778525229247247</c:v>
                </c:pt>
                <c:pt idx="1297">
                  <c:v>-0.60181502315204671</c:v>
                </c:pt>
                <c:pt idx="1298">
                  <c:v>-0.61566147532565862</c:v>
                </c:pt>
                <c:pt idx="1299">
                  <c:v>-0.62932039104983695</c:v>
                </c:pt>
                <c:pt idx="1300">
                  <c:v>-0.64278760968653803</c:v>
                </c:pt>
                <c:pt idx="1301">
                  <c:v>-0.65605902899050783</c:v>
                </c:pt>
                <c:pt idx="1302">
                  <c:v>-0.66913060635885802</c:v>
                </c:pt>
                <c:pt idx="1303">
                  <c:v>-0.68199836006249748</c:v>
                </c:pt>
                <c:pt idx="1304">
                  <c:v>-0.69465837045899803</c:v>
                </c:pt>
                <c:pt idx="1305">
                  <c:v>-0.70710678118654757</c:v>
                </c:pt>
                <c:pt idx="1306">
                  <c:v>-0.71933980033865041</c:v>
                </c:pt>
                <c:pt idx="1307">
                  <c:v>-0.73135370161917146</c:v>
                </c:pt>
                <c:pt idx="1308">
                  <c:v>-0.74314482547739447</c:v>
                </c:pt>
                <c:pt idx="1309">
                  <c:v>-0.75470958022277146</c:v>
                </c:pt>
                <c:pt idx="1310">
                  <c:v>-0.76604444311897679</c:v>
                </c:pt>
                <c:pt idx="1311">
                  <c:v>-0.77714596145697123</c:v>
                </c:pt>
                <c:pt idx="1312">
                  <c:v>-0.78801075360672168</c:v>
                </c:pt>
                <c:pt idx="1313">
                  <c:v>-0.79863551004729194</c:v>
                </c:pt>
                <c:pt idx="1314">
                  <c:v>-0.8090169943749479</c:v>
                </c:pt>
                <c:pt idx="1315">
                  <c:v>-0.81915204428899169</c:v>
                </c:pt>
                <c:pt idx="1316">
                  <c:v>-0.82903757255504096</c:v>
                </c:pt>
                <c:pt idx="1317">
                  <c:v>-0.83867056794542472</c:v>
                </c:pt>
                <c:pt idx="1318">
                  <c:v>-0.84804809615642607</c:v>
                </c:pt>
                <c:pt idx="1319">
                  <c:v>-0.85716730070211178</c:v>
                </c:pt>
                <c:pt idx="1320">
                  <c:v>-0.8660254037844376</c:v>
                </c:pt>
                <c:pt idx="1321">
                  <c:v>-0.87461970713939596</c:v>
                </c:pt>
                <c:pt idx="1322">
                  <c:v>-0.88294759285892666</c:v>
                </c:pt>
                <c:pt idx="1323">
                  <c:v>-0.89100652418836701</c:v>
                </c:pt>
                <c:pt idx="1324">
                  <c:v>-0.89879404629916726</c:v>
                </c:pt>
                <c:pt idx="1325">
                  <c:v>-0.90630778703664983</c:v>
                </c:pt>
                <c:pt idx="1326">
                  <c:v>-0.91354545764260031</c:v>
                </c:pt>
                <c:pt idx="1327">
                  <c:v>-0.92050485345244071</c:v>
                </c:pt>
                <c:pt idx="1328">
                  <c:v>-0.92718385456678731</c:v>
                </c:pt>
                <c:pt idx="1329">
                  <c:v>-0.9335804264972013</c:v>
                </c:pt>
                <c:pt idx="1330">
                  <c:v>-0.93969262078590887</c:v>
                </c:pt>
                <c:pt idx="1331">
                  <c:v>-0.94551857559931685</c:v>
                </c:pt>
                <c:pt idx="1332">
                  <c:v>-0.95105651629515331</c:v>
                </c:pt>
                <c:pt idx="1333">
                  <c:v>-0.95630475596303488</c:v>
                </c:pt>
                <c:pt idx="1334">
                  <c:v>-0.96126169593831901</c:v>
                </c:pt>
                <c:pt idx="1335">
                  <c:v>-0.96592582628906809</c:v>
                </c:pt>
                <c:pt idx="1336">
                  <c:v>-0.97029572627599603</c:v>
                </c:pt>
                <c:pt idx="1337">
                  <c:v>-0.97437006478523536</c:v>
                </c:pt>
                <c:pt idx="1338">
                  <c:v>-0.97814760073380558</c:v>
                </c:pt>
                <c:pt idx="1339">
                  <c:v>-0.98162718344766364</c:v>
                </c:pt>
                <c:pt idx="1340">
                  <c:v>-0.98480775301220824</c:v>
                </c:pt>
                <c:pt idx="1341">
                  <c:v>-0.98768834059513777</c:v>
                </c:pt>
                <c:pt idx="1342">
                  <c:v>-0.99026806874157014</c:v>
                </c:pt>
                <c:pt idx="1343">
                  <c:v>-0.99254615164132221</c:v>
                </c:pt>
                <c:pt idx="1344">
                  <c:v>-0.9945218953682734</c:v>
                </c:pt>
                <c:pt idx="1345">
                  <c:v>-0.99619469809174543</c:v>
                </c:pt>
                <c:pt idx="1346">
                  <c:v>-0.99756405025982409</c:v>
                </c:pt>
                <c:pt idx="1347">
                  <c:v>-0.99862953475457394</c:v>
                </c:pt>
                <c:pt idx="1348">
                  <c:v>-0.99939082701909576</c:v>
                </c:pt>
                <c:pt idx="1349">
                  <c:v>-0.99984769515639116</c:v>
                </c:pt>
                <c:pt idx="1350">
                  <c:v>-1</c:v>
                </c:pt>
                <c:pt idx="1351">
                  <c:v>-0.99984769515639127</c:v>
                </c:pt>
                <c:pt idx="1352">
                  <c:v>-0.99939082701909576</c:v>
                </c:pt>
                <c:pt idx="1353">
                  <c:v>-0.99862953475457383</c:v>
                </c:pt>
                <c:pt idx="1354">
                  <c:v>-0.9975640502598242</c:v>
                </c:pt>
                <c:pt idx="1355">
                  <c:v>-0.99619469809174566</c:v>
                </c:pt>
                <c:pt idx="1356">
                  <c:v>-0.99452189536827351</c:v>
                </c:pt>
                <c:pt idx="1357">
                  <c:v>-0.99254615164132198</c:v>
                </c:pt>
                <c:pt idx="1358">
                  <c:v>-0.99026806874157036</c:v>
                </c:pt>
                <c:pt idx="1359">
                  <c:v>-0.98768834059513799</c:v>
                </c:pt>
                <c:pt idx="1360">
                  <c:v>-0.98480775301220791</c:v>
                </c:pt>
                <c:pt idx="1361">
                  <c:v>-0.98162718344766409</c:v>
                </c:pt>
                <c:pt idx="1362">
                  <c:v>-0.97814760073380591</c:v>
                </c:pt>
                <c:pt idx="1363">
                  <c:v>-0.97437006478523502</c:v>
                </c:pt>
                <c:pt idx="1364">
                  <c:v>-0.97029572627599647</c:v>
                </c:pt>
                <c:pt idx="1365">
                  <c:v>-0.96592582628906865</c:v>
                </c:pt>
                <c:pt idx="1366">
                  <c:v>-0.96126169593831856</c:v>
                </c:pt>
                <c:pt idx="1367">
                  <c:v>-0.95630475596303544</c:v>
                </c:pt>
                <c:pt idx="1368">
                  <c:v>-0.95105651629515386</c:v>
                </c:pt>
                <c:pt idx="1369">
                  <c:v>-0.94551857559931751</c:v>
                </c:pt>
                <c:pt idx="1370">
                  <c:v>-0.93969262078590821</c:v>
                </c:pt>
                <c:pt idx="1371">
                  <c:v>-0.93358042649720197</c:v>
                </c:pt>
                <c:pt idx="1372">
                  <c:v>-0.92718385456678809</c:v>
                </c:pt>
                <c:pt idx="1373">
                  <c:v>-0.92050485345244004</c:v>
                </c:pt>
                <c:pt idx="1374">
                  <c:v>-0.91354545764260109</c:v>
                </c:pt>
                <c:pt idx="1375">
                  <c:v>-0.9063077870366506</c:v>
                </c:pt>
                <c:pt idx="1376">
                  <c:v>-0.89879404629916659</c:v>
                </c:pt>
                <c:pt idx="1377">
                  <c:v>-0.8910065241883679</c:v>
                </c:pt>
                <c:pt idx="1378">
                  <c:v>-0.88294759285892743</c:v>
                </c:pt>
                <c:pt idx="1379">
                  <c:v>-0.87461970713939519</c:v>
                </c:pt>
                <c:pt idx="1380">
                  <c:v>-0.86602540378443849</c:v>
                </c:pt>
                <c:pt idx="1381">
                  <c:v>-0.85716730070211267</c:v>
                </c:pt>
                <c:pt idx="1382">
                  <c:v>-0.84804809615642696</c:v>
                </c:pt>
                <c:pt idx="1383">
                  <c:v>-0.83867056794542372</c:v>
                </c:pt>
                <c:pt idx="1384">
                  <c:v>-0.82903757255504196</c:v>
                </c:pt>
                <c:pt idx="1385">
                  <c:v>-0.81915204428899269</c:v>
                </c:pt>
                <c:pt idx="1386">
                  <c:v>-0.8090169943749469</c:v>
                </c:pt>
                <c:pt idx="1387">
                  <c:v>-0.79863551004729305</c:v>
                </c:pt>
                <c:pt idx="1388">
                  <c:v>-0.78801075360672279</c:v>
                </c:pt>
                <c:pt idx="1389">
                  <c:v>-0.77714596145697012</c:v>
                </c:pt>
                <c:pt idx="1390">
                  <c:v>-0.76604444311897801</c:v>
                </c:pt>
                <c:pt idx="1391">
                  <c:v>-0.75470958022277268</c:v>
                </c:pt>
                <c:pt idx="1392">
                  <c:v>-0.74314482547739569</c:v>
                </c:pt>
                <c:pt idx="1393">
                  <c:v>-0.73135370161917024</c:v>
                </c:pt>
                <c:pt idx="1394">
                  <c:v>-0.71933980033865164</c:v>
                </c:pt>
                <c:pt idx="1395">
                  <c:v>-0.70710678118654879</c:v>
                </c:pt>
                <c:pt idx="1396">
                  <c:v>-0.69465837045899681</c:v>
                </c:pt>
                <c:pt idx="1397">
                  <c:v>-0.68199836006249881</c:v>
                </c:pt>
                <c:pt idx="1398">
                  <c:v>-0.66913060635885935</c:v>
                </c:pt>
                <c:pt idx="1399">
                  <c:v>-0.65605902899050661</c:v>
                </c:pt>
                <c:pt idx="1400">
                  <c:v>-0.64278760968653947</c:v>
                </c:pt>
                <c:pt idx="1401">
                  <c:v>-0.62932039104983839</c:v>
                </c:pt>
                <c:pt idx="1402">
                  <c:v>-0.61566147532565729</c:v>
                </c:pt>
                <c:pt idx="1403">
                  <c:v>-0.60181502315204816</c:v>
                </c:pt>
                <c:pt idx="1404">
                  <c:v>-0.58778525229247391</c:v>
                </c:pt>
                <c:pt idx="1405">
                  <c:v>-0.57357643635104771</c:v>
                </c:pt>
                <c:pt idx="1406">
                  <c:v>-0.55919290347074646</c:v>
                </c:pt>
                <c:pt idx="1407">
                  <c:v>-0.54463903501502764</c:v>
                </c:pt>
                <c:pt idx="1408">
                  <c:v>-0.52991926423320646</c:v>
                </c:pt>
                <c:pt idx="1409">
                  <c:v>-0.5150380749100536</c:v>
                </c:pt>
                <c:pt idx="1410">
                  <c:v>-0.50000000000000033</c:v>
                </c:pt>
                <c:pt idx="1411">
                  <c:v>-0.48480962024633828</c:v>
                </c:pt>
                <c:pt idx="1412">
                  <c:v>-0.46947156278588986</c:v>
                </c:pt>
                <c:pt idx="1413">
                  <c:v>-0.45399049973954686</c:v>
                </c:pt>
                <c:pt idx="1414">
                  <c:v>-0.43837114678907846</c:v>
                </c:pt>
                <c:pt idx="1415">
                  <c:v>-0.42261826174069828</c:v>
                </c:pt>
                <c:pt idx="1416">
                  <c:v>-0.40673664307579999</c:v>
                </c:pt>
                <c:pt idx="1417">
                  <c:v>-0.39073112848927455</c:v>
                </c:pt>
                <c:pt idx="1418">
                  <c:v>-0.37460659341591385</c:v>
                </c:pt>
                <c:pt idx="1419">
                  <c:v>-0.35836794954529977</c:v>
                </c:pt>
                <c:pt idx="1420">
                  <c:v>-0.34202014332566927</c:v>
                </c:pt>
                <c:pt idx="1421">
                  <c:v>-0.32556815445715825</c:v>
                </c:pt>
                <c:pt idx="1422">
                  <c:v>-0.30901699437494667</c:v>
                </c:pt>
                <c:pt idx="1423">
                  <c:v>-0.29237170472273699</c:v>
                </c:pt>
                <c:pt idx="1424">
                  <c:v>-0.2756373558170005</c:v>
                </c:pt>
                <c:pt idx="1425">
                  <c:v>-0.25881904510251968</c:v>
                </c:pt>
                <c:pt idx="1426">
                  <c:v>-0.2419218955996677</c:v>
                </c:pt>
                <c:pt idx="1427">
                  <c:v>-0.22495105434386603</c:v>
                </c:pt>
                <c:pt idx="1428">
                  <c:v>-0.20791169081776145</c:v>
                </c:pt>
                <c:pt idx="1429">
                  <c:v>-0.1908089953765445</c:v>
                </c:pt>
                <c:pt idx="1430">
                  <c:v>-0.17364817766693111</c:v>
                </c:pt>
                <c:pt idx="1431">
                  <c:v>-0.1564344650402327</c:v>
                </c:pt>
                <c:pt idx="1432">
                  <c:v>-0.13917310096006485</c:v>
                </c:pt>
                <c:pt idx="1433">
                  <c:v>-0.12186934340514796</c:v>
                </c:pt>
                <c:pt idx="1434">
                  <c:v>-0.10452846326765503</c:v>
                </c:pt>
                <c:pt idx="1435">
                  <c:v>-8.7155742747657278E-2</c:v>
                </c:pt>
                <c:pt idx="1436">
                  <c:v>-6.9756473744125483E-2</c:v>
                </c:pt>
                <c:pt idx="1437">
                  <c:v>-5.2335956242945104E-2</c:v>
                </c:pt>
                <c:pt idx="1438">
                  <c:v>-3.4899496702499783E-2</c:v>
                </c:pt>
                <c:pt idx="1439">
                  <c:v>-1.7452406437283408E-2</c:v>
                </c:pt>
                <c:pt idx="1440">
                  <c:v>-9.8011876392689601E-16</c:v>
                </c:pt>
                <c:pt idx="1441">
                  <c:v>1.7452406437281447E-2</c:v>
                </c:pt>
                <c:pt idx="1442">
                  <c:v>3.4899496702501372E-2</c:v>
                </c:pt>
                <c:pt idx="1443">
                  <c:v>5.2335956242943148E-2</c:v>
                </c:pt>
                <c:pt idx="1444">
                  <c:v>6.9756473744123526E-2</c:v>
                </c:pt>
                <c:pt idx="1445">
                  <c:v>8.715574274765886E-2</c:v>
                </c:pt>
                <c:pt idx="1446">
                  <c:v>0.10452846326765308</c:v>
                </c:pt>
                <c:pt idx="1447">
                  <c:v>0.12186934340514602</c:v>
                </c:pt>
                <c:pt idx="1448">
                  <c:v>0.13917310096006641</c:v>
                </c:pt>
                <c:pt idx="1449">
                  <c:v>0.15643446504023079</c:v>
                </c:pt>
                <c:pt idx="1450">
                  <c:v>0.17364817766692919</c:v>
                </c:pt>
                <c:pt idx="1451">
                  <c:v>0.19080899537654608</c:v>
                </c:pt>
                <c:pt idx="1452">
                  <c:v>0.20791169081775954</c:v>
                </c:pt>
                <c:pt idx="1453">
                  <c:v>0.22495105434386414</c:v>
                </c:pt>
                <c:pt idx="1454">
                  <c:v>0.24192189559966581</c:v>
                </c:pt>
                <c:pt idx="1455">
                  <c:v>0.25881904510252124</c:v>
                </c:pt>
                <c:pt idx="1456">
                  <c:v>0.27563735581699861</c:v>
                </c:pt>
                <c:pt idx="1457">
                  <c:v>0.2923717047227351</c:v>
                </c:pt>
                <c:pt idx="1458">
                  <c:v>0.30901699437494817</c:v>
                </c:pt>
                <c:pt idx="1459">
                  <c:v>0.32556815445715637</c:v>
                </c:pt>
                <c:pt idx="1460">
                  <c:v>0.34202014332566744</c:v>
                </c:pt>
                <c:pt idx="1461">
                  <c:v>0.35836794954530127</c:v>
                </c:pt>
                <c:pt idx="1462">
                  <c:v>0.37460659341591201</c:v>
                </c:pt>
              </c:numCache>
            </c:numRef>
          </c:yVal>
          <c:smooth val="0"/>
          <c:extLst>
            <c:ext xmlns:c16="http://schemas.microsoft.com/office/drawing/2014/chart" uri="{C3380CC4-5D6E-409C-BE32-E72D297353CC}">
              <c16:uniqueId val="{00000000-7E0A-4E36-BEDC-B8FB25D046DA}"/>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85938456755422E-2"/>
          <c:y val="0.10185208034079242"/>
          <c:w val="0.94114073043896107"/>
          <c:h val="0.89814793969180295"/>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80E6-47B1-B09F-351CD569B8F6}"/>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176705513762871E-2"/>
          <c:y val="0"/>
          <c:w val="0.88352091796574828"/>
          <c:h val="0.94076207825161851"/>
        </c:manualLayout>
      </c:layout>
      <c:scatterChart>
        <c:scatterStyle val="lineMarker"/>
        <c:varyColors val="0"/>
        <c:ser>
          <c:idx val="0"/>
          <c:order val="0"/>
          <c:spPr>
            <a:ln w="19050" cap="rnd">
              <a:solidFill>
                <a:schemeClr val="tx1"/>
              </a:solidFill>
              <a:round/>
            </a:ln>
            <a:effectLst/>
          </c:spPr>
          <c:marker>
            <c:symbol val="none"/>
          </c:marker>
          <c:xVal>
            <c:numRef>
              <c:f>Sheet2!$A$2:$A$1464</c:f>
              <c:numCache>
                <c:formatCode>General</c:formatCode>
                <c:ptCount val="146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numCache>
            </c:numRef>
          </c:xVal>
          <c:yVal>
            <c:numRef>
              <c:f>Sheet2!$B$2:$B$1464</c:f>
              <c:numCache>
                <c:formatCode>General</c:formatCode>
                <c:ptCount val="1463"/>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pt idx="721">
                  <c:v>1.7452406437283713E-2</c:v>
                </c:pt>
                <c:pt idx="722">
                  <c:v>3.4899496702500088E-2</c:v>
                </c:pt>
                <c:pt idx="723">
                  <c:v>5.233595624294364E-2</c:v>
                </c:pt>
                <c:pt idx="724">
                  <c:v>6.9756473744125788E-2</c:v>
                </c:pt>
                <c:pt idx="725">
                  <c:v>8.7155742747657583E-2</c:v>
                </c:pt>
                <c:pt idx="726">
                  <c:v>0.10452846326765357</c:v>
                </c:pt>
                <c:pt idx="727">
                  <c:v>0.1218693434051465</c:v>
                </c:pt>
                <c:pt idx="728">
                  <c:v>0.13917310096006516</c:v>
                </c:pt>
                <c:pt idx="729">
                  <c:v>0.15643446504023126</c:v>
                </c:pt>
                <c:pt idx="730">
                  <c:v>0.17364817766692967</c:v>
                </c:pt>
                <c:pt idx="731">
                  <c:v>0.1908089953765448</c:v>
                </c:pt>
                <c:pt idx="732">
                  <c:v>0.20791169081775826</c:v>
                </c:pt>
                <c:pt idx="733">
                  <c:v>0.22495105434386461</c:v>
                </c:pt>
                <c:pt idx="734">
                  <c:v>0.24192189559966801</c:v>
                </c:pt>
                <c:pt idx="735">
                  <c:v>0.25881904510252002</c:v>
                </c:pt>
                <c:pt idx="736">
                  <c:v>0.27563735581699911</c:v>
                </c:pt>
                <c:pt idx="737">
                  <c:v>0.29237170472273727</c:v>
                </c:pt>
                <c:pt idx="738">
                  <c:v>0.30901699437494695</c:v>
                </c:pt>
                <c:pt idx="739">
                  <c:v>0.32556815445715687</c:v>
                </c:pt>
                <c:pt idx="740">
                  <c:v>0.34202014332566788</c:v>
                </c:pt>
                <c:pt idx="741">
                  <c:v>0.3583679495453001</c:v>
                </c:pt>
                <c:pt idx="742">
                  <c:v>0.37460659341591246</c:v>
                </c:pt>
                <c:pt idx="743">
                  <c:v>0.39073112848927322</c:v>
                </c:pt>
                <c:pt idx="744">
                  <c:v>0.40673664307580026</c:v>
                </c:pt>
                <c:pt idx="745">
                  <c:v>0.42261826174069855</c:v>
                </c:pt>
                <c:pt idx="746">
                  <c:v>0.43837114678907713</c:v>
                </c:pt>
                <c:pt idx="747">
                  <c:v>0.45399049973954714</c:v>
                </c:pt>
                <c:pt idx="748">
                  <c:v>0.46947156278589014</c:v>
                </c:pt>
                <c:pt idx="749">
                  <c:v>0.484809620246337</c:v>
                </c:pt>
                <c:pt idx="750">
                  <c:v>0.49999999999999906</c:v>
                </c:pt>
                <c:pt idx="751">
                  <c:v>0.51503807491005382</c:v>
                </c:pt>
                <c:pt idx="752">
                  <c:v>0.52991926423320523</c:v>
                </c:pt>
                <c:pt idx="753">
                  <c:v>0.54463903501502642</c:v>
                </c:pt>
                <c:pt idx="754">
                  <c:v>0.55919290347074668</c:v>
                </c:pt>
                <c:pt idx="755">
                  <c:v>0.5735764363510466</c:v>
                </c:pt>
                <c:pt idx="756">
                  <c:v>0.58778525229247269</c:v>
                </c:pt>
                <c:pt idx="757">
                  <c:v>0.60181502315204838</c:v>
                </c:pt>
                <c:pt idx="758">
                  <c:v>0.61566147532565751</c:v>
                </c:pt>
                <c:pt idx="759">
                  <c:v>0.62932039104983728</c:v>
                </c:pt>
                <c:pt idx="760">
                  <c:v>0.6427876096865397</c:v>
                </c:pt>
                <c:pt idx="761">
                  <c:v>0.65605902899050683</c:v>
                </c:pt>
                <c:pt idx="762">
                  <c:v>0.66913060635885824</c:v>
                </c:pt>
                <c:pt idx="763">
                  <c:v>0.68199836006249781</c:v>
                </c:pt>
                <c:pt idx="764">
                  <c:v>0.69465837045899703</c:v>
                </c:pt>
                <c:pt idx="765">
                  <c:v>0.70710678118654779</c:v>
                </c:pt>
                <c:pt idx="766">
                  <c:v>0.71933980033865064</c:v>
                </c:pt>
                <c:pt idx="767">
                  <c:v>0.73135370161917046</c:v>
                </c:pt>
                <c:pt idx="768">
                  <c:v>0.74314482547739469</c:v>
                </c:pt>
                <c:pt idx="769">
                  <c:v>0.75470958022277168</c:v>
                </c:pt>
                <c:pt idx="770">
                  <c:v>0.76604444311897824</c:v>
                </c:pt>
                <c:pt idx="771">
                  <c:v>0.77714596145697035</c:v>
                </c:pt>
                <c:pt idx="772">
                  <c:v>0.7880107536067219</c:v>
                </c:pt>
                <c:pt idx="773">
                  <c:v>0.79863551004729316</c:v>
                </c:pt>
                <c:pt idx="774">
                  <c:v>0.80901699437494712</c:v>
                </c:pt>
                <c:pt idx="775">
                  <c:v>0.81915204428899191</c:v>
                </c:pt>
                <c:pt idx="776">
                  <c:v>0.82903757255504118</c:v>
                </c:pt>
                <c:pt idx="777">
                  <c:v>0.83867056794542394</c:v>
                </c:pt>
                <c:pt idx="778">
                  <c:v>0.84804809615642618</c:v>
                </c:pt>
                <c:pt idx="779">
                  <c:v>0.857167300702112</c:v>
                </c:pt>
                <c:pt idx="780">
                  <c:v>0.86602540378443871</c:v>
                </c:pt>
                <c:pt idx="781">
                  <c:v>0.8746197071393953</c:v>
                </c:pt>
                <c:pt idx="782">
                  <c:v>0.88294759285892677</c:v>
                </c:pt>
                <c:pt idx="783">
                  <c:v>0.89100652418836801</c:v>
                </c:pt>
                <c:pt idx="784">
                  <c:v>0.8987940462991667</c:v>
                </c:pt>
                <c:pt idx="785">
                  <c:v>0.90630778703664994</c:v>
                </c:pt>
                <c:pt idx="786">
                  <c:v>0.9135454576426012</c:v>
                </c:pt>
                <c:pt idx="787">
                  <c:v>0.92050485345244015</c:v>
                </c:pt>
                <c:pt idx="788">
                  <c:v>0.92718385456678754</c:v>
                </c:pt>
                <c:pt idx="789">
                  <c:v>0.93358042649720141</c:v>
                </c:pt>
                <c:pt idx="790">
                  <c:v>0.93969262078590832</c:v>
                </c:pt>
                <c:pt idx="791">
                  <c:v>0.94551857559931696</c:v>
                </c:pt>
                <c:pt idx="792">
                  <c:v>0.95105651629515342</c:v>
                </c:pt>
                <c:pt idx="793">
                  <c:v>0.95630475596303555</c:v>
                </c:pt>
                <c:pt idx="794">
                  <c:v>0.96126169593831856</c:v>
                </c:pt>
                <c:pt idx="795">
                  <c:v>0.9659258262890682</c:v>
                </c:pt>
                <c:pt idx="796">
                  <c:v>0.97029572627599658</c:v>
                </c:pt>
                <c:pt idx="797">
                  <c:v>0.97437006478523513</c:v>
                </c:pt>
                <c:pt idx="798">
                  <c:v>0.97814760073380569</c:v>
                </c:pt>
                <c:pt idx="799">
                  <c:v>0.98162718344766375</c:v>
                </c:pt>
                <c:pt idx="800">
                  <c:v>0.98480775301220802</c:v>
                </c:pt>
                <c:pt idx="801">
                  <c:v>0.98768834059513777</c:v>
                </c:pt>
                <c:pt idx="802">
                  <c:v>0.99026806874157025</c:v>
                </c:pt>
                <c:pt idx="803">
                  <c:v>0.99254615164132198</c:v>
                </c:pt>
                <c:pt idx="804">
                  <c:v>0.9945218953682734</c:v>
                </c:pt>
                <c:pt idx="805">
                  <c:v>0.99619469809174555</c:v>
                </c:pt>
                <c:pt idx="806">
                  <c:v>0.99756405025982431</c:v>
                </c:pt>
                <c:pt idx="807">
                  <c:v>0.99862953475457383</c:v>
                </c:pt>
                <c:pt idx="808">
                  <c:v>0.99939082701909576</c:v>
                </c:pt>
                <c:pt idx="809">
                  <c:v>0.99984769515639127</c:v>
                </c:pt>
                <c:pt idx="810">
                  <c:v>1</c:v>
                </c:pt>
                <c:pt idx="811">
                  <c:v>0.99984769515639127</c:v>
                </c:pt>
                <c:pt idx="812">
                  <c:v>0.99939082701909576</c:v>
                </c:pt>
                <c:pt idx="813">
                  <c:v>0.99862953475457383</c:v>
                </c:pt>
                <c:pt idx="814">
                  <c:v>0.9975640502598242</c:v>
                </c:pt>
                <c:pt idx="815">
                  <c:v>0.99619469809174555</c:v>
                </c:pt>
                <c:pt idx="816">
                  <c:v>0.99452189536827329</c:v>
                </c:pt>
                <c:pt idx="817">
                  <c:v>0.99254615164132221</c:v>
                </c:pt>
                <c:pt idx="818">
                  <c:v>0.99026806874157036</c:v>
                </c:pt>
                <c:pt idx="819">
                  <c:v>0.98768834059513766</c:v>
                </c:pt>
                <c:pt idx="820">
                  <c:v>0.98480775301220824</c:v>
                </c:pt>
                <c:pt idx="821">
                  <c:v>0.98162718344766398</c:v>
                </c:pt>
                <c:pt idx="822">
                  <c:v>0.97814760073380547</c:v>
                </c:pt>
                <c:pt idx="823">
                  <c:v>0.97437006478523536</c:v>
                </c:pt>
                <c:pt idx="824">
                  <c:v>0.97029572627599636</c:v>
                </c:pt>
                <c:pt idx="825">
                  <c:v>0.96592582628906853</c:v>
                </c:pt>
                <c:pt idx="826">
                  <c:v>0.96126169593831889</c:v>
                </c:pt>
                <c:pt idx="827">
                  <c:v>0.95630475596303532</c:v>
                </c:pt>
                <c:pt idx="828">
                  <c:v>0.95105651629515375</c:v>
                </c:pt>
                <c:pt idx="829">
                  <c:v>0.94551857559931674</c:v>
                </c:pt>
                <c:pt idx="830">
                  <c:v>0.93969262078590876</c:v>
                </c:pt>
                <c:pt idx="831">
                  <c:v>0.93358042649720185</c:v>
                </c:pt>
                <c:pt idx="832">
                  <c:v>0.9271838545667872</c:v>
                </c:pt>
                <c:pt idx="833">
                  <c:v>0.9205048534524406</c:v>
                </c:pt>
                <c:pt idx="834">
                  <c:v>0.91354545764260087</c:v>
                </c:pt>
                <c:pt idx="835">
                  <c:v>0.90630778703665038</c:v>
                </c:pt>
                <c:pt idx="836">
                  <c:v>0.89879404629916715</c:v>
                </c:pt>
                <c:pt idx="837">
                  <c:v>0.89100652418836768</c:v>
                </c:pt>
                <c:pt idx="838">
                  <c:v>0.88294759285892732</c:v>
                </c:pt>
                <c:pt idx="839">
                  <c:v>0.87461970713939585</c:v>
                </c:pt>
                <c:pt idx="840">
                  <c:v>0.86602540378443837</c:v>
                </c:pt>
                <c:pt idx="841">
                  <c:v>0.85716730070211256</c:v>
                </c:pt>
                <c:pt idx="842">
                  <c:v>0.84804809615642585</c:v>
                </c:pt>
                <c:pt idx="843">
                  <c:v>0.83867056794542449</c:v>
                </c:pt>
                <c:pt idx="844">
                  <c:v>0.82903757255504185</c:v>
                </c:pt>
                <c:pt idx="845">
                  <c:v>0.81915204428899147</c:v>
                </c:pt>
                <c:pt idx="846">
                  <c:v>0.80901699437494778</c:v>
                </c:pt>
                <c:pt idx="847">
                  <c:v>0.79863551004729283</c:v>
                </c:pt>
                <c:pt idx="848">
                  <c:v>0.78801075360672257</c:v>
                </c:pt>
                <c:pt idx="849">
                  <c:v>0.77714596145697101</c:v>
                </c:pt>
                <c:pt idx="850">
                  <c:v>0.76604444311897779</c:v>
                </c:pt>
                <c:pt idx="851">
                  <c:v>0.75470958022277246</c:v>
                </c:pt>
                <c:pt idx="852">
                  <c:v>0.74314482547739424</c:v>
                </c:pt>
                <c:pt idx="853">
                  <c:v>0.73135370161917124</c:v>
                </c:pt>
                <c:pt idx="854">
                  <c:v>0.71933980033865141</c:v>
                </c:pt>
                <c:pt idx="855">
                  <c:v>0.70710678118654735</c:v>
                </c:pt>
                <c:pt idx="856">
                  <c:v>0.69465837045899781</c:v>
                </c:pt>
                <c:pt idx="857">
                  <c:v>0.68199836006249859</c:v>
                </c:pt>
                <c:pt idx="858">
                  <c:v>0.66913060635885779</c:v>
                </c:pt>
                <c:pt idx="859">
                  <c:v>0.65605902899050761</c:v>
                </c:pt>
                <c:pt idx="860">
                  <c:v>0.64278760968653914</c:v>
                </c:pt>
                <c:pt idx="861">
                  <c:v>0.62932039104983817</c:v>
                </c:pt>
                <c:pt idx="862">
                  <c:v>0.6156614753256584</c:v>
                </c:pt>
                <c:pt idx="863">
                  <c:v>0.60181502315204793</c:v>
                </c:pt>
                <c:pt idx="864">
                  <c:v>0.58778525229247358</c:v>
                </c:pt>
                <c:pt idx="865">
                  <c:v>0.57357643635104605</c:v>
                </c:pt>
                <c:pt idx="866">
                  <c:v>0.55919290347074768</c:v>
                </c:pt>
                <c:pt idx="867">
                  <c:v>0.54463903501502731</c:v>
                </c:pt>
                <c:pt idx="868">
                  <c:v>0.52991926423320457</c:v>
                </c:pt>
                <c:pt idx="869">
                  <c:v>0.51503807491005482</c:v>
                </c:pt>
                <c:pt idx="870">
                  <c:v>0.5</c:v>
                </c:pt>
                <c:pt idx="871">
                  <c:v>0.484809620246338</c:v>
                </c:pt>
                <c:pt idx="872">
                  <c:v>0.46947156278589114</c:v>
                </c:pt>
                <c:pt idx="873">
                  <c:v>0.45399049973954653</c:v>
                </c:pt>
                <c:pt idx="874">
                  <c:v>0.43837114678907813</c:v>
                </c:pt>
                <c:pt idx="875">
                  <c:v>0.42261826174069955</c:v>
                </c:pt>
                <c:pt idx="876">
                  <c:v>0.40673664307579965</c:v>
                </c:pt>
                <c:pt idx="877">
                  <c:v>0.39073112848927422</c:v>
                </c:pt>
                <c:pt idx="878">
                  <c:v>0.37460659341591185</c:v>
                </c:pt>
                <c:pt idx="879">
                  <c:v>0.3583679495453011</c:v>
                </c:pt>
                <c:pt idx="880">
                  <c:v>0.34202014332566893</c:v>
                </c:pt>
                <c:pt idx="881">
                  <c:v>0.3255681544571562</c:v>
                </c:pt>
                <c:pt idx="882">
                  <c:v>0.30901699437494801</c:v>
                </c:pt>
                <c:pt idx="883">
                  <c:v>0.29237170472273666</c:v>
                </c:pt>
                <c:pt idx="884">
                  <c:v>0.27563735581700016</c:v>
                </c:pt>
                <c:pt idx="885">
                  <c:v>0.25881904510252107</c:v>
                </c:pt>
                <c:pt idx="886">
                  <c:v>0.24192189559966734</c:v>
                </c:pt>
                <c:pt idx="887">
                  <c:v>0.22495105434386567</c:v>
                </c:pt>
                <c:pt idx="888">
                  <c:v>0.20791169081775934</c:v>
                </c:pt>
                <c:pt idx="889">
                  <c:v>0.19080899537654589</c:v>
                </c:pt>
                <c:pt idx="890">
                  <c:v>0.17364817766693075</c:v>
                </c:pt>
                <c:pt idx="891">
                  <c:v>0.15643446504023059</c:v>
                </c:pt>
                <c:pt idx="892">
                  <c:v>0.13917310096006624</c:v>
                </c:pt>
                <c:pt idx="893">
                  <c:v>0.1218693434051476</c:v>
                </c:pt>
                <c:pt idx="894">
                  <c:v>0.1045284632676529</c:v>
                </c:pt>
                <c:pt idx="895">
                  <c:v>8.7155742747658679E-2</c:v>
                </c:pt>
                <c:pt idx="896">
                  <c:v>6.9756473744125122E-2</c:v>
                </c:pt>
                <c:pt idx="897">
                  <c:v>5.2335956242944737E-2</c:v>
                </c:pt>
                <c:pt idx="898">
                  <c:v>3.4899496702501191E-2</c:v>
                </c:pt>
                <c:pt idx="899">
                  <c:v>1.745240643728304E-2</c:v>
                </c:pt>
                <c:pt idx="900">
                  <c:v>6.1257422745431001E-16</c:v>
                </c:pt>
                <c:pt idx="901">
                  <c:v>-1.7452406437283591E-2</c:v>
                </c:pt>
                <c:pt idx="902">
                  <c:v>-3.4899496702499963E-2</c:v>
                </c:pt>
                <c:pt idx="903">
                  <c:v>-5.2335956242943515E-2</c:v>
                </c:pt>
                <c:pt idx="904">
                  <c:v>-6.9756473744125677E-2</c:v>
                </c:pt>
                <c:pt idx="905">
                  <c:v>-8.7155742747657458E-2</c:v>
                </c:pt>
                <c:pt idx="906">
                  <c:v>-0.10452846326765344</c:v>
                </c:pt>
                <c:pt idx="907">
                  <c:v>-0.12186934340514638</c:v>
                </c:pt>
                <c:pt idx="908">
                  <c:v>-0.13917310096006502</c:v>
                </c:pt>
                <c:pt idx="909">
                  <c:v>-0.15643446504023115</c:v>
                </c:pt>
                <c:pt idx="910">
                  <c:v>-0.17364817766692955</c:v>
                </c:pt>
                <c:pt idx="911">
                  <c:v>-0.19080899537654469</c:v>
                </c:pt>
                <c:pt idx="912">
                  <c:v>-0.2079116908177599</c:v>
                </c:pt>
                <c:pt idx="913">
                  <c:v>-0.22495105434386448</c:v>
                </c:pt>
                <c:pt idx="914">
                  <c:v>-0.2419218955996679</c:v>
                </c:pt>
                <c:pt idx="915">
                  <c:v>-0.25881904510251985</c:v>
                </c:pt>
                <c:pt idx="916">
                  <c:v>-0.27563735581699894</c:v>
                </c:pt>
                <c:pt idx="917">
                  <c:v>-0.29237170472273549</c:v>
                </c:pt>
                <c:pt idx="918">
                  <c:v>-0.30901699437494851</c:v>
                </c:pt>
                <c:pt idx="919">
                  <c:v>-0.32556815445715676</c:v>
                </c:pt>
                <c:pt idx="920">
                  <c:v>-0.34202014332566777</c:v>
                </c:pt>
                <c:pt idx="921">
                  <c:v>-0.3583679495453016</c:v>
                </c:pt>
                <c:pt idx="922">
                  <c:v>-0.37460659341591235</c:v>
                </c:pt>
                <c:pt idx="923">
                  <c:v>-0.39073112848927311</c:v>
                </c:pt>
                <c:pt idx="924">
                  <c:v>-0.40673664307579854</c:v>
                </c:pt>
                <c:pt idx="925">
                  <c:v>-0.42261826174070005</c:v>
                </c:pt>
                <c:pt idx="926">
                  <c:v>-0.43837114678907702</c:v>
                </c:pt>
                <c:pt idx="927">
                  <c:v>-0.45399049973954542</c:v>
                </c:pt>
                <c:pt idx="928">
                  <c:v>-0.46947156278589164</c:v>
                </c:pt>
                <c:pt idx="929">
                  <c:v>-0.48480962024633689</c:v>
                </c:pt>
                <c:pt idx="930">
                  <c:v>-0.49999999999999895</c:v>
                </c:pt>
                <c:pt idx="931">
                  <c:v>-0.51503807491005527</c:v>
                </c:pt>
                <c:pt idx="932">
                  <c:v>-0.52991926423320512</c:v>
                </c:pt>
                <c:pt idx="933">
                  <c:v>-0.54463903501502631</c:v>
                </c:pt>
                <c:pt idx="934">
                  <c:v>-0.55919290347074513</c:v>
                </c:pt>
                <c:pt idx="935">
                  <c:v>-0.57357643635104649</c:v>
                </c:pt>
                <c:pt idx="936">
                  <c:v>-0.58778525229247258</c:v>
                </c:pt>
                <c:pt idx="937">
                  <c:v>-0.60181502315204694</c:v>
                </c:pt>
                <c:pt idx="938">
                  <c:v>-0.61566147532565885</c:v>
                </c:pt>
                <c:pt idx="939">
                  <c:v>-0.62932039104983717</c:v>
                </c:pt>
                <c:pt idx="940">
                  <c:v>-0.64278760968653825</c:v>
                </c:pt>
                <c:pt idx="941">
                  <c:v>-0.65605902899050805</c:v>
                </c:pt>
                <c:pt idx="942">
                  <c:v>-0.66913060635885813</c:v>
                </c:pt>
                <c:pt idx="943">
                  <c:v>-0.6819983600624977</c:v>
                </c:pt>
                <c:pt idx="944">
                  <c:v>-0.69465837045899825</c:v>
                </c:pt>
                <c:pt idx="945">
                  <c:v>-0.70710678118654768</c:v>
                </c:pt>
                <c:pt idx="946">
                  <c:v>-0.71933980033865053</c:v>
                </c:pt>
                <c:pt idx="947">
                  <c:v>-0.73135370161916913</c:v>
                </c:pt>
                <c:pt idx="948">
                  <c:v>-0.74314482547739458</c:v>
                </c:pt>
                <c:pt idx="949">
                  <c:v>-0.75470958022277168</c:v>
                </c:pt>
                <c:pt idx="950">
                  <c:v>-0.76604444311897701</c:v>
                </c:pt>
                <c:pt idx="951">
                  <c:v>-0.77714596145697146</c:v>
                </c:pt>
                <c:pt idx="952">
                  <c:v>-0.78801075360672179</c:v>
                </c:pt>
                <c:pt idx="953">
                  <c:v>-0.79863551004729205</c:v>
                </c:pt>
                <c:pt idx="954">
                  <c:v>-0.80901699437494812</c:v>
                </c:pt>
                <c:pt idx="955">
                  <c:v>-0.8191520442889918</c:v>
                </c:pt>
                <c:pt idx="956">
                  <c:v>-0.82903757255504107</c:v>
                </c:pt>
                <c:pt idx="957">
                  <c:v>-0.83867056794542483</c:v>
                </c:pt>
                <c:pt idx="958">
                  <c:v>-0.84804809615642618</c:v>
                </c:pt>
                <c:pt idx="959">
                  <c:v>-0.85716730070211189</c:v>
                </c:pt>
                <c:pt idx="960">
                  <c:v>-0.86602540378443771</c:v>
                </c:pt>
                <c:pt idx="961">
                  <c:v>-0.87461970713939607</c:v>
                </c:pt>
                <c:pt idx="962">
                  <c:v>-0.88294759285892677</c:v>
                </c:pt>
                <c:pt idx="963">
                  <c:v>-0.89100652418836712</c:v>
                </c:pt>
                <c:pt idx="964">
                  <c:v>-0.89879404629916737</c:v>
                </c:pt>
                <c:pt idx="965">
                  <c:v>-0.90630778703664994</c:v>
                </c:pt>
                <c:pt idx="966">
                  <c:v>-0.91354545764260042</c:v>
                </c:pt>
                <c:pt idx="967">
                  <c:v>-0.92050485345244082</c:v>
                </c:pt>
                <c:pt idx="968">
                  <c:v>-0.92718385456678742</c:v>
                </c:pt>
                <c:pt idx="969">
                  <c:v>-0.93358042649720141</c:v>
                </c:pt>
                <c:pt idx="970">
                  <c:v>-0.93969262078590765</c:v>
                </c:pt>
                <c:pt idx="971">
                  <c:v>-0.94551857559931696</c:v>
                </c:pt>
                <c:pt idx="972">
                  <c:v>-0.95105651629515342</c:v>
                </c:pt>
                <c:pt idx="973">
                  <c:v>-0.95630475596303499</c:v>
                </c:pt>
                <c:pt idx="974">
                  <c:v>-0.96126169593831901</c:v>
                </c:pt>
                <c:pt idx="975">
                  <c:v>-0.9659258262890682</c:v>
                </c:pt>
                <c:pt idx="976">
                  <c:v>-0.97029572627599614</c:v>
                </c:pt>
                <c:pt idx="977">
                  <c:v>-0.97437006478523547</c:v>
                </c:pt>
                <c:pt idx="978">
                  <c:v>-0.97814760073380558</c:v>
                </c:pt>
                <c:pt idx="979">
                  <c:v>-0.98162718344766375</c:v>
                </c:pt>
                <c:pt idx="980">
                  <c:v>-0.98480775301220824</c:v>
                </c:pt>
                <c:pt idx="981">
                  <c:v>-0.98768834059513777</c:v>
                </c:pt>
                <c:pt idx="982">
                  <c:v>-0.99026806874157014</c:v>
                </c:pt>
                <c:pt idx="983">
                  <c:v>-0.99254615164132176</c:v>
                </c:pt>
                <c:pt idx="984">
                  <c:v>-0.9945218953682734</c:v>
                </c:pt>
                <c:pt idx="985">
                  <c:v>-0.99619469809174543</c:v>
                </c:pt>
                <c:pt idx="986">
                  <c:v>-0.99756405025982409</c:v>
                </c:pt>
                <c:pt idx="987">
                  <c:v>-0.99862953475457394</c:v>
                </c:pt>
                <c:pt idx="988">
                  <c:v>-0.99939082701909576</c:v>
                </c:pt>
                <c:pt idx="989">
                  <c:v>-0.99984769515639127</c:v>
                </c:pt>
                <c:pt idx="990">
                  <c:v>-1</c:v>
                </c:pt>
                <c:pt idx="991">
                  <c:v>-0.99984769515639127</c:v>
                </c:pt>
                <c:pt idx="992">
                  <c:v>-0.99939082701909576</c:v>
                </c:pt>
                <c:pt idx="993">
                  <c:v>-0.99862953475457383</c:v>
                </c:pt>
                <c:pt idx="994">
                  <c:v>-0.9975640502598242</c:v>
                </c:pt>
                <c:pt idx="995">
                  <c:v>-0.99619469809174555</c:v>
                </c:pt>
                <c:pt idx="996">
                  <c:v>-0.99452189536827351</c:v>
                </c:pt>
                <c:pt idx="997">
                  <c:v>-0.99254615164132198</c:v>
                </c:pt>
                <c:pt idx="998">
                  <c:v>-0.99026806874157036</c:v>
                </c:pt>
                <c:pt idx="999">
                  <c:v>-0.98768834059513799</c:v>
                </c:pt>
                <c:pt idx="1000">
                  <c:v>-0.98480775301220791</c:v>
                </c:pt>
                <c:pt idx="1001">
                  <c:v>-0.98162718344766398</c:v>
                </c:pt>
                <c:pt idx="1002">
                  <c:v>-0.97814760073380591</c:v>
                </c:pt>
                <c:pt idx="1003">
                  <c:v>-0.97437006478523491</c:v>
                </c:pt>
                <c:pt idx="1004">
                  <c:v>-0.97029572627599647</c:v>
                </c:pt>
                <c:pt idx="1005">
                  <c:v>-0.96592582628906853</c:v>
                </c:pt>
                <c:pt idx="1006">
                  <c:v>-0.96126169593831945</c:v>
                </c:pt>
                <c:pt idx="1007">
                  <c:v>-0.95630475596303532</c:v>
                </c:pt>
                <c:pt idx="1008">
                  <c:v>-0.95105651629515375</c:v>
                </c:pt>
                <c:pt idx="1009">
                  <c:v>-0.9455185755993174</c:v>
                </c:pt>
                <c:pt idx="1010">
                  <c:v>-0.93969262078590809</c:v>
                </c:pt>
                <c:pt idx="1011">
                  <c:v>-0.93358042649720185</c:v>
                </c:pt>
                <c:pt idx="1012">
                  <c:v>-0.92718385456678798</c:v>
                </c:pt>
                <c:pt idx="1013">
                  <c:v>-0.92050485345243993</c:v>
                </c:pt>
                <c:pt idx="1014">
                  <c:v>-0.91354545764260098</c:v>
                </c:pt>
                <c:pt idx="1015">
                  <c:v>-0.90630778703665049</c:v>
                </c:pt>
                <c:pt idx="1016">
                  <c:v>-0.89879404629916648</c:v>
                </c:pt>
                <c:pt idx="1017">
                  <c:v>-0.89100652418836779</c:v>
                </c:pt>
                <c:pt idx="1018">
                  <c:v>-0.88294759285892732</c:v>
                </c:pt>
                <c:pt idx="1019">
                  <c:v>-0.87461970713939674</c:v>
                </c:pt>
                <c:pt idx="1020">
                  <c:v>-0.86602540378443837</c:v>
                </c:pt>
                <c:pt idx="1021">
                  <c:v>-0.85716730070211256</c:v>
                </c:pt>
                <c:pt idx="1022">
                  <c:v>-0.84804809615642684</c:v>
                </c:pt>
                <c:pt idx="1023">
                  <c:v>-0.83867056794542361</c:v>
                </c:pt>
                <c:pt idx="1024">
                  <c:v>-0.82903757255504185</c:v>
                </c:pt>
                <c:pt idx="1025">
                  <c:v>-0.81915204428899258</c:v>
                </c:pt>
                <c:pt idx="1026">
                  <c:v>-0.80901699437494679</c:v>
                </c:pt>
                <c:pt idx="1027">
                  <c:v>-0.79863551004729283</c:v>
                </c:pt>
                <c:pt idx="1028">
                  <c:v>-0.78801075360672268</c:v>
                </c:pt>
                <c:pt idx="1029">
                  <c:v>-0.77714596145697001</c:v>
                </c:pt>
                <c:pt idx="1030">
                  <c:v>-0.7660444431189779</c:v>
                </c:pt>
                <c:pt idx="1031">
                  <c:v>-0.75470958022277257</c:v>
                </c:pt>
                <c:pt idx="1032">
                  <c:v>-0.74314482547739547</c:v>
                </c:pt>
                <c:pt idx="1033">
                  <c:v>-0.73135370161917013</c:v>
                </c:pt>
                <c:pt idx="1034">
                  <c:v>-0.71933980033865152</c:v>
                </c:pt>
                <c:pt idx="1035">
                  <c:v>-0.70710678118654868</c:v>
                </c:pt>
                <c:pt idx="1036">
                  <c:v>-0.6946583704589967</c:v>
                </c:pt>
                <c:pt idx="1037">
                  <c:v>-0.6819983600624987</c:v>
                </c:pt>
                <c:pt idx="1038">
                  <c:v>-0.66913060635885913</c:v>
                </c:pt>
                <c:pt idx="1039">
                  <c:v>-0.65605902899050639</c:v>
                </c:pt>
                <c:pt idx="1040">
                  <c:v>-0.64278760968653925</c:v>
                </c:pt>
                <c:pt idx="1041">
                  <c:v>-0.62932039104983828</c:v>
                </c:pt>
                <c:pt idx="1042">
                  <c:v>-0.61566147532565718</c:v>
                </c:pt>
                <c:pt idx="1043">
                  <c:v>-0.60181502315204793</c:v>
                </c:pt>
                <c:pt idx="1044">
                  <c:v>-0.58778525229247369</c:v>
                </c:pt>
                <c:pt idx="1045">
                  <c:v>-0.5735764363510476</c:v>
                </c:pt>
                <c:pt idx="1046">
                  <c:v>-0.55919290347074624</c:v>
                </c:pt>
                <c:pt idx="1047">
                  <c:v>-0.54463903501502742</c:v>
                </c:pt>
                <c:pt idx="1048">
                  <c:v>-0.52991926423320623</c:v>
                </c:pt>
                <c:pt idx="1049">
                  <c:v>-0.51503807491005338</c:v>
                </c:pt>
                <c:pt idx="1050">
                  <c:v>-0.50000000000000011</c:v>
                </c:pt>
                <c:pt idx="1051">
                  <c:v>-0.48480962024633811</c:v>
                </c:pt>
                <c:pt idx="1052">
                  <c:v>-0.46947156278588964</c:v>
                </c:pt>
                <c:pt idx="1053">
                  <c:v>-0.45399049973954664</c:v>
                </c:pt>
                <c:pt idx="1054">
                  <c:v>-0.43837114678907824</c:v>
                </c:pt>
                <c:pt idx="1055">
                  <c:v>-0.42261826174070127</c:v>
                </c:pt>
                <c:pt idx="1056">
                  <c:v>-0.40673664307579976</c:v>
                </c:pt>
                <c:pt idx="1057">
                  <c:v>-0.39073112848927433</c:v>
                </c:pt>
                <c:pt idx="1058">
                  <c:v>-0.37460659341591362</c:v>
                </c:pt>
                <c:pt idx="1059">
                  <c:v>-0.35836794954529955</c:v>
                </c:pt>
                <c:pt idx="1060">
                  <c:v>-0.34202014332566905</c:v>
                </c:pt>
                <c:pt idx="1061">
                  <c:v>-0.32556815445715803</c:v>
                </c:pt>
                <c:pt idx="1062">
                  <c:v>-0.3090169943749464</c:v>
                </c:pt>
                <c:pt idx="1063">
                  <c:v>-0.29237170472273677</c:v>
                </c:pt>
                <c:pt idx="1064">
                  <c:v>-0.27563735581700027</c:v>
                </c:pt>
                <c:pt idx="1065">
                  <c:v>-0.25881904510251946</c:v>
                </c:pt>
                <c:pt idx="1066">
                  <c:v>-0.24192189559966748</c:v>
                </c:pt>
                <c:pt idx="1067">
                  <c:v>-0.22495105434386581</c:v>
                </c:pt>
                <c:pt idx="1068">
                  <c:v>-0.2079116908177612</c:v>
                </c:pt>
                <c:pt idx="1069">
                  <c:v>-0.19080899537654428</c:v>
                </c:pt>
                <c:pt idx="1070">
                  <c:v>-0.17364817766693086</c:v>
                </c:pt>
                <c:pt idx="1071">
                  <c:v>-0.15643446504023248</c:v>
                </c:pt>
                <c:pt idx="1072">
                  <c:v>-0.13917310096006461</c:v>
                </c:pt>
                <c:pt idx="1073">
                  <c:v>-0.12186934340514771</c:v>
                </c:pt>
                <c:pt idx="1074">
                  <c:v>-0.10452846326765479</c:v>
                </c:pt>
                <c:pt idx="1075">
                  <c:v>-8.7155742747657028E-2</c:v>
                </c:pt>
                <c:pt idx="1076">
                  <c:v>-6.9756473744125247E-2</c:v>
                </c:pt>
                <c:pt idx="1077">
                  <c:v>-5.2335956242944862E-2</c:v>
                </c:pt>
                <c:pt idx="1078">
                  <c:v>-3.4899496702499533E-2</c:v>
                </c:pt>
                <c:pt idx="1079">
                  <c:v>-1.7452406437283161E-2</c:v>
                </c:pt>
                <c:pt idx="1080">
                  <c:v>-7.3508907294517201E-16</c:v>
                </c:pt>
                <c:pt idx="1081">
                  <c:v>1.745240643728169E-2</c:v>
                </c:pt>
                <c:pt idx="1082">
                  <c:v>3.4899496702501615E-2</c:v>
                </c:pt>
                <c:pt idx="1083">
                  <c:v>5.2335956242943391E-2</c:v>
                </c:pt>
                <c:pt idx="1084">
                  <c:v>6.9756473744123776E-2</c:v>
                </c:pt>
                <c:pt idx="1085">
                  <c:v>8.715574274765911E-2</c:v>
                </c:pt>
                <c:pt idx="1086">
                  <c:v>0.10452846326765333</c:v>
                </c:pt>
                <c:pt idx="1087">
                  <c:v>0.12186934340514625</c:v>
                </c:pt>
                <c:pt idx="1088">
                  <c:v>0.13917310096006666</c:v>
                </c:pt>
                <c:pt idx="1089">
                  <c:v>0.15643446504023101</c:v>
                </c:pt>
                <c:pt idx="1090">
                  <c:v>0.17364817766692942</c:v>
                </c:pt>
                <c:pt idx="1091">
                  <c:v>0.19080899537654283</c:v>
                </c:pt>
                <c:pt idx="1092">
                  <c:v>0.20791169081775976</c:v>
                </c:pt>
                <c:pt idx="1093">
                  <c:v>0.22495105434386437</c:v>
                </c:pt>
                <c:pt idx="1094">
                  <c:v>0.24192189559966604</c:v>
                </c:pt>
                <c:pt idx="1095">
                  <c:v>0.25881904510252146</c:v>
                </c:pt>
                <c:pt idx="1096">
                  <c:v>0.27563735581699883</c:v>
                </c:pt>
                <c:pt idx="1097">
                  <c:v>0.29237170472273533</c:v>
                </c:pt>
                <c:pt idx="1098">
                  <c:v>0.30901699437494839</c:v>
                </c:pt>
                <c:pt idx="1099">
                  <c:v>0.32556815445715659</c:v>
                </c:pt>
                <c:pt idx="1100">
                  <c:v>0.34202014332566766</c:v>
                </c:pt>
                <c:pt idx="1101">
                  <c:v>0.35836794954530149</c:v>
                </c:pt>
                <c:pt idx="1102">
                  <c:v>0.37460659341591224</c:v>
                </c:pt>
                <c:pt idx="1103">
                  <c:v>0.39073112848927299</c:v>
                </c:pt>
                <c:pt idx="1104">
                  <c:v>0.40673664307579843</c:v>
                </c:pt>
                <c:pt idx="1105">
                  <c:v>0.42261826174069994</c:v>
                </c:pt>
                <c:pt idx="1106">
                  <c:v>0.4383711467890769</c:v>
                </c:pt>
                <c:pt idx="1107">
                  <c:v>0.45399049973954531</c:v>
                </c:pt>
                <c:pt idx="1108">
                  <c:v>0.46947156278589153</c:v>
                </c:pt>
                <c:pt idx="1109">
                  <c:v>0.48480962024633678</c:v>
                </c:pt>
                <c:pt idx="1110">
                  <c:v>0.49999999999999883</c:v>
                </c:pt>
                <c:pt idx="1111">
                  <c:v>0.51503807491005515</c:v>
                </c:pt>
                <c:pt idx="1112">
                  <c:v>0.52991926423320501</c:v>
                </c:pt>
                <c:pt idx="1113">
                  <c:v>0.5446390350150262</c:v>
                </c:pt>
                <c:pt idx="1114">
                  <c:v>0.55919290347074802</c:v>
                </c:pt>
                <c:pt idx="1115">
                  <c:v>0.57357643635104638</c:v>
                </c:pt>
                <c:pt idx="1116">
                  <c:v>0.58778525229247247</c:v>
                </c:pt>
                <c:pt idx="1117">
                  <c:v>0.60181502315204682</c:v>
                </c:pt>
                <c:pt idx="1118">
                  <c:v>0.61566147532565874</c:v>
                </c:pt>
                <c:pt idx="1119">
                  <c:v>0.62932039104983706</c:v>
                </c:pt>
                <c:pt idx="1120">
                  <c:v>0.64278760968653814</c:v>
                </c:pt>
                <c:pt idx="1121">
                  <c:v>0.65605902899050794</c:v>
                </c:pt>
                <c:pt idx="1122">
                  <c:v>0.66913060635885813</c:v>
                </c:pt>
                <c:pt idx="1123">
                  <c:v>0.68199836006249759</c:v>
                </c:pt>
                <c:pt idx="1124">
                  <c:v>0.69465837045899814</c:v>
                </c:pt>
                <c:pt idx="1125">
                  <c:v>0.70710678118654757</c:v>
                </c:pt>
                <c:pt idx="1126">
                  <c:v>0.71933980033865041</c:v>
                </c:pt>
                <c:pt idx="1127">
                  <c:v>0.73135370161916913</c:v>
                </c:pt>
                <c:pt idx="1128">
                  <c:v>0.74314482547739447</c:v>
                </c:pt>
                <c:pt idx="1129">
                  <c:v>0.75470958022277157</c:v>
                </c:pt>
                <c:pt idx="1130">
                  <c:v>0.7660444431189769</c:v>
                </c:pt>
                <c:pt idx="1131">
                  <c:v>0.77714596145697135</c:v>
                </c:pt>
                <c:pt idx="1132">
                  <c:v>0.78801075360672168</c:v>
                </c:pt>
                <c:pt idx="1133">
                  <c:v>0.79863551004729194</c:v>
                </c:pt>
                <c:pt idx="1134">
                  <c:v>0.80901699437494801</c:v>
                </c:pt>
                <c:pt idx="1135">
                  <c:v>0.81915204428899169</c:v>
                </c:pt>
                <c:pt idx="1136">
                  <c:v>0.82903757255504107</c:v>
                </c:pt>
                <c:pt idx="1137">
                  <c:v>0.83867056794542472</c:v>
                </c:pt>
                <c:pt idx="1138">
                  <c:v>0.84804809615642607</c:v>
                </c:pt>
                <c:pt idx="1139">
                  <c:v>0.85716730070211189</c:v>
                </c:pt>
                <c:pt idx="1140">
                  <c:v>0.86602540378443771</c:v>
                </c:pt>
                <c:pt idx="1141">
                  <c:v>0.87461970713939607</c:v>
                </c:pt>
                <c:pt idx="1142">
                  <c:v>0.88294759285892666</c:v>
                </c:pt>
                <c:pt idx="1143">
                  <c:v>0.89100652418836712</c:v>
                </c:pt>
                <c:pt idx="1144">
                  <c:v>0.89879404629916737</c:v>
                </c:pt>
                <c:pt idx="1145">
                  <c:v>0.90630778703664983</c:v>
                </c:pt>
                <c:pt idx="1146">
                  <c:v>0.91354545764260031</c:v>
                </c:pt>
                <c:pt idx="1147">
                  <c:v>0.92050485345244071</c:v>
                </c:pt>
                <c:pt idx="1148">
                  <c:v>0.92718385456678742</c:v>
                </c:pt>
                <c:pt idx="1149">
                  <c:v>0.93358042649720141</c:v>
                </c:pt>
                <c:pt idx="1150">
                  <c:v>0.93969262078590887</c:v>
                </c:pt>
                <c:pt idx="1151">
                  <c:v>0.94551857559931696</c:v>
                </c:pt>
                <c:pt idx="1152">
                  <c:v>0.95105651629515331</c:v>
                </c:pt>
                <c:pt idx="1153">
                  <c:v>0.95630475596303488</c:v>
                </c:pt>
                <c:pt idx="1154">
                  <c:v>0.96126169593831901</c:v>
                </c:pt>
                <c:pt idx="1155">
                  <c:v>0.9659258262890682</c:v>
                </c:pt>
                <c:pt idx="1156">
                  <c:v>0.97029572627599614</c:v>
                </c:pt>
                <c:pt idx="1157">
                  <c:v>0.97437006478523547</c:v>
                </c:pt>
                <c:pt idx="1158">
                  <c:v>0.97814760073380558</c:v>
                </c:pt>
                <c:pt idx="1159">
                  <c:v>0.98162718344766375</c:v>
                </c:pt>
                <c:pt idx="1160">
                  <c:v>0.98480775301220824</c:v>
                </c:pt>
                <c:pt idx="1161">
                  <c:v>0.98768834059513777</c:v>
                </c:pt>
                <c:pt idx="1162">
                  <c:v>0.99026806874157014</c:v>
                </c:pt>
                <c:pt idx="1163">
                  <c:v>0.99254615164132176</c:v>
                </c:pt>
                <c:pt idx="1164">
                  <c:v>0.9945218953682734</c:v>
                </c:pt>
                <c:pt idx="1165">
                  <c:v>0.99619469809174543</c:v>
                </c:pt>
                <c:pt idx="1166">
                  <c:v>0.99756405025982409</c:v>
                </c:pt>
                <c:pt idx="1167">
                  <c:v>0.99862953475457394</c:v>
                </c:pt>
                <c:pt idx="1168">
                  <c:v>0.99939082701909576</c:v>
                </c:pt>
                <c:pt idx="1169">
                  <c:v>0.99984769515639116</c:v>
                </c:pt>
                <c:pt idx="1170">
                  <c:v>1</c:v>
                </c:pt>
                <c:pt idx="1171">
                  <c:v>0.99984769515639127</c:v>
                </c:pt>
                <c:pt idx="1172">
                  <c:v>0.99939082701909576</c:v>
                </c:pt>
                <c:pt idx="1173">
                  <c:v>0.99862953475457383</c:v>
                </c:pt>
                <c:pt idx="1174">
                  <c:v>0.9975640502598242</c:v>
                </c:pt>
                <c:pt idx="1175">
                  <c:v>0.99619469809174566</c:v>
                </c:pt>
                <c:pt idx="1176">
                  <c:v>0.99452189536827351</c:v>
                </c:pt>
                <c:pt idx="1177">
                  <c:v>0.99254615164132198</c:v>
                </c:pt>
                <c:pt idx="1178">
                  <c:v>0.99026806874157036</c:v>
                </c:pt>
                <c:pt idx="1179">
                  <c:v>0.98768834059513799</c:v>
                </c:pt>
                <c:pt idx="1180">
                  <c:v>0.98480775301220791</c:v>
                </c:pt>
                <c:pt idx="1181">
                  <c:v>0.98162718344766398</c:v>
                </c:pt>
                <c:pt idx="1182">
                  <c:v>0.97814760073380591</c:v>
                </c:pt>
                <c:pt idx="1183">
                  <c:v>0.97437006478523502</c:v>
                </c:pt>
                <c:pt idx="1184">
                  <c:v>0.97029572627599647</c:v>
                </c:pt>
                <c:pt idx="1185">
                  <c:v>0.96592582628906853</c:v>
                </c:pt>
                <c:pt idx="1186">
                  <c:v>0.96126169593831845</c:v>
                </c:pt>
                <c:pt idx="1187">
                  <c:v>0.95630475596303544</c:v>
                </c:pt>
                <c:pt idx="1188">
                  <c:v>0.95105651629515386</c:v>
                </c:pt>
                <c:pt idx="1189">
                  <c:v>0.9455185755993174</c:v>
                </c:pt>
                <c:pt idx="1190">
                  <c:v>0.93969262078590821</c:v>
                </c:pt>
                <c:pt idx="1191">
                  <c:v>0.93358042649720197</c:v>
                </c:pt>
                <c:pt idx="1192">
                  <c:v>0.92718385456678798</c:v>
                </c:pt>
                <c:pt idx="1193">
                  <c:v>0.92050485345244004</c:v>
                </c:pt>
                <c:pt idx="1194">
                  <c:v>0.91354545764260098</c:v>
                </c:pt>
                <c:pt idx="1195">
                  <c:v>0.90630778703665049</c:v>
                </c:pt>
                <c:pt idx="1196">
                  <c:v>0.89879404629916648</c:v>
                </c:pt>
                <c:pt idx="1197">
                  <c:v>0.89100652418836779</c:v>
                </c:pt>
                <c:pt idx="1198">
                  <c:v>0.88294759285892743</c:v>
                </c:pt>
                <c:pt idx="1199">
                  <c:v>0.87461970713939685</c:v>
                </c:pt>
                <c:pt idx="1200">
                  <c:v>0.86602540378443849</c:v>
                </c:pt>
                <c:pt idx="1201">
                  <c:v>0.85716730070211267</c:v>
                </c:pt>
                <c:pt idx="1202">
                  <c:v>0.84804809615642696</c:v>
                </c:pt>
                <c:pt idx="1203">
                  <c:v>0.83867056794542372</c:v>
                </c:pt>
                <c:pt idx="1204">
                  <c:v>0.82903757255504196</c:v>
                </c:pt>
                <c:pt idx="1205">
                  <c:v>0.81915204428899269</c:v>
                </c:pt>
                <c:pt idx="1206">
                  <c:v>0.8090169943749469</c:v>
                </c:pt>
                <c:pt idx="1207">
                  <c:v>0.79863551004729294</c:v>
                </c:pt>
                <c:pt idx="1208">
                  <c:v>0.78801075360672268</c:v>
                </c:pt>
                <c:pt idx="1209">
                  <c:v>0.77714596145697012</c:v>
                </c:pt>
                <c:pt idx="1210">
                  <c:v>0.7660444431189779</c:v>
                </c:pt>
                <c:pt idx="1211">
                  <c:v>0.75470958022277257</c:v>
                </c:pt>
                <c:pt idx="1212">
                  <c:v>0.74314482547739558</c:v>
                </c:pt>
                <c:pt idx="1213">
                  <c:v>0.73135370161917013</c:v>
                </c:pt>
                <c:pt idx="1214">
                  <c:v>0.71933980033865152</c:v>
                </c:pt>
                <c:pt idx="1215">
                  <c:v>0.70710678118654868</c:v>
                </c:pt>
                <c:pt idx="1216">
                  <c:v>0.6946583704589967</c:v>
                </c:pt>
                <c:pt idx="1217">
                  <c:v>0.6819983600624987</c:v>
                </c:pt>
                <c:pt idx="1218">
                  <c:v>0.66913060635885924</c:v>
                </c:pt>
                <c:pt idx="1219">
                  <c:v>0.6560590289905065</c:v>
                </c:pt>
                <c:pt idx="1220">
                  <c:v>0.64278760968653936</c:v>
                </c:pt>
                <c:pt idx="1221">
                  <c:v>0.62932039104983828</c:v>
                </c:pt>
                <c:pt idx="1222">
                  <c:v>0.61566147532565718</c:v>
                </c:pt>
                <c:pt idx="1223">
                  <c:v>0.60181502315204805</c:v>
                </c:pt>
                <c:pt idx="1224">
                  <c:v>0.5877852522924738</c:v>
                </c:pt>
                <c:pt idx="1225">
                  <c:v>0.57357643635104771</c:v>
                </c:pt>
                <c:pt idx="1226">
                  <c:v>0.55919290347074635</c:v>
                </c:pt>
                <c:pt idx="1227">
                  <c:v>0.54463903501502753</c:v>
                </c:pt>
                <c:pt idx="1228">
                  <c:v>0.52991926423320634</c:v>
                </c:pt>
                <c:pt idx="1229">
                  <c:v>0.51503807491005349</c:v>
                </c:pt>
                <c:pt idx="1230">
                  <c:v>0.50000000000000022</c:v>
                </c:pt>
                <c:pt idx="1231">
                  <c:v>0.48480962024633817</c:v>
                </c:pt>
                <c:pt idx="1232">
                  <c:v>0.46947156278588975</c:v>
                </c:pt>
                <c:pt idx="1233">
                  <c:v>0.45399049973954675</c:v>
                </c:pt>
                <c:pt idx="1234">
                  <c:v>0.43837114678907835</c:v>
                </c:pt>
                <c:pt idx="1235">
                  <c:v>0.42261826174070138</c:v>
                </c:pt>
                <c:pt idx="1236">
                  <c:v>0.40673664307579988</c:v>
                </c:pt>
                <c:pt idx="1237">
                  <c:v>0.39073112848927444</c:v>
                </c:pt>
                <c:pt idx="1238">
                  <c:v>0.37460659341591374</c:v>
                </c:pt>
                <c:pt idx="1239">
                  <c:v>0.35836794954529966</c:v>
                </c:pt>
                <c:pt idx="1240">
                  <c:v>0.34202014332566916</c:v>
                </c:pt>
                <c:pt idx="1241">
                  <c:v>0.32556815445715814</c:v>
                </c:pt>
                <c:pt idx="1242">
                  <c:v>0.30901699437494656</c:v>
                </c:pt>
                <c:pt idx="1243">
                  <c:v>0.29237170472273688</c:v>
                </c:pt>
                <c:pt idx="1244">
                  <c:v>0.27563735581700038</c:v>
                </c:pt>
                <c:pt idx="1245">
                  <c:v>0.25881904510251957</c:v>
                </c:pt>
                <c:pt idx="1246">
                  <c:v>0.24192189559966759</c:v>
                </c:pt>
                <c:pt idx="1247">
                  <c:v>0.22495105434386592</c:v>
                </c:pt>
                <c:pt idx="1248">
                  <c:v>0.20791169081776131</c:v>
                </c:pt>
                <c:pt idx="1249">
                  <c:v>0.19080899537654439</c:v>
                </c:pt>
                <c:pt idx="1250">
                  <c:v>0.173648177666931</c:v>
                </c:pt>
                <c:pt idx="1251">
                  <c:v>0.15643446504023259</c:v>
                </c:pt>
                <c:pt idx="1252">
                  <c:v>0.13917310096006472</c:v>
                </c:pt>
                <c:pt idx="1253">
                  <c:v>0.12186934340514784</c:v>
                </c:pt>
                <c:pt idx="1254">
                  <c:v>0.10452846326765491</c:v>
                </c:pt>
                <c:pt idx="1255">
                  <c:v>8.7155742747657153E-2</c:v>
                </c:pt>
                <c:pt idx="1256">
                  <c:v>6.9756473744125372E-2</c:v>
                </c:pt>
                <c:pt idx="1257">
                  <c:v>5.233595624294498E-2</c:v>
                </c:pt>
                <c:pt idx="1258">
                  <c:v>3.4899496702499658E-2</c:v>
                </c:pt>
                <c:pt idx="1259">
                  <c:v>1.7452406437283283E-2</c:v>
                </c:pt>
                <c:pt idx="1260">
                  <c:v>8.5760391843603401E-16</c:v>
                </c:pt>
                <c:pt idx="1261">
                  <c:v>-1.7452406437281569E-2</c:v>
                </c:pt>
                <c:pt idx="1262">
                  <c:v>-3.4899496702501497E-2</c:v>
                </c:pt>
                <c:pt idx="1263">
                  <c:v>-5.2335956242943273E-2</c:v>
                </c:pt>
                <c:pt idx="1264">
                  <c:v>-6.9756473744123651E-2</c:v>
                </c:pt>
                <c:pt idx="1265">
                  <c:v>-8.7155742747658985E-2</c:v>
                </c:pt>
                <c:pt idx="1266">
                  <c:v>-0.10452846326765321</c:v>
                </c:pt>
                <c:pt idx="1267">
                  <c:v>-0.12186934340514613</c:v>
                </c:pt>
                <c:pt idx="1268">
                  <c:v>-0.13917310096006655</c:v>
                </c:pt>
                <c:pt idx="1269">
                  <c:v>-0.1564344650402309</c:v>
                </c:pt>
                <c:pt idx="1270">
                  <c:v>-0.1736481776669293</c:v>
                </c:pt>
                <c:pt idx="1271">
                  <c:v>-0.19080899537654269</c:v>
                </c:pt>
                <c:pt idx="1272">
                  <c:v>-0.20791169081775965</c:v>
                </c:pt>
                <c:pt idx="1273">
                  <c:v>-0.22495105434386425</c:v>
                </c:pt>
                <c:pt idx="1274">
                  <c:v>-0.24192189559966593</c:v>
                </c:pt>
                <c:pt idx="1275">
                  <c:v>-0.25881904510252135</c:v>
                </c:pt>
                <c:pt idx="1276">
                  <c:v>-0.27563735581699872</c:v>
                </c:pt>
                <c:pt idx="1277">
                  <c:v>-0.29237170472273522</c:v>
                </c:pt>
                <c:pt idx="1278">
                  <c:v>-0.30901699437494828</c:v>
                </c:pt>
                <c:pt idx="1279">
                  <c:v>-0.32556815445715648</c:v>
                </c:pt>
                <c:pt idx="1280">
                  <c:v>-0.34202014332566755</c:v>
                </c:pt>
                <c:pt idx="1281">
                  <c:v>-0.35836794954530138</c:v>
                </c:pt>
                <c:pt idx="1282">
                  <c:v>-0.37460659341591213</c:v>
                </c:pt>
                <c:pt idx="1283">
                  <c:v>-0.39073112848927288</c:v>
                </c:pt>
                <c:pt idx="1284">
                  <c:v>-0.40673664307579832</c:v>
                </c:pt>
                <c:pt idx="1285">
                  <c:v>-0.42261826174069983</c:v>
                </c:pt>
                <c:pt idx="1286">
                  <c:v>-0.43837114678907679</c:v>
                </c:pt>
                <c:pt idx="1287">
                  <c:v>-0.45399049973954519</c:v>
                </c:pt>
                <c:pt idx="1288">
                  <c:v>-0.46947156278589142</c:v>
                </c:pt>
                <c:pt idx="1289">
                  <c:v>-0.48480962024633667</c:v>
                </c:pt>
                <c:pt idx="1290">
                  <c:v>-0.49999999999999872</c:v>
                </c:pt>
                <c:pt idx="1291">
                  <c:v>-0.51503807491005504</c:v>
                </c:pt>
                <c:pt idx="1292">
                  <c:v>-0.5299192642332049</c:v>
                </c:pt>
                <c:pt idx="1293">
                  <c:v>-0.54463903501502609</c:v>
                </c:pt>
                <c:pt idx="1294">
                  <c:v>-0.5591929034707479</c:v>
                </c:pt>
                <c:pt idx="1295">
                  <c:v>-0.57357643635104627</c:v>
                </c:pt>
                <c:pt idx="1296">
                  <c:v>-0.58778525229247247</c:v>
                </c:pt>
                <c:pt idx="1297">
                  <c:v>-0.60181502315204671</c:v>
                </c:pt>
                <c:pt idx="1298">
                  <c:v>-0.61566147532565862</c:v>
                </c:pt>
                <c:pt idx="1299">
                  <c:v>-0.62932039104983695</c:v>
                </c:pt>
                <c:pt idx="1300">
                  <c:v>-0.64278760968653803</c:v>
                </c:pt>
                <c:pt idx="1301">
                  <c:v>-0.65605902899050783</c:v>
                </c:pt>
                <c:pt idx="1302">
                  <c:v>-0.66913060635885802</c:v>
                </c:pt>
                <c:pt idx="1303">
                  <c:v>-0.68199836006249748</c:v>
                </c:pt>
                <c:pt idx="1304">
                  <c:v>-0.69465837045899803</c:v>
                </c:pt>
                <c:pt idx="1305">
                  <c:v>-0.70710678118654757</c:v>
                </c:pt>
                <c:pt idx="1306">
                  <c:v>-0.71933980033865041</c:v>
                </c:pt>
                <c:pt idx="1307">
                  <c:v>-0.73135370161917146</c:v>
                </c:pt>
                <c:pt idx="1308">
                  <c:v>-0.74314482547739447</c:v>
                </c:pt>
                <c:pt idx="1309">
                  <c:v>-0.75470958022277146</c:v>
                </c:pt>
                <c:pt idx="1310">
                  <c:v>-0.76604444311897679</c:v>
                </c:pt>
                <c:pt idx="1311">
                  <c:v>-0.77714596145697123</c:v>
                </c:pt>
                <c:pt idx="1312">
                  <c:v>-0.78801075360672168</c:v>
                </c:pt>
                <c:pt idx="1313">
                  <c:v>-0.79863551004729194</c:v>
                </c:pt>
                <c:pt idx="1314">
                  <c:v>-0.8090169943749479</c:v>
                </c:pt>
                <c:pt idx="1315">
                  <c:v>-0.81915204428899169</c:v>
                </c:pt>
                <c:pt idx="1316">
                  <c:v>-0.82903757255504096</c:v>
                </c:pt>
                <c:pt idx="1317">
                  <c:v>-0.83867056794542472</c:v>
                </c:pt>
                <c:pt idx="1318">
                  <c:v>-0.84804809615642607</c:v>
                </c:pt>
                <c:pt idx="1319">
                  <c:v>-0.85716730070211178</c:v>
                </c:pt>
                <c:pt idx="1320">
                  <c:v>-0.8660254037844376</c:v>
                </c:pt>
                <c:pt idx="1321">
                  <c:v>-0.87461970713939596</c:v>
                </c:pt>
                <c:pt idx="1322">
                  <c:v>-0.88294759285892666</c:v>
                </c:pt>
                <c:pt idx="1323">
                  <c:v>-0.89100652418836701</c:v>
                </c:pt>
                <c:pt idx="1324">
                  <c:v>-0.89879404629916726</c:v>
                </c:pt>
                <c:pt idx="1325">
                  <c:v>-0.90630778703664983</c:v>
                </c:pt>
                <c:pt idx="1326">
                  <c:v>-0.91354545764260031</c:v>
                </c:pt>
                <c:pt idx="1327">
                  <c:v>-0.92050485345244071</c:v>
                </c:pt>
                <c:pt idx="1328">
                  <c:v>-0.92718385456678731</c:v>
                </c:pt>
                <c:pt idx="1329">
                  <c:v>-0.9335804264972013</c:v>
                </c:pt>
                <c:pt idx="1330">
                  <c:v>-0.93969262078590887</c:v>
                </c:pt>
                <c:pt idx="1331">
                  <c:v>-0.94551857559931685</c:v>
                </c:pt>
                <c:pt idx="1332">
                  <c:v>-0.95105651629515331</c:v>
                </c:pt>
                <c:pt idx="1333">
                  <c:v>-0.95630475596303488</c:v>
                </c:pt>
                <c:pt idx="1334">
                  <c:v>-0.96126169593831901</c:v>
                </c:pt>
                <c:pt idx="1335">
                  <c:v>-0.96592582628906809</c:v>
                </c:pt>
                <c:pt idx="1336">
                  <c:v>-0.97029572627599603</c:v>
                </c:pt>
                <c:pt idx="1337">
                  <c:v>-0.97437006478523536</c:v>
                </c:pt>
                <c:pt idx="1338">
                  <c:v>-0.97814760073380558</c:v>
                </c:pt>
                <c:pt idx="1339">
                  <c:v>-0.98162718344766364</c:v>
                </c:pt>
                <c:pt idx="1340">
                  <c:v>-0.98480775301220824</c:v>
                </c:pt>
                <c:pt idx="1341">
                  <c:v>-0.98768834059513777</c:v>
                </c:pt>
                <c:pt idx="1342">
                  <c:v>-0.99026806874157014</c:v>
                </c:pt>
                <c:pt idx="1343">
                  <c:v>-0.99254615164132221</c:v>
                </c:pt>
                <c:pt idx="1344">
                  <c:v>-0.9945218953682734</c:v>
                </c:pt>
                <c:pt idx="1345">
                  <c:v>-0.99619469809174543</c:v>
                </c:pt>
                <c:pt idx="1346">
                  <c:v>-0.99756405025982409</c:v>
                </c:pt>
                <c:pt idx="1347">
                  <c:v>-0.99862953475457394</c:v>
                </c:pt>
                <c:pt idx="1348">
                  <c:v>-0.99939082701909576</c:v>
                </c:pt>
                <c:pt idx="1349">
                  <c:v>-0.99984769515639116</c:v>
                </c:pt>
                <c:pt idx="1350">
                  <c:v>-1</c:v>
                </c:pt>
                <c:pt idx="1351">
                  <c:v>-0.99984769515639127</c:v>
                </c:pt>
                <c:pt idx="1352">
                  <c:v>-0.99939082701909576</c:v>
                </c:pt>
                <c:pt idx="1353">
                  <c:v>-0.99862953475457383</c:v>
                </c:pt>
                <c:pt idx="1354">
                  <c:v>-0.9975640502598242</c:v>
                </c:pt>
                <c:pt idx="1355">
                  <c:v>-0.99619469809174566</c:v>
                </c:pt>
                <c:pt idx="1356">
                  <c:v>-0.99452189536827351</c:v>
                </c:pt>
                <c:pt idx="1357">
                  <c:v>-0.99254615164132198</c:v>
                </c:pt>
                <c:pt idx="1358">
                  <c:v>-0.99026806874157036</c:v>
                </c:pt>
                <c:pt idx="1359">
                  <c:v>-0.98768834059513799</c:v>
                </c:pt>
                <c:pt idx="1360">
                  <c:v>-0.98480775301220791</c:v>
                </c:pt>
                <c:pt idx="1361">
                  <c:v>-0.98162718344766409</c:v>
                </c:pt>
                <c:pt idx="1362">
                  <c:v>-0.97814760073380591</c:v>
                </c:pt>
                <c:pt idx="1363">
                  <c:v>-0.97437006478523502</c:v>
                </c:pt>
                <c:pt idx="1364">
                  <c:v>-0.97029572627599647</c:v>
                </c:pt>
                <c:pt idx="1365">
                  <c:v>-0.96592582628906865</c:v>
                </c:pt>
                <c:pt idx="1366">
                  <c:v>-0.96126169593831856</c:v>
                </c:pt>
                <c:pt idx="1367">
                  <c:v>-0.95630475596303544</c:v>
                </c:pt>
                <c:pt idx="1368">
                  <c:v>-0.95105651629515386</c:v>
                </c:pt>
                <c:pt idx="1369">
                  <c:v>-0.94551857559931751</c:v>
                </c:pt>
                <c:pt idx="1370">
                  <c:v>-0.93969262078590821</c:v>
                </c:pt>
                <c:pt idx="1371">
                  <c:v>-0.93358042649720197</c:v>
                </c:pt>
                <c:pt idx="1372">
                  <c:v>-0.92718385456678809</c:v>
                </c:pt>
                <c:pt idx="1373">
                  <c:v>-0.92050485345244004</c:v>
                </c:pt>
                <c:pt idx="1374">
                  <c:v>-0.91354545764260109</c:v>
                </c:pt>
                <c:pt idx="1375">
                  <c:v>-0.9063077870366506</c:v>
                </c:pt>
                <c:pt idx="1376">
                  <c:v>-0.89879404629916659</c:v>
                </c:pt>
                <c:pt idx="1377">
                  <c:v>-0.8910065241883679</c:v>
                </c:pt>
                <c:pt idx="1378">
                  <c:v>-0.88294759285892743</c:v>
                </c:pt>
                <c:pt idx="1379">
                  <c:v>-0.87461970713939519</c:v>
                </c:pt>
                <c:pt idx="1380">
                  <c:v>-0.86602540378443849</c:v>
                </c:pt>
                <c:pt idx="1381">
                  <c:v>-0.85716730070211267</c:v>
                </c:pt>
                <c:pt idx="1382">
                  <c:v>-0.84804809615642696</c:v>
                </c:pt>
                <c:pt idx="1383">
                  <c:v>-0.83867056794542372</c:v>
                </c:pt>
                <c:pt idx="1384">
                  <c:v>-0.82903757255504196</c:v>
                </c:pt>
                <c:pt idx="1385">
                  <c:v>-0.81915204428899269</c:v>
                </c:pt>
                <c:pt idx="1386">
                  <c:v>-0.8090169943749469</c:v>
                </c:pt>
                <c:pt idx="1387">
                  <c:v>-0.79863551004729305</c:v>
                </c:pt>
                <c:pt idx="1388">
                  <c:v>-0.78801075360672279</c:v>
                </c:pt>
                <c:pt idx="1389">
                  <c:v>-0.77714596145697012</c:v>
                </c:pt>
                <c:pt idx="1390">
                  <c:v>-0.76604444311897801</c:v>
                </c:pt>
                <c:pt idx="1391">
                  <c:v>-0.75470958022277268</c:v>
                </c:pt>
                <c:pt idx="1392">
                  <c:v>-0.74314482547739569</c:v>
                </c:pt>
                <c:pt idx="1393">
                  <c:v>-0.73135370161917024</c:v>
                </c:pt>
                <c:pt idx="1394">
                  <c:v>-0.71933980033865164</c:v>
                </c:pt>
                <c:pt idx="1395">
                  <c:v>-0.70710678118654879</c:v>
                </c:pt>
                <c:pt idx="1396">
                  <c:v>-0.69465837045899681</c:v>
                </c:pt>
                <c:pt idx="1397">
                  <c:v>-0.68199836006249881</c:v>
                </c:pt>
                <c:pt idx="1398">
                  <c:v>-0.66913060635885935</c:v>
                </c:pt>
                <c:pt idx="1399">
                  <c:v>-0.65605902899050661</c:v>
                </c:pt>
                <c:pt idx="1400">
                  <c:v>-0.64278760968653947</c:v>
                </c:pt>
                <c:pt idx="1401">
                  <c:v>-0.62932039104983839</c:v>
                </c:pt>
                <c:pt idx="1402">
                  <c:v>-0.61566147532565729</c:v>
                </c:pt>
                <c:pt idx="1403">
                  <c:v>-0.60181502315204816</c:v>
                </c:pt>
                <c:pt idx="1404">
                  <c:v>-0.58778525229247391</c:v>
                </c:pt>
                <c:pt idx="1405">
                  <c:v>-0.57357643635104771</c:v>
                </c:pt>
                <c:pt idx="1406">
                  <c:v>-0.55919290347074646</c:v>
                </c:pt>
                <c:pt idx="1407">
                  <c:v>-0.54463903501502764</c:v>
                </c:pt>
                <c:pt idx="1408">
                  <c:v>-0.52991926423320646</c:v>
                </c:pt>
                <c:pt idx="1409">
                  <c:v>-0.5150380749100536</c:v>
                </c:pt>
                <c:pt idx="1410">
                  <c:v>-0.50000000000000033</c:v>
                </c:pt>
                <c:pt idx="1411">
                  <c:v>-0.48480962024633828</c:v>
                </c:pt>
                <c:pt idx="1412">
                  <c:v>-0.46947156278588986</c:v>
                </c:pt>
                <c:pt idx="1413">
                  <c:v>-0.45399049973954686</c:v>
                </c:pt>
                <c:pt idx="1414">
                  <c:v>-0.43837114678907846</c:v>
                </c:pt>
                <c:pt idx="1415">
                  <c:v>-0.42261826174069828</c:v>
                </c:pt>
                <c:pt idx="1416">
                  <c:v>-0.40673664307579999</c:v>
                </c:pt>
                <c:pt idx="1417">
                  <c:v>-0.39073112848927455</c:v>
                </c:pt>
                <c:pt idx="1418">
                  <c:v>-0.37460659341591385</c:v>
                </c:pt>
                <c:pt idx="1419">
                  <c:v>-0.35836794954529977</c:v>
                </c:pt>
                <c:pt idx="1420">
                  <c:v>-0.34202014332566927</c:v>
                </c:pt>
                <c:pt idx="1421">
                  <c:v>-0.32556815445715825</c:v>
                </c:pt>
                <c:pt idx="1422">
                  <c:v>-0.30901699437494667</c:v>
                </c:pt>
                <c:pt idx="1423">
                  <c:v>-0.29237170472273699</c:v>
                </c:pt>
                <c:pt idx="1424">
                  <c:v>-0.2756373558170005</c:v>
                </c:pt>
                <c:pt idx="1425">
                  <c:v>-0.25881904510251968</c:v>
                </c:pt>
                <c:pt idx="1426">
                  <c:v>-0.2419218955996677</c:v>
                </c:pt>
                <c:pt idx="1427">
                  <c:v>-0.22495105434386603</c:v>
                </c:pt>
                <c:pt idx="1428">
                  <c:v>-0.20791169081776145</c:v>
                </c:pt>
                <c:pt idx="1429">
                  <c:v>-0.1908089953765445</c:v>
                </c:pt>
                <c:pt idx="1430">
                  <c:v>-0.17364817766693111</c:v>
                </c:pt>
                <c:pt idx="1431">
                  <c:v>-0.1564344650402327</c:v>
                </c:pt>
                <c:pt idx="1432">
                  <c:v>-0.13917310096006485</c:v>
                </c:pt>
                <c:pt idx="1433">
                  <c:v>-0.12186934340514796</c:v>
                </c:pt>
                <c:pt idx="1434">
                  <c:v>-0.10452846326765503</c:v>
                </c:pt>
                <c:pt idx="1435">
                  <c:v>-8.7155742747657278E-2</c:v>
                </c:pt>
                <c:pt idx="1436">
                  <c:v>-6.9756473744125483E-2</c:v>
                </c:pt>
                <c:pt idx="1437">
                  <c:v>-5.2335956242945104E-2</c:v>
                </c:pt>
                <c:pt idx="1438">
                  <c:v>-3.4899496702499783E-2</c:v>
                </c:pt>
                <c:pt idx="1439">
                  <c:v>-1.7452406437283408E-2</c:v>
                </c:pt>
                <c:pt idx="1440">
                  <c:v>-9.8011876392689601E-16</c:v>
                </c:pt>
                <c:pt idx="1441">
                  <c:v>1.7452406437281447E-2</c:v>
                </c:pt>
                <c:pt idx="1442">
                  <c:v>3.4899496702501372E-2</c:v>
                </c:pt>
                <c:pt idx="1443">
                  <c:v>5.2335956242943148E-2</c:v>
                </c:pt>
                <c:pt idx="1444">
                  <c:v>6.9756473744123526E-2</c:v>
                </c:pt>
                <c:pt idx="1445">
                  <c:v>8.715574274765886E-2</c:v>
                </c:pt>
                <c:pt idx="1446">
                  <c:v>0.10452846326765308</c:v>
                </c:pt>
                <c:pt idx="1447">
                  <c:v>0.12186934340514602</c:v>
                </c:pt>
                <c:pt idx="1448">
                  <c:v>0.13917310096006641</c:v>
                </c:pt>
                <c:pt idx="1449">
                  <c:v>0.15643446504023079</c:v>
                </c:pt>
                <c:pt idx="1450">
                  <c:v>0.17364817766692919</c:v>
                </c:pt>
                <c:pt idx="1451">
                  <c:v>0.19080899537654608</c:v>
                </c:pt>
                <c:pt idx="1452">
                  <c:v>0.20791169081775954</c:v>
                </c:pt>
                <c:pt idx="1453">
                  <c:v>0.22495105434386414</c:v>
                </c:pt>
                <c:pt idx="1454">
                  <c:v>0.24192189559966581</c:v>
                </c:pt>
                <c:pt idx="1455">
                  <c:v>0.25881904510252124</c:v>
                </c:pt>
                <c:pt idx="1456">
                  <c:v>0.27563735581699861</c:v>
                </c:pt>
                <c:pt idx="1457">
                  <c:v>0.2923717047227351</c:v>
                </c:pt>
                <c:pt idx="1458">
                  <c:v>0.30901699437494817</c:v>
                </c:pt>
                <c:pt idx="1459">
                  <c:v>0.32556815445715637</c:v>
                </c:pt>
                <c:pt idx="1460">
                  <c:v>0.34202014332566744</c:v>
                </c:pt>
                <c:pt idx="1461">
                  <c:v>0.35836794954530127</c:v>
                </c:pt>
                <c:pt idx="1462">
                  <c:v>0.37460659341591201</c:v>
                </c:pt>
              </c:numCache>
            </c:numRef>
          </c:yVal>
          <c:smooth val="0"/>
          <c:extLst>
            <c:ext xmlns:c16="http://schemas.microsoft.com/office/drawing/2014/chart" uri="{C3380CC4-5D6E-409C-BE32-E72D297353CC}">
              <c16:uniqueId val="{00000000-5E9E-4A0D-8F30-FBD37F717E6C}"/>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6049957444007153E-3"/>
          <c:y val="7.0692349779063399E-2"/>
          <c:w val="0.93888888888888888"/>
          <c:h val="0.89814814814814814"/>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F9F0-42CA-877D-8464B654C071}"/>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176705513762871E-2"/>
          <c:y val="0"/>
          <c:w val="0.88352091796574828"/>
          <c:h val="0.94076207825161851"/>
        </c:manualLayout>
      </c:layout>
      <c:scatterChart>
        <c:scatterStyle val="lineMarker"/>
        <c:varyColors val="0"/>
        <c:ser>
          <c:idx val="0"/>
          <c:order val="0"/>
          <c:spPr>
            <a:ln w="19050" cap="rnd">
              <a:solidFill>
                <a:schemeClr val="tx1"/>
              </a:solidFill>
              <a:round/>
            </a:ln>
            <a:effectLst/>
          </c:spPr>
          <c:marker>
            <c:symbol val="none"/>
          </c:marker>
          <c:xVal>
            <c:numRef>
              <c:f>Sheet2!$A$2:$A$1464</c:f>
              <c:numCache>
                <c:formatCode>General</c:formatCode>
                <c:ptCount val="146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numCache>
            </c:numRef>
          </c:xVal>
          <c:yVal>
            <c:numRef>
              <c:f>Sheet2!$B$2:$B$1464</c:f>
              <c:numCache>
                <c:formatCode>General</c:formatCode>
                <c:ptCount val="1463"/>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pt idx="721">
                  <c:v>1.7452406437283713E-2</c:v>
                </c:pt>
                <c:pt idx="722">
                  <c:v>3.4899496702500088E-2</c:v>
                </c:pt>
                <c:pt idx="723">
                  <c:v>5.233595624294364E-2</c:v>
                </c:pt>
                <c:pt idx="724">
                  <c:v>6.9756473744125788E-2</c:v>
                </c:pt>
                <c:pt idx="725">
                  <c:v>8.7155742747657583E-2</c:v>
                </c:pt>
                <c:pt idx="726">
                  <c:v>0.10452846326765357</c:v>
                </c:pt>
                <c:pt idx="727">
                  <c:v>0.1218693434051465</c:v>
                </c:pt>
                <c:pt idx="728">
                  <c:v>0.13917310096006516</c:v>
                </c:pt>
                <c:pt idx="729">
                  <c:v>0.15643446504023126</c:v>
                </c:pt>
                <c:pt idx="730">
                  <c:v>0.17364817766692967</c:v>
                </c:pt>
                <c:pt idx="731">
                  <c:v>0.1908089953765448</c:v>
                </c:pt>
                <c:pt idx="732">
                  <c:v>0.20791169081775826</c:v>
                </c:pt>
                <c:pt idx="733">
                  <c:v>0.22495105434386461</c:v>
                </c:pt>
                <c:pt idx="734">
                  <c:v>0.24192189559966801</c:v>
                </c:pt>
                <c:pt idx="735">
                  <c:v>0.25881904510252002</c:v>
                </c:pt>
                <c:pt idx="736">
                  <c:v>0.27563735581699911</c:v>
                </c:pt>
                <c:pt idx="737">
                  <c:v>0.29237170472273727</c:v>
                </c:pt>
                <c:pt idx="738">
                  <c:v>0.30901699437494695</c:v>
                </c:pt>
                <c:pt idx="739">
                  <c:v>0.32556815445715687</c:v>
                </c:pt>
                <c:pt idx="740">
                  <c:v>0.34202014332566788</c:v>
                </c:pt>
                <c:pt idx="741">
                  <c:v>0.3583679495453001</c:v>
                </c:pt>
                <c:pt idx="742">
                  <c:v>0.37460659341591246</c:v>
                </c:pt>
                <c:pt idx="743">
                  <c:v>0.39073112848927322</c:v>
                </c:pt>
                <c:pt idx="744">
                  <c:v>0.40673664307580026</c:v>
                </c:pt>
                <c:pt idx="745">
                  <c:v>0.42261826174069855</c:v>
                </c:pt>
                <c:pt idx="746">
                  <c:v>0.43837114678907713</c:v>
                </c:pt>
                <c:pt idx="747">
                  <c:v>0.45399049973954714</c:v>
                </c:pt>
                <c:pt idx="748">
                  <c:v>0.46947156278589014</c:v>
                </c:pt>
                <c:pt idx="749">
                  <c:v>0.484809620246337</c:v>
                </c:pt>
                <c:pt idx="750">
                  <c:v>0.49999999999999906</c:v>
                </c:pt>
                <c:pt idx="751">
                  <c:v>0.51503807491005382</c:v>
                </c:pt>
                <c:pt idx="752">
                  <c:v>0.52991926423320523</c:v>
                </c:pt>
                <c:pt idx="753">
                  <c:v>0.54463903501502642</c:v>
                </c:pt>
                <c:pt idx="754">
                  <c:v>0.55919290347074668</c:v>
                </c:pt>
                <c:pt idx="755">
                  <c:v>0.5735764363510466</c:v>
                </c:pt>
                <c:pt idx="756">
                  <c:v>0.58778525229247269</c:v>
                </c:pt>
                <c:pt idx="757">
                  <c:v>0.60181502315204838</c:v>
                </c:pt>
                <c:pt idx="758">
                  <c:v>0.61566147532565751</c:v>
                </c:pt>
                <c:pt idx="759">
                  <c:v>0.62932039104983728</c:v>
                </c:pt>
                <c:pt idx="760">
                  <c:v>0.6427876096865397</c:v>
                </c:pt>
                <c:pt idx="761">
                  <c:v>0.65605902899050683</c:v>
                </c:pt>
                <c:pt idx="762">
                  <c:v>0.66913060635885824</c:v>
                </c:pt>
                <c:pt idx="763">
                  <c:v>0.68199836006249781</c:v>
                </c:pt>
                <c:pt idx="764">
                  <c:v>0.69465837045899703</c:v>
                </c:pt>
                <c:pt idx="765">
                  <c:v>0.70710678118654779</c:v>
                </c:pt>
                <c:pt idx="766">
                  <c:v>0.71933980033865064</c:v>
                </c:pt>
                <c:pt idx="767">
                  <c:v>0.73135370161917046</c:v>
                </c:pt>
                <c:pt idx="768">
                  <c:v>0.74314482547739469</c:v>
                </c:pt>
                <c:pt idx="769">
                  <c:v>0.75470958022277168</c:v>
                </c:pt>
                <c:pt idx="770">
                  <c:v>0.76604444311897824</c:v>
                </c:pt>
                <c:pt idx="771">
                  <c:v>0.77714596145697035</c:v>
                </c:pt>
                <c:pt idx="772">
                  <c:v>0.7880107536067219</c:v>
                </c:pt>
                <c:pt idx="773">
                  <c:v>0.79863551004729316</c:v>
                </c:pt>
                <c:pt idx="774">
                  <c:v>0.80901699437494712</c:v>
                </c:pt>
                <c:pt idx="775">
                  <c:v>0.81915204428899191</c:v>
                </c:pt>
                <c:pt idx="776">
                  <c:v>0.82903757255504118</c:v>
                </c:pt>
                <c:pt idx="777">
                  <c:v>0.83867056794542394</c:v>
                </c:pt>
                <c:pt idx="778">
                  <c:v>0.84804809615642618</c:v>
                </c:pt>
                <c:pt idx="779">
                  <c:v>0.857167300702112</c:v>
                </c:pt>
                <c:pt idx="780">
                  <c:v>0.86602540378443871</c:v>
                </c:pt>
                <c:pt idx="781">
                  <c:v>0.8746197071393953</c:v>
                </c:pt>
                <c:pt idx="782">
                  <c:v>0.88294759285892677</c:v>
                </c:pt>
                <c:pt idx="783">
                  <c:v>0.89100652418836801</c:v>
                </c:pt>
                <c:pt idx="784">
                  <c:v>0.8987940462991667</c:v>
                </c:pt>
                <c:pt idx="785">
                  <c:v>0.90630778703664994</c:v>
                </c:pt>
                <c:pt idx="786">
                  <c:v>0.9135454576426012</c:v>
                </c:pt>
                <c:pt idx="787">
                  <c:v>0.92050485345244015</c:v>
                </c:pt>
                <c:pt idx="788">
                  <c:v>0.92718385456678754</c:v>
                </c:pt>
                <c:pt idx="789">
                  <c:v>0.93358042649720141</c:v>
                </c:pt>
                <c:pt idx="790">
                  <c:v>0.93969262078590832</c:v>
                </c:pt>
                <c:pt idx="791">
                  <c:v>0.94551857559931696</c:v>
                </c:pt>
                <c:pt idx="792">
                  <c:v>0.95105651629515342</c:v>
                </c:pt>
                <c:pt idx="793">
                  <c:v>0.95630475596303555</c:v>
                </c:pt>
                <c:pt idx="794">
                  <c:v>0.96126169593831856</c:v>
                </c:pt>
                <c:pt idx="795">
                  <c:v>0.9659258262890682</c:v>
                </c:pt>
                <c:pt idx="796">
                  <c:v>0.97029572627599658</c:v>
                </c:pt>
                <c:pt idx="797">
                  <c:v>0.97437006478523513</c:v>
                </c:pt>
                <c:pt idx="798">
                  <c:v>0.97814760073380569</c:v>
                </c:pt>
                <c:pt idx="799">
                  <c:v>0.98162718344766375</c:v>
                </c:pt>
                <c:pt idx="800">
                  <c:v>0.98480775301220802</c:v>
                </c:pt>
                <c:pt idx="801">
                  <c:v>0.98768834059513777</c:v>
                </c:pt>
                <c:pt idx="802">
                  <c:v>0.99026806874157025</c:v>
                </c:pt>
                <c:pt idx="803">
                  <c:v>0.99254615164132198</c:v>
                </c:pt>
                <c:pt idx="804">
                  <c:v>0.9945218953682734</c:v>
                </c:pt>
                <c:pt idx="805">
                  <c:v>0.99619469809174555</c:v>
                </c:pt>
                <c:pt idx="806">
                  <c:v>0.99756405025982431</c:v>
                </c:pt>
                <c:pt idx="807">
                  <c:v>0.99862953475457383</c:v>
                </c:pt>
                <c:pt idx="808">
                  <c:v>0.99939082701909576</c:v>
                </c:pt>
                <c:pt idx="809">
                  <c:v>0.99984769515639127</c:v>
                </c:pt>
                <c:pt idx="810">
                  <c:v>1</c:v>
                </c:pt>
                <c:pt idx="811">
                  <c:v>0.99984769515639127</c:v>
                </c:pt>
                <c:pt idx="812">
                  <c:v>0.99939082701909576</c:v>
                </c:pt>
                <c:pt idx="813">
                  <c:v>0.99862953475457383</c:v>
                </c:pt>
                <c:pt idx="814">
                  <c:v>0.9975640502598242</c:v>
                </c:pt>
                <c:pt idx="815">
                  <c:v>0.99619469809174555</c:v>
                </c:pt>
                <c:pt idx="816">
                  <c:v>0.99452189536827329</c:v>
                </c:pt>
                <c:pt idx="817">
                  <c:v>0.99254615164132221</c:v>
                </c:pt>
                <c:pt idx="818">
                  <c:v>0.99026806874157036</c:v>
                </c:pt>
                <c:pt idx="819">
                  <c:v>0.98768834059513766</c:v>
                </c:pt>
                <c:pt idx="820">
                  <c:v>0.98480775301220824</c:v>
                </c:pt>
                <c:pt idx="821">
                  <c:v>0.98162718344766398</c:v>
                </c:pt>
                <c:pt idx="822">
                  <c:v>0.97814760073380547</c:v>
                </c:pt>
                <c:pt idx="823">
                  <c:v>0.97437006478523536</c:v>
                </c:pt>
                <c:pt idx="824">
                  <c:v>0.97029572627599636</c:v>
                </c:pt>
                <c:pt idx="825">
                  <c:v>0.96592582628906853</c:v>
                </c:pt>
                <c:pt idx="826">
                  <c:v>0.96126169593831889</c:v>
                </c:pt>
                <c:pt idx="827">
                  <c:v>0.95630475596303532</c:v>
                </c:pt>
                <c:pt idx="828">
                  <c:v>0.95105651629515375</c:v>
                </c:pt>
                <c:pt idx="829">
                  <c:v>0.94551857559931674</c:v>
                </c:pt>
                <c:pt idx="830">
                  <c:v>0.93969262078590876</c:v>
                </c:pt>
                <c:pt idx="831">
                  <c:v>0.93358042649720185</c:v>
                </c:pt>
                <c:pt idx="832">
                  <c:v>0.9271838545667872</c:v>
                </c:pt>
                <c:pt idx="833">
                  <c:v>0.9205048534524406</c:v>
                </c:pt>
                <c:pt idx="834">
                  <c:v>0.91354545764260087</c:v>
                </c:pt>
                <c:pt idx="835">
                  <c:v>0.90630778703665038</c:v>
                </c:pt>
                <c:pt idx="836">
                  <c:v>0.89879404629916715</c:v>
                </c:pt>
                <c:pt idx="837">
                  <c:v>0.89100652418836768</c:v>
                </c:pt>
                <c:pt idx="838">
                  <c:v>0.88294759285892732</c:v>
                </c:pt>
                <c:pt idx="839">
                  <c:v>0.87461970713939585</c:v>
                </c:pt>
                <c:pt idx="840">
                  <c:v>0.86602540378443837</c:v>
                </c:pt>
                <c:pt idx="841">
                  <c:v>0.85716730070211256</c:v>
                </c:pt>
                <c:pt idx="842">
                  <c:v>0.84804809615642585</c:v>
                </c:pt>
                <c:pt idx="843">
                  <c:v>0.83867056794542449</c:v>
                </c:pt>
                <c:pt idx="844">
                  <c:v>0.82903757255504185</c:v>
                </c:pt>
                <c:pt idx="845">
                  <c:v>0.81915204428899147</c:v>
                </c:pt>
                <c:pt idx="846">
                  <c:v>0.80901699437494778</c:v>
                </c:pt>
                <c:pt idx="847">
                  <c:v>0.79863551004729283</c:v>
                </c:pt>
                <c:pt idx="848">
                  <c:v>0.78801075360672257</c:v>
                </c:pt>
                <c:pt idx="849">
                  <c:v>0.77714596145697101</c:v>
                </c:pt>
                <c:pt idx="850">
                  <c:v>0.76604444311897779</c:v>
                </c:pt>
                <c:pt idx="851">
                  <c:v>0.75470958022277246</c:v>
                </c:pt>
                <c:pt idx="852">
                  <c:v>0.74314482547739424</c:v>
                </c:pt>
                <c:pt idx="853">
                  <c:v>0.73135370161917124</c:v>
                </c:pt>
                <c:pt idx="854">
                  <c:v>0.71933980033865141</c:v>
                </c:pt>
                <c:pt idx="855">
                  <c:v>0.70710678118654735</c:v>
                </c:pt>
                <c:pt idx="856">
                  <c:v>0.69465837045899781</c:v>
                </c:pt>
                <c:pt idx="857">
                  <c:v>0.68199836006249859</c:v>
                </c:pt>
                <c:pt idx="858">
                  <c:v>0.66913060635885779</c:v>
                </c:pt>
                <c:pt idx="859">
                  <c:v>0.65605902899050761</c:v>
                </c:pt>
                <c:pt idx="860">
                  <c:v>0.64278760968653914</c:v>
                </c:pt>
                <c:pt idx="861">
                  <c:v>0.62932039104983817</c:v>
                </c:pt>
                <c:pt idx="862">
                  <c:v>0.6156614753256584</c:v>
                </c:pt>
                <c:pt idx="863">
                  <c:v>0.60181502315204793</c:v>
                </c:pt>
                <c:pt idx="864">
                  <c:v>0.58778525229247358</c:v>
                </c:pt>
                <c:pt idx="865">
                  <c:v>0.57357643635104605</c:v>
                </c:pt>
                <c:pt idx="866">
                  <c:v>0.55919290347074768</c:v>
                </c:pt>
                <c:pt idx="867">
                  <c:v>0.54463903501502731</c:v>
                </c:pt>
                <c:pt idx="868">
                  <c:v>0.52991926423320457</c:v>
                </c:pt>
                <c:pt idx="869">
                  <c:v>0.51503807491005482</c:v>
                </c:pt>
                <c:pt idx="870">
                  <c:v>0.5</c:v>
                </c:pt>
                <c:pt idx="871">
                  <c:v>0.484809620246338</c:v>
                </c:pt>
                <c:pt idx="872">
                  <c:v>0.46947156278589114</c:v>
                </c:pt>
                <c:pt idx="873">
                  <c:v>0.45399049973954653</c:v>
                </c:pt>
                <c:pt idx="874">
                  <c:v>0.43837114678907813</c:v>
                </c:pt>
                <c:pt idx="875">
                  <c:v>0.42261826174069955</c:v>
                </c:pt>
                <c:pt idx="876">
                  <c:v>0.40673664307579965</c:v>
                </c:pt>
                <c:pt idx="877">
                  <c:v>0.39073112848927422</c:v>
                </c:pt>
                <c:pt idx="878">
                  <c:v>0.37460659341591185</c:v>
                </c:pt>
                <c:pt idx="879">
                  <c:v>0.3583679495453011</c:v>
                </c:pt>
                <c:pt idx="880">
                  <c:v>0.34202014332566893</c:v>
                </c:pt>
                <c:pt idx="881">
                  <c:v>0.3255681544571562</c:v>
                </c:pt>
                <c:pt idx="882">
                  <c:v>0.30901699437494801</c:v>
                </c:pt>
                <c:pt idx="883">
                  <c:v>0.29237170472273666</c:v>
                </c:pt>
                <c:pt idx="884">
                  <c:v>0.27563735581700016</c:v>
                </c:pt>
                <c:pt idx="885">
                  <c:v>0.25881904510252107</c:v>
                </c:pt>
                <c:pt idx="886">
                  <c:v>0.24192189559966734</c:v>
                </c:pt>
                <c:pt idx="887">
                  <c:v>0.22495105434386567</c:v>
                </c:pt>
                <c:pt idx="888">
                  <c:v>0.20791169081775934</c:v>
                </c:pt>
                <c:pt idx="889">
                  <c:v>0.19080899537654589</c:v>
                </c:pt>
                <c:pt idx="890">
                  <c:v>0.17364817766693075</c:v>
                </c:pt>
                <c:pt idx="891">
                  <c:v>0.15643446504023059</c:v>
                </c:pt>
                <c:pt idx="892">
                  <c:v>0.13917310096006624</c:v>
                </c:pt>
                <c:pt idx="893">
                  <c:v>0.1218693434051476</c:v>
                </c:pt>
                <c:pt idx="894">
                  <c:v>0.1045284632676529</c:v>
                </c:pt>
                <c:pt idx="895">
                  <c:v>8.7155742747658679E-2</c:v>
                </c:pt>
                <c:pt idx="896">
                  <c:v>6.9756473744125122E-2</c:v>
                </c:pt>
                <c:pt idx="897">
                  <c:v>5.2335956242944737E-2</c:v>
                </c:pt>
                <c:pt idx="898">
                  <c:v>3.4899496702501191E-2</c:v>
                </c:pt>
                <c:pt idx="899">
                  <c:v>1.745240643728304E-2</c:v>
                </c:pt>
                <c:pt idx="900">
                  <c:v>6.1257422745431001E-16</c:v>
                </c:pt>
                <c:pt idx="901">
                  <c:v>-1.7452406437283591E-2</c:v>
                </c:pt>
                <c:pt idx="902">
                  <c:v>-3.4899496702499963E-2</c:v>
                </c:pt>
                <c:pt idx="903">
                  <c:v>-5.2335956242943515E-2</c:v>
                </c:pt>
                <c:pt idx="904">
                  <c:v>-6.9756473744125677E-2</c:v>
                </c:pt>
                <c:pt idx="905">
                  <c:v>-8.7155742747657458E-2</c:v>
                </c:pt>
                <c:pt idx="906">
                  <c:v>-0.10452846326765344</c:v>
                </c:pt>
                <c:pt idx="907">
                  <c:v>-0.12186934340514638</c:v>
                </c:pt>
                <c:pt idx="908">
                  <c:v>-0.13917310096006502</c:v>
                </c:pt>
                <c:pt idx="909">
                  <c:v>-0.15643446504023115</c:v>
                </c:pt>
                <c:pt idx="910">
                  <c:v>-0.17364817766692955</c:v>
                </c:pt>
                <c:pt idx="911">
                  <c:v>-0.19080899537654469</c:v>
                </c:pt>
                <c:pt idx="912">
                  <c:v>-0.2079116908177599</c:v>
                </c:pt>
                <c:pt idx="913">
                  <c:v>-0.22495105434386448</c:v>
                </c:pt>
                <c:pt idx="914">
                  <c:v>-0.2419218955996679</c:v>
                </c:pt>
                <c:pt idx="915">
                  <c:v>-0.25881904510251985</c:v>
                </c:pt>
                <c:pt idx="916">
                  <c:v>-0.27563735581699894</c:v>
                </c:pt>
                <c:pt idx="917">
                  <c:v>-0.29237170472273549</c:v>
                </c:pt>
                <c:pt idx="918">
                  <c:v>-0.30901699437494851</c:v>
                </c:pt>
                <c:pt idx="919">
                  <c:v>-0.32556815445715676</c:v>
                </c:pt>
                <c:pt idx="920">
                  <c:v>-0.34202014332566777</c:v>
                </c:pt>
                <c:pt idx="921">
                  <c:v>-0.3583679495453016</c:v>
                </c:pt>
                <c:pt idx="922">
                  <c:v>-0.37460659341591235</c:v>
                </c:pt>
                <c:pt idx="923">
                  <c:v>-0.39073112848927311</c:v>
                </c:pt>
                <c:pt idx="924">
                  <c:v>-0.40673664307579854</c:v>
                </c:pt>
                <c:pt idx="925">
                  <c:v>-0.42261826174070005</c:v>
                </c:pt>
                <c:pt idx="926">
                  <c:v>-0.43837114678907702</c:v>
                </c:pt>
                <c:pt idx="927">
                  <c:v>-0.45399049973954542</c:v>
                </c:pt>
                <c:pt idx="928">
                  <c:v>-0.46947156278589164</c:v>
                </c:pt>
                <c:pt idx="929">
                  <c:v>-0.48480962024633689</c:v>
                </c:pt>
                <c:pt idx="930">
                  <c:v>-0.49999999999999895</c:v>
                </c:pt>
                <c:pt idx="931">
                  <c:v>-0.51503807491005527</c:v>
                </c:pt>
                <c:pt idx="932">
                  <c:v>-0.52991926423320512</c:v>
                </c:pt>
                <c:pt idx="933">
                  <c:v>-0.54463903501502631</c:v>
                </c:pt>
                <c:pt idx="934">
                  <c:v>-0.55919290347074513</c:v>
                </c:pt>
                <c:pt idx="935">
                  <c:v>-0.57357643635104649</c:v>
                </c:pt>
                <c:pt idx="936">
                  <c:v>-0.58778525229247258</c:v>
                </c:pt>
                <c:pt idx="937">
                  <c:v>-0.60181502315204694</c:v>
                </c:pt>
                <c:pt idx="938">
                  <c:v>-0.61566147532565885</c:v>
                </c:pt>
                <c:pt idx="939">
                  <c:v>-0.62932039104983717</c:v>
                </c:pt>
                <c:pt idx="940">
                  <c:v>-0.64278760968653825</c:v>
                </c:pt>
                <c:pt idx="941">
                  <c:v>-0.65605902899050805</c:v>
                </c:pt>
                <c:pt idx="942">
                  <c:v>-0.66913060635885813</c:v>
                </c:pt>
                <c:pt idx="943">
                  <c:v>-0.6819983600624977</c:v>
                </c:pt>
                <c:pt idx="944">
                  <c:v>-0.69465837045899825</c:v>
                </c:pt>
                <c:pt idx="945">
                  <c:v>-0.70710678118654768</c:v>
                </c:pt>
                <c:pt idx="946">
                  <c:v>-0.71933980033865053</c:v>
                </c:pt>
                <c:pt idx="947">
                  <c:v>-0.73135370161916913</c:v>
                </c:pt>
                <c:pt idx="948">
                  <c:v>-0.74314482547739458</c:v>
                </c:pt>
                <c:pt idx="949">
                  <c:v>-0.75470958022277168</c:v>
                </c:pt>
                <c:pt idx="950">
                  <c:v>-0.76604444311897701</c:v>
                </c:pt>
                <c:pt idx="951">
                  <c:v>-0.77714596145697146</c:v>
                </c:pt>
                <c:pt idx="952">
                  <c:v>-0.78801075360672179</c:v>
                </c:pt>
                <c:pt idx="953">
                  <c:v>-0.79863551004729205</c:v>
                </c:pt>
                <c:pt idx="954">
                  <c:v>-0.80901699437494812</c:v>
                </c:pt>
                <c:pt idx="955">
                  <c:v>-0.8191520442889918</c:v>
                </c:pt>
                <c:pt idx="956">
                  <c:v>-0.82903757255504107</c:v>
                </c:pt>
                <c:pt idx="957">
                  <c:v>-0.83867056794542483</c:v>
                </c:pt>
                <c:pt idx="958">
                  <c:v>-0.84804809615642618</c:v>
                </c:pt>
                <c:pt idx="959">
                  <c:v>-0.85716730070211189</c:v>
                </c:pt>
                <c:pt idx="960">
                  <c:v>-0.86602540378443771</c:v>
                </c:pt>
                <c:pt idx="961">
                  <c:v>-0.87461970713939607</c:v>
                </c:pt>
                <c:pt idx="962">
                  <c:v>-0.88294759285892677</c:v>
                </c:pt>
                <c:pt idx="963">
                  <c:v>-0.89100652418836712</c:v>
                </c:pt>
                <c:pt idx="964">
                  <c:v>-0.89879404629916737</c:v>
                </c:pt>
                <c:pt idx="965">
                  <c:v>-0.90630778703664994</c:v>
                </c:pt>
                <c:pt idx="966">
                  <c:v>-0.91354545764260042</c:v>
                </c:pt>
                <c:pt idx="967">
                  <c:v>-0.92050485345244082</c:v>
                </c:pt>
                <c:pt idx="968">
                  <c:v>-0.92718385456678742</c:v>
                </c:pt>
                <c:pt idx="969">
                  <c:v>-0.93358042649720141</c:v>
                </c:pt>
                <c:pt idx="970">
                  <c:v>-0.93969262078590765</c:v>
                </c:pt>
                <c:pt idx="971">
                  <c:v>-0.94551857559931696</c:v>
                </c:pt>
                <c:pt idx="972">
                  <c:v>-0.95105651629515342</c:v>
                </c:pt>
                <c:pt idx="973">
                  <c:v>-0.95630475596303499</c:v>
                </c:pt>
                <c:pt idx="974">
                  <c:v>-0.96126169593831901</c:v>
                </c:pt>
                <c:pt idx="975">
                  <c:v>-0.9659258262890682</c:v>
                </c:pt>
                <c:pt idx="976">
                  <c:v>-0.97029572627599614</c:v>
                </c:pt>
                <c:pt idx="977">
                  <c:v>-0.97437006478523547</c:v>
                </c:pt>
                <c:pt idx="978">
                  <c:v>-0.97814760073380558</c:v>
                </c:pt>
                <c:pt idx="979">
                  <c:v>-0.98162718344766375</c:v>
                </c:pt>
                <c:pt idx="980">
                  <c:v>-0.98480775301220824</c:v>
                </c:pt>
                <c:pt idx="981">
                  <c:v>-0.98768834059513777</c:v>
                </c:pt>
                <c:pt idx="982">
                  <c:v>-0.99026806874157014</c:v>
                </c:pt>
                <c:pt idx="983">
                  <c:v>-0.99254615164132176</c:v>
                </c:pt>
                <c:pt idx="984">
                  <c:v>-0.9945218953682734</c:v>
                </c:pt>
                <c:pt idx="985">
                  <c:v>-0.99619469809174543</c:v>
                </c:pt>
                <c:pt idx="986">
                  <c:v>-0.99756405025982409</c:v>
                </c:pt>
                <c:pt idx="987">
                  <c:v>-0.99862953475457394</c:v>
                </c:pt>
                <c:pt idx="988">
                  <c:v>-0.99939082701909576</c:v>
                </c:pt>
                <c:pt idx="989">
                  <c:v>-0.99984769515639127</c:v>
                </c:pt>
                <c:pt idx="990">
                  <c:v>-1</c:v>
                </c:pt>
                <c:pt idx="991">
                  <c:v>-0.99984769515639127</c:v>
                </c:pt>
                <c:pt idx="992">
                  <c:v>-0.99939082701909576</c:v>
                </c:pt>
                <c:pt idx="993">
                  <c:v>-0.99862953475457383</c:v>
                </c:pt>
                <c:pt idx="994">
                  <c:v>-0.9975640502598242</c:v>
                </c:pt>
                <c:pt idx="995">
                  <c:v>-0.99619469809174555</c:v>
                </c:pt>
                <c:pt idx="996">
                  <c:v>-0.99452189536827351</c:v>
                </c:pt>
                <c:pt idx="997">
                  <c:v>-0.99254615164132198</c:v>
                </c:pt>
                <c:pt idx="998">
                  <c:v>-0.99026806874157036</c:v>
                </c:pt>
                <c:pt idx="999">
                  <c:v>-0.98768834059513799</c:v>
                </c:pt>
                <c:pt idx="1000">
                  <c:v>-0.98480775301220791</c:v>
                </c:pt>
                <c:pt idx="1001">
                  <c:v>-0.98162718344766398</c:v>
                </c:pt>
                <c:pt idx="1002">
                  <c:v>-0.97814760073380591</c:v>
                </c:pt>
                <c:pt idx="1003">
                  <c:v>-0.97437006478523491</c:v>
                </c:pt>
                <c:pt idx="1004">
                  <c:v>-0.97029572627599647</c:v>
                </c:pt>
                <c:pt idx="1005">
                  <c:v>-0.96592582628906853</c:v>
                </c:pt>
                <c:pt idx="1006">
                  <c:v>-0.96126169593831945</c:v>
                </c:pt>
                <c:pt idx="1007">
                  <c:v>-0.95630475596303532</c:v>
                </c:pt>
                <c:pt idx="1008">
                  <c:v>-0.95105651629515375</c:v>
                </c:pt>
                <c:pt idx="1009">
                  <c:v>-0.9455185755993174</c:v>
                </c:pt>
                <c:pt idx="1010">
                  <c:v>-0.93969262078590809</c:v>
                </c:pt>
                <c:pt idx="1011">
                  <c:v>-0.93358042649720185</c:v>
                </c:pt>
                <c:pt idx="1012">
                  <c:v>-0.92718385456678798</c:v>
                </c:pt>
                <c:pt idx="1013">
                  <c:v>-0.92050485345243993</c:v>
                </c:pt>
                <c:pt idx="1014">
                  <c:v>-0.91354545764260098</c:v>
                </c:pt>
                <c:pt idx="1015">
                  <c:v>-0.90630778703665049</c:v>
                </c:pt>
                <c:pt idx="1016">
                  <c:v>-0.89879404629916648</c:v>
                </c:pt>
                <c:pt idx="1017">
                  <c:v>-0.89100652418836779</c:v>
                </c:pt>
                <c:pt idx="1018">
                  <c:v>-0.88294759285892732</c:v>
                </c:pt>
                <c:pt idx="1019">
                  <c:v>-0.87461970713939674</c:v>
                </c:pt>
                <c:pt idx="1020">
                  <c:v>-0.86602540378443837</c:v>
                </c:pt>
                <c:pt idx="1021">
                  <c:v>-0.85716730070211256</c:v>
                </c:pt>
                <c:pt idx="1022">
                  <c:v>-0.84804809615642684</c:v>
                </c:pt>
                <c:pt idx="1023">
                  <c:v>-0.83867056794542361</c:v>
                </c:pt>
                <c:pt idx="1024">
                  <c:v>-0.82903757255504185</c:v>
                </c:pt>
                <c:pt idx="1025">
                  <c:v>-0.81915204428899258</c:v>
                </c:pt>
                <c:pt idx="1026">
                  <c:v>-0.80901699437494679</c:v>
                </c:pt>
                <c:pt idx="1027">
                  <c:v>-0.79863551004729283</c:v>
                </c:pt>
                <c:pt idx="1028">
                  <c:v>-0.78801075360672268</c:v>
                </c:pt>
                <c:pt idx="1029">
                  <c:v>-0.77714596145697001</c:v>
                </c:pt>
                <c:pt idx="1030">
                  <c:v>-0.7660444431189779</c:v>
                </c:pt>
                <c:pt idx="1031">
                  <c:v>-0.75470958022277257</c:v>
                </c:pt>
                <c:pt idx="1032">
                  <c:v>-0.74314482547739547</c:v>
                </c:pt>
                <c:pt idx="1033">
                  <c:v>-0.73135370161917013</c:v>
                </c:pt>
                <c:pt idx="1034">
                  <c:v>-0.71933980033865152</c:v>
                </c:pt>
                <c:pt idx="1035">
                  <c:v>-0.70710678118654868</c:v>
                </c:pt>
                <c:pt idx="1036">
                  <c:v>-0.6946583704589967</c:v>
                </c:pt>
                <c:pt idx="1037">
                  <c:v>-0.6819983600624987</c:v>
                </c:pt>
                <c:pt idx="1038">
                  <c:v>-0.66913060635885913</c:v>
                </c:pt>
                <c:pt idx="1039">
                  <c:v>-0.65605902899050639</c:v>
                </c:pt>
                <c:pt idx="1040">
                  <c:v>-0.64278760968653925</c:v>
                </c:pt>
                <c:pt idx="1041">
                  <c:v>-0.62932039104983828</c:v>
                </c:pt>
                <c:pt idx="1042">
                  <c:v>-0.61566147532565718</c:v>
                </c:pt>
                <c:pt idx="1043">
                  <c:v>-0.60181502315204793</c:v>
                </c:pt>
                <c:pt idx="1044">
                  <c:v>-0.58778525229247369</c:v>
                </c:pt>
                <c:pt idx="1045">
                  <c:v>-0.5735764363510476</c:v>
                </c:pt>
                <c:pt idx="1046">
                  <c:v>-0.55919290347074624</c:v>
                </c:pt>
                <c:pt idx="1047">
                  <c:v>-0.54463903501502742</c:v>
                </c:pt>
                <c:pt idx="1048">
                  <c:v>-0.52991926423320623</c:v>
                </c:pt>
                <c:pt idx="1049">
                  <c:v>-0.51503807491005338</c:v>
                </c:pt>
                <c:pt idx="1050">
                  <c:v>-0.50000000000000011</c:v>
                </c:pt>
                <c:pt idx="1051">
                  <c:v>-0.48480962024633811</c:v>
                </c:pt>
                <c:pt idx="1052">
                  <c:v>-0.46947156278588964</c:v>
                </c:pt>
                <c:pt idx="1053">
                  <c:v>-0.45399049973954664</c:v>
                </c:pt>
                <c:pt idx="1054">
                  <c:v>-0.43837114678907824</c:v>
                </c:pt>
                <c:pt idx="1055">
                  <c:v>-0.42261826174070127</c:v>
                </c:pt>
                <c:pt idx="1056">
                  <c:v>-0.40673664307579976</c:v>
                </c:pt>
                <c:pt idx="1057">
                  <c:v>-0.39073112848927433</c:v>
                </c:pt>
                <c:pt idx="1058">
                  <c:v>-0.37460659341591362</c:v>
                </c:pt>
                <c:pt idx="1059">
                  <c:v>-0.35836794954529955</c:v>
                </c:pt>
                <c:pt idx="1060">
                  <c:v>-0.34202014332566905</c:v>
                </c:pt>
                <c:pt idx="1061">
                  <c:v>-0.32556815445715803</c:v>
                </c:pt>
                <c:pt idx="1062">
                  <c:v>-0.3090169943749464</c:v>
                </c:pt>
                <c:pt idx="1063">
                  <c:v>-0.29237170472273677</c:v>
                </c:pt>
                <c:pt idx="1064">
                  <c:v>-0.27563735581700027</c:v>
                </c:pt>
                <c:pt idx="1065">
                  <c:v>-0.25881904510251946</c:v>
                </c:pt>
                <c:pt idx="1066">
                  <c:v>-0.24192189559966748</c:v>
                </c:pt>
                <c:pt idx="1067">
                  <c:v>-0.22495105434386581</c:v>
                </c:pt>
                <c:pt idx="1068">
                  <c:v>-0.2079116908177612</c:v>
                </c:pt>
                <c:pt idx="1069">
                  <c:v>-0.19080899537654428</c:v>
                </c:pt>
                <c:pt idx="1070">
                  <c:v>-0.17364817766693086</c:v>
                </c:pt>
                <c:pt idx="1071">
                  <c:v>-0.15643446504023248</c:v>
                </c:pt>
                <c:pt idx="1072">
                  <c:v>-0.13917310096006461</c:v>
                </c:pt>
                <c:pt idx="1073">
                  <c:v>-0.12186934340514771</c:v>
                </c:pt>
                <c:pt idx="1074">
                  <c:v>-0.10452846326765479</c:v>
                </c:pt>
                <c:pt idx="1075">
                  <c:v>-8.7155742747657028E-2</c:v>
                </c:pt>
                <c:pt idx="1076">
                  <c:v>-6.9756473744125247E-2</c:v>
                </c:pt>
                <c:pt idx="1077">
                  <c:v>-5.2335956242944862E-2</c:v>
                </c:pt>
                <c:pt idx="1078">
                  <c:v>-3.4899496702499533E-2</c:v>
                </c:pt>
                <c:pt idx="1079">
                  <c:v>-1.7452406437283161E-2</c:v>
                </c:pt>
                <c:pt idx="1080">
                  <c:v>-7.3508907294517201E-16</c:v>
                </c:pt>
                <c:pt idx="1081">
                  <c:v>1.745240643728169E-2</c:v>
                </c:pt>
                <c:pt idx="1082">
                  <c:v>3.4899496702501615E-2</c:v>
                </c:pt>
                <c:pt idx="1083">
                  <c:v>5.2335956242943391E-2</c:v>
                </c:pt>
                <c:pt idx="1084">
                  <c:v>6.9756473744123776E-2</c:v>
                </c:pt>
                <c:pt idx="1085">
                  <c:v>8.715574274765911E-2</c:v>
                </c:pt>
                <c:pt idx="1086">
                  <c:v>0.10452846326765333</c:v>
                </c:pt>
                <c:pt idx="1087">
                  <c:v>0.12186934340514625</c:v>
                </c:pt>
                <c:pt idx="1088">
                  <c:v>0.13917310096006666</c:v>
                </c:pt>
                <c:pt idx="1089">
                  <c:v>0.15643446504023101</c:v>
                </c:pt>
                <c:pt idx="1090">
                  <c:v>0.17364817766692942</c:v>
                </c:pt>
                <c:pt idx="1091">
                  <c:v>0.19080899537654283</c:v>
                </c:pt>
                <c:pt idx="1092">
                  <c:v>0.20791169081775976</c:v>
                </c:pt>
                <c:pt idx="1093">
                  <c:v>0.22495105434386437</c:v>
                </c:pt>
                <c:pt idx="1094">
                  <c:v>0.24192189559966604</c:v>
                </c:pt>
                <c:pt idx="1095">
                  <c:v>0.25881904510252146</c:v>
                </c:pt>
                <c:pt idx="1096">
                  <c:v>0.27563735581699883</c:v>
                </c:pt>
                <c:pt idx="1097">
                  <c:v>0.29237170472273533</c:v>
                </c:pt>
                <c:pt idx="1098">
                  <c:v>0.30901699437494839</c:v>
                </c:pt>
                <c:pt idx="1099">
                  <c:v>0.32556815445715659</c:v>
                </c:pt>
                <c:pt idx="1100">
                  <c:v>0.34202014332566766</c:v>
                </c:pt>
                <c:pt idx="1101">
                  <c:v>0.35836794954530149</c:v>
                </c:pt>
                <c:pt idx="1102">
                  <c:v>0.37460659341591224</c:v>
                </c:pt>
                <c:pt idx="1103">
                  <c:v>0.39073112848927299</c:v>
                </c:pt>
                <c:pt idx="1104">
                  <c:v>0.40673664307579843</c:v>
                </c:pt>
                <c:pt idx="1105">
                  <c:v>0.42261826174069994</c:v>
                </c:pt>
                <c:pt idx="1106">
                  <c:v>0.4383711467890769</c:v>
                </c:pt>
                <c:pt idx="1107">
                  <c:v>0.45399049973954531</c:v>
                </c:pt>
                <c:pt idx="1108">
                  <c:v>0.46947156278589153</c:v>
                </c:pt>
                <c:pt idx="1109">
                  <c:v>0.48480962024633678</c:v>
                </c:pt>
                <c:pt idx="1110">
                  <c:v>0.49999999999999883</c:v>
                </c:pt>
                <c:pt idx="1111">
                  <c:v>0.51503807491005515</c:v>
                </c:pt>
                <c:pt idx="1112">
                  <c:v>0.52991926423320501</c:v>
                </c:pt>
                <c:pt idx="1113">
                  <c:v>0.5446390350150262</c:v>
                </c:pt>
                <c:pt idx="1114">
                  <c:v>0.55919290347074802</c:v>
                </c:pt>
                <c:pt idx="1115">
                  <c:v>0.57357643635104638</c:v>
                </c:pt>
                <c:pt idx="1116">
                  <c:v>0.58778525229247247</c:v>
                </c:pt>
                <c:pt idx="1117">
                  <c:v>0.60181502315204682</c:v>
                </c:pt>
                <c:pt idx="1118">
                  <c:v>0.61566147532565874</c:v>
                </c:pt>
                <c:pt idx="1119">
                  <c:v>0.62932039104983706</c:v>
                </c:pt>
                <c:pt idx="1120">
                  <c:v>0.64278760968653814</c:v>
                </c:pt>
                <c:pt idx="1121">
                  <c:v>0.65605902899050794</c:v>
                </c:pt>
                <c:pt idx="1122">
                  <c:v>0.66913060635885813</c:v>
                </c:pt>
                <c:pt idx="1123">
                  <c:v>0.68199836006249759</c:v>
                </c:pt>
                <c:pt idx="1124">
                  <c:v>0.69465837045899814</c:v>
                </c:pt>
                <c:pt idx="1125">
                  <c:v>0.70710678118654757</c:v>
                </c:pt>
                <c:pt idx="1126">
                  <c:v>0.71933980033865041</c:v>
                </c:pt>
                <c:pt idx="1127">
                  <c:v>0.73135370161916913</c:v>
                </c:pt>
                <c:pt idx="1128">
                  <c:v>0.74314482547739447</c:v>
                </c:pt>
                <c:pt idx="1129">
                  <c:v>0.75470958022277157</c:v>
                </c:pt>
                <c:pt idx="1130">
                  <c:v>0.7660444431189769</c:v>
                </c:pt>
                <c:pt idx="1131">
                  <c:v>0.77714596145697135</c:v>
                </c:pt>
                <c:pt idx="1132">
                  <c:v>0.78801075360672168</c:v>
                </c:pt>
                <c:pt idx="1133">
                  <c:v>0.79863551004729194</c:v>
                </c:pt>
                <c:pt idx="1134">
                  <c:v>0.80901699437494801</c:v>
                </c:pt>
                <c:pt idx="1135">
                  <c:v>0.81915204428899169</c:v>
                </c:pt>
                <c:pt idx="1136">
                  <c:v>0.82903757255504107</c:v>
                </c:pt>
                <c:pt idx="1137">
                  <c:v>0.83867056794542472</c:v>
                </c:pt>
                <c:pt idx="1138">
                  <c:v>0.84804809615642607</c:v>
                </c:pt>
                <c:pt idx="1139">
                  <c:v>0.85716730070211189</c:v>
                </c:pt>
                <c:pt idx="1140">
                  <c:v>0.86602540378443771</c:v>
                </c:pt>
                <c:pt idx="1141">
                  <c:v>0.87461970713939607</c:v>
                </c:pt>
                <c:pt idx="1142">
                  <c:v>0.88294759285892666</c:v>
                </c:pt>
                <c:pt idx="1143">
                  <c:v>0.89100652418836712</c:v>
                </c:pt>
                <c:pt idx="1144">
                  <c:v>0.89879404629916737</c:v>
                </c:pt>
                <c:pt idx="1145">
                  <c:v>0.90630778703664983</c:v>
                </c:pt>
                <c:pt idx="1146">
                  <c:v>0.91354545764260031</c:v>
                </c:pt>
                <c:pt idx="1147">
                  <c:v>0.92050485345244071</c:v>
                </c:pt>
                <c:pt idx="1148">
                  <c:v>0.92718385456678742</c:v>
                </c:pt>
                <c:pt idx="1149">
                  <c:v>0.93358042649720141</c:v>
                </c:pt>
                <c:pt idx="1150">
                  <c:v>0.93969262078590887</c:v>
                </c:pt>
                <c:pt idx="1151">
                  <c:v>0.94551857559931696</c:v>
                </c:pt>
                <c:pt idx="1152">
                  <c:v>0.95105651629515331</c:v>
                </c:pt>
                <c:pt idx="1153">
                  <c:v>0.95630475596303488</c:v>
                </c:pt>
                <c:pt idx="1154">
                  <c:v>0.96126169593831901</c:v>
                </c:pt>
                <c:pt idx="1155">
                  <c:v>0.9659258262890682</c:v>
                </c:pt>
                <c:pt idx="1156">
                  <c:v>0.97029572627599614</c:v>
                </c:pt>
                <c:pt idx="1157">
                  <c:v>0.97437006478523547</c:v>
                </c:pt>
                <c:pt idx="1158">
                  <c:v>0.97814760073380558</c:v>
                </c:pt>
                <c:pt idx="1159">
                  <c:v>0.98162718344766375</c:v>
                </c:pt>
                <c:pt idx="1160">
                  <c:v>0.98480775301220824</c:v>
                </c:pt>
                <c:pt idx="1161">
                  <c:v>0.98768834059513777</c:v>
                </c:pt>
                <c:pt idx="1162">
                  <c:v>0.99026806874157014</c:v>
                </c:pt>
                <c:pt idx="1163">
                  <c:v>0.99254615164132176</c:v>
                </c:pt>
                <c:pt idx="1164">
                  <c:v>0.9945218953682734</c:v>
                </c:pt>
                <c:pt idx="1165">
                  <c:v>0.99619469809174543</c:v>
                </c:pt>
                <c:pt idx="1166">
                  <c:v>0.99756405025982409</c:v>
                </c:pt>
                <c:pt idx="1167">
                  <c:v>0.99862953475457394</c:v>
                </c:pt>
                <c:pt idx="1168">
                  <c:v>0.99939082701909576</c:v>
                </c:pt>
                <c:pt idx="1169">
                  <c:v>0.99984769515639116</c:v>
                </c:pt>
                <c:pt idx="1170">
                  <c:v>1</c:v>
                </c:pt>
                <c:pt idx="1171">
                  <c:v>0.99984769515639127</c:v>
                </c:pt>
                <c:pt idx="1172">
                  <c:v>0.99939082701909576</c:v>
                </c:pt>
                <c:pt idx="1173">
                  <c:v>0.99862953475457383</c:v>
                </c:pt>
                <c:pt idx="1174">
                  <c:v>0.9975640502598242</c:v>
                </c:pt>
                <c:pt idx="1175">
                  <c:v>0.99619469809174566</c:v>
                </c:pt>
                <c:pt idx="1176">
                  <c:v>0.99452189536827351</c:v>
                </c:pt>
                <c:pt idx="1177">
                  <c:v>0.99254615164132198</c:v>
                </c:pt>
                <c:pt idx="1178">
                  <c:v>0.99026806874157036</c:v>
                </c:pt>
                <c:pt idx="1179">
                  <c:v>0.98768834059513799</c:v>
                </c:pt>
                <c:pt idx="1180">
                  <c:v>0.98480775301220791</c:v>
                </c:pt>
                <c:pt idx="1181">
                  <c:v>0.98162718344766398</c:v>
                </c:pt>
                <c:pt idx="1182">
                  <c:v>0.97814760073380591</c:v>
                </c:pt>
                <c:pt idx="1183">
                  <c:v>0.97437006478523502</c:v>
                </c:pt>
                <c:pt idx="1184">
                  <c:v>0.97029572627599647</c:v>
                </c:pt>
                <c:pt idx="1185">
                  <c:v>0.96592582628906853</c:v>
                </c:pt>
                <c:pt idx="1186">
                  <c:v>0.96126169593831845</c:v>
                </c:pt>
                <c:pt idx="1187">
                  <c:v>0.95630475596303544</c:v>
                </c:pt>
                <c:pt idx="1188">
                  <c:v>0.95105651629515386</c:v>
                </c:pt>
                <c:pt idx="1189">
                  <c:v>0.9455185755993174</c:v>
                </c:pt>
                <c:pt idx="1190">
                  <c:v>0.93969262078590821</c:v>
                </c:pt>
                <c:pt idx="1191">
                  <c:v>0.93358042649720197</c:v>
                </c:pt>
                <c:pt idx="1192">
                  <c:v>0.92718385456678798</c:v>
                </c:pt>
                <c:pt idx="1193">
                  <c:v>0.92050485345244004</c:v>
                </c:pt>
                <c:pt idx="1194">
                  <c:v>0.91354545764260098</c:v>
                </c:pt>
                <c:pt idx="1195">
                  <c:v>0.90630778703665049</c:v>
                </c:pt>
                <c:pt idx="1196">
                  <c:v>0.89879404629916648</c:v>
                </c:pt>
                <c:pt idx="1197">
                  <c:v>0.89100652418836779</c:v>
                </c:pt>
                <c:pt idx="1198">
                  <c:v>0.88294759285892743</c:v>
                </c:pt>
                <c:pt idx="1199">
                  <c:v>0.87461970713939685</c:v>
                </c:pt>
                <c:pt idx="1200">
                  <c:v>0.86602540378443849</c:v>
                </c:pt>
                <c:pt idx="1201">
                  <c:v>0.85716730070211267</c:v>
                </c:pt>
                <c:pt idx="1202">
                  <c:v>0.84804809615642696</c:v>
                </c:pt>
                <c:pt idx="1203">
                  <c:v>0.83867056794542372</c:v>
                </c:pt>
                <c:pt idx="1204">
                  <c:v>0.82903757255504196</c:v>
                </c:pt>
                <c:pt idx="1205">
                  <c:v>0.81915204428899269</c:v>
                </c:pt>
                <c:pt idx="1206">
                  <c:v>0.8090169943749469</c:v>
                </c:pt>
                <c:pt idx="1207">
                  <c:v>0.79863551004729294</c:v>
                </c:pt>
                <c:pt idx="1208">
                  <c:v>0.78801075360672268</c:v>
                </c:pt>
                <c:pt idx="1209">
                  <c:v>0.77714596145697012</c:v>
                </c:pt>
                <c:pt idx="1210">
                  <c:v>0.7660444431189779</c:v>
                </c:pt>
                <c:pt idx="1211">
                  <c:v>0.75470958022277257</c:v>
                </c:pt>
                <c:pt idx="1212">
                  <c:v>0.74314482547739558</c:v>
                </c:pt>
                <c:pt idx="1213">
                  <c:v>0.73135370161917013</c:v>
                </c:pt>
                <c:pt idx="1214">
                  <c:v>0.71933980033865152</c:v>
                </c:pt>
                <c:pt idx="1215">
                  <c:v>0.70710678118654868</c:v>
                </c:pt>
                <c:pt idx="1216">
                  <c:v>0.6946583704589967</c:v>
                </c:pt>
                <c:pt idx="1217">
                  <c:v>0.6819983600624987</c:v>
                </c:pt>
                <c:pt idx="1218">
                  <c:v>0.66913060635885924</c:v>
                </c:pt>
                <c:pt idx="1219">
                  <c:v>0.6560590289905065</c:v>
                </c:pt>
                <c:pt idx="1220">
                  <c:v>0.64278760968653936</c:v>
                </c:pt>
                <c:pt idx="1221">
                  <c:v>0.62932039104983828</c:v>
                </c:pt>
                <c:pt idx="1222">
                  <c:v>0.61566147532565718</c:v>
                </c:pt>
                <c:pt idx="1223">
                  <c:v>0.60181502315204805</c:v>
                </c:pt>
                <c:pt idx="1224">
                  <c:v>0.5877852522924738</c:v>
                </c:pt>
                <c:pt idx="1225">
                  <c:v>0.57357643635104771</c:v>
                </c:pt>
                <c:pt idx="1226">
                  <c:v>0.55919290347074635</c:v>
                </c:pt>
                <c:pt idx="1227">
                  <c:v>0.54463903501502753</c:v>
                </c:pt>
                <c:pt idx="1228">
                  <c:v>0.52991926423320634</c:v>
                </c:pt>
                <c:pt idx="1229">
                  <c:v>0.51503807491005349</c:v>
                </c:pt>
                <c:pt idx="1230">
                  <c:v>0.50000000000000022</c:v>
                </c:pt>
                <c:pt idx="1231">
                  <c:v>0.48480962024633817</c:v>
                </c:pt>
                <c:pt idx="1232">
                  <c:v>0.46947156278588975</c:v>
                </c:pt>
                <c:pt idx="1233">
                  <c:v>0.45399049973954675</c:v>
                </c:pt>
                <c:pt idx="1234">
                  <c:v>0.43837114678907835</c:v>
                </c:pt>
                <c:pt idx="1235">
                  <c:v>0.42261826174070138</c:v>
                </c:pt>
                <c:pt idx="1236">
                  <c:v>0.40673664307579988</c:v>
                </c:pt>
                <c:pt idx="1237">
                  <c:v>0.39073112848927444</c:v>
                </c:pt>
                <c:pt idx="1238">
                  <c:v>0.37460659341591374</c:v>
                </c:pt>
                <c:pt idx="1239">
                  <c:v>0.35836794954529966</c:v>
                </c:pt>
                <c:pt idx="1240">
                  <c:v>0.34202014332566916</c:v>
                </c:pt>
                <c:pt idx="1241">
                  <c:v>0.32556815445715814</c:v>
                </c:pt>
                <c:pt idx="1242">
                  <c:v>0.30901699437494656</c:v>
                </c:pt>
                <c:pt idx="1243">
                  <c:v>0.29237170472273688</c:v>
                </c:pt>
                <c:pt idx="1244">
                  <c:v>0.27563735581700038</c:v>
                </c:pt>
                <c:pt idx="1245">
                  <c:v>0.25881904510251957</c:v>
                </c:pt>
                <c:pt idx="1246">
                  <c:v>0.24192189559966759</c:v>
                </c:pt>
                <c:pt idx="1247">
                  <c:v>0.22495105434386592</c:v>
                </c:pt>
                <c:pt idx="1248">
                  <c:v>0.20791169081776131</c:v>
                </c:pt>
                <c:pt idx="1249">
                  <c:v>0.19080899537654439</c:v>
                </c:pt>
                <c:pt idx="1250">
                  <c:v>0.173648177666931</c:v>
                </c:pt>
                <c:pt idx="1251">
                  <c:v>0.15643446504023259</c:v>
                </c:pt>
                <c:pt idx="1252">
                  <c:v>0.13917310096006472</c:v>
                </c:pt>
                <c:pt idx="1253">
                  <c:v>0.12186934340514784</c:v>
                </c:pt>
                <c:pt idx="1254">
                  <c:v>0.10452846326765491</c:v>
                </c:pt>
                <c:pt idx="1255">
                  <c:v>8.7155742747657153E-2</c:v>
                </c:pt>
                <c:pt idx="1256">
                  <c:v>6.9756473744125372E-2</c:v>
                </c:pt>
                <c:pt idx="1257">
                  <c:v>5.233595624294498E-2</c:v>
                </c:pt>
                <c:pt idx="1258">
                  <c:v>3.4899496702499658E-2</c:v>
                </c:pt>
                <c:pt idx="1259">
                  <c:v>1.7452406437283283E-2</c:v>
                </c:pt>
                <c:pt idx="1260">
                  <c:v>8.5760391843603401E-16</c:v>
                </c:pt>
                <c:pt idx="1261">
                  <c:v>-1.7452406437281569E-2</c:v>
                </c:pt>
                <c:pt idx="1262">
                  <c:v>-3.4899496702501497E-2</c:v>
                </c:pt>
                <c:pt idx="1263">
                  <c:v>-5.2335956242943273E-2</c:v>
                </c:pt>
                <c:pt idx="1264">
                  <c:v>-6.9756473744123651E-2</c:v>
                </c:pt>
                <c:pt idx="1265">
                  <c:v>-8.7155742747658985E-2</c:v>
                </c:pt>
                <c:pt idx="1266">
                  <c:v>-0.10452846326765321</c:v>
                </c:pt>
                <c:pt idx="1267">
                  <c:v>-0.12186934340514613</c:v>
                </c:pt>
                <c:pt idx="1268">
                  <c:v>-0.13917310096006655</c:v>
                </c:pt>
                <c:pt idx="1269">
                  <c:v>-0.1564344650402309</c:v>
                </c:pt>
                <c:pt idx="1270">
                  <c:v>-0.1736481776669293</c:v>
                </c:pt>
                <c:pt idx="1271">
                  <c:v>-0.19080899537654269</c:v>
                </c:pt>
                <c:pt idx="1272">
                  <c:v>-0.20791169081775965</c:v>
                </c:pt>
                <c:pt idx="1273">
                  <c:v>-0.22495105434386425</c:v>
                </c:pt>
                <c:pt idx="1274">
                  <c:v>-0.24192189559966593</c:v>
                </c:pt>
                <c:pt idx="1275">
                  <c:v>-0.25881904510252135</c:v>
                </c:pt>
                <c:pt idx="1276">
                  <c:v>-0.27563735581699872</c:v>
                </c:pt>
                <c:pt idx="1277">
                  <c:v>-0.29237170472273522</c:v>
                </c:pt>
                <c:pt idx="1278">
                  <c:v>-0.30901699437494828</c:v>
                </c:pt>
                <c:pt idx="1279">
                  <c:v>-0.32556815445715648</c:v>
                </c:pt>
                <c:pt idx="1280">
                  <c:v>-0.34202014332566755</c:v>
                </c:pt>
                <c:pt idx="1281">
                  <c:v>-0.35836794954530138</c:v>
                </c:pt>
                <c:pt idx="1282">
                  <c:v>-0.37460659341591213</c:v>
                </c:pt>
                <c:pt idx="1283">
                  <c:v>-0.39073112848927288</c:v>
                </c:pt>
                <c:pt idx="1284">
                  <c:v>-0.40673664307579832</c:v>
                </c:pt>
                <c:pt idx="1285">
                  <c:v>-0.42261826174069983</c:v>
                </c:pt>
                <c:pt idx="1286">
                  <c:v>-0.43837114678907679</c:v>
                </c:pt>
                <c:pt idx="1287">
                  <c:v>-0.45399049973954519</c:v>
                </c:pt>
                <c:pt idx="1288">
                  <c:v>-0.46947156278589142</c:v>
                </c:pt>
                <c:pt idx="1289">
                  <c:v>-0.48480962024633667</c:v>
                </c:pt>
                <c:pt idx="1290">
                  <c:v>-0.49999999999999872</c:v>
                </c:pt>
                <c:pt idx="1291">
                  <c:v>-0.51503807491005504</c:v>
                </c:pt>
                <c:pt idx="1292">
                  <c:v>-0.5299192642332049</c:v>
                </c:pt>
                <c:pt idx="1293">
                  <c:v>-0.54463903501502609</c:v>
                </c:pt>
                <c:pt idx="1294">
                  <c:v>-0.5591929034707479</c:v>
                </c:pt>
                <c:pt idx="1295">
                  <c:v>-0.57357643635104627</c:v>
                </c:pt>
                <c:pt idx="1296">
                  <c:v>-0.58778525229247247</c:v>
                </c:pt>
                <c:pt idx="1297">
                  <c:v>-0.60181502315204671</c:v>
                </c:pt>
                <c:pt idx="1298">
                  <c:v>-0.61566147532565862</c:v>
                </c:pt>
                <c:pt idx="1299">
                  <c:v>-0.62932039104983695</c:v>
                </c:pt>
                <c:pt idx="1300">
                  <c:v>-0.64278760968653803</c:v>
                </c:pt>
                <c:pt idx="1301">
                  <c:v>-0.65605902899050783</c:v>
                </c:pt>
                <c:pt idx="1302">
                  <c:v>-0.66913060635885802</c:v>
                </c:pt>
                <c:pt idx="1303">
                  <c:v>-0.68199836006249748</c:v>
                </c:pt>
                <c:pt idx="1304">
                  <c:v>-0.69465837045899803</c:v>
                </c:pt>
                <c:pt idx="1305">
                  <c:v>-0.70710678118654757</c:v>
                </c:pt>
                <c:pt idx="1306">
                  <c:v>-0.71933980033865041</c:v>
                </c:pt>
                <c:pt idx="1307">
                  <c:v>-0.73135370161917146</c:v>
                </c:pt>
                <c:pt idx="1308">
                  <c:v>-0.74314482547739447</c:v>
                </c:pt>
                <c:pt idx="1309">
                  <c:v>-0.75470958022277146</c:v>
                </c:pt>
                <c:pt idx="1310">
                  <c:v>-0.76604444311897679</c:v>
                </c:pt>
                <c:pt idx="1311">
                  <c:v>-0.77714596145697123</c:v>
                </c:pt>
                <c:pt idx="1312">
                  <c:v>-0.78801075360672168</c:v>
                </c:pt>
                <c:pt idx="1313">
                  <c:v>-0.79863551004729194</c:v>
                </c:pt>
                <c:pt idx="1314">
                  <c:v>-0.8090169943749479</c:v>
                </c:pt>
                <c:pt idx="1315">
                  <c:v>-0.81915204428899169</c:v>
                </c:pt>
                <c:pt idx="1316">
                  <c:v>-0.82903757255504096</c:v>
                </c:pt>
                <c:pt idx="1317">
                  <c:v>-0.83867056794542472</c:v>
                </c:pt>
                <c:pt idx="1318">
                  <c:v>-0.84804809615642607</c:v>
                </c:pt>
                <c:pt idx="1319">
                  <c:v>-0.85716730070211178</c:v>
                </c:pt>
                <c:pt idx="1320">
                  <c:v>-0.8660254037844376</c:v>
                </c:pt>
                <c:pt idx="1321">
                  <c:v>-0.87461970713939596</c:v>
                </c:pt>
                <c:pt idx="1322">
                  <c:v>-0.88294759285892666</c:v>
                </c:pt>
                <c:pt idx="1323">
                  <c:v>-0.89100652418836701</c:v>
                </c:pt>
                <c:pt idx="1324">
                  <c:v>-0.89879404629916726</c:v>
                </c:pt>
                <c:pt idx="1325">
                  <c:v>-0.90630778703664983</c:v>
                </c:pt>
                <c:pt idx="1326">
                  <c:v>-0.91354545764260031</c:v>
                </c:pt>
                <c:pt idx="1327">
                  <c:v>-0.92050485345244071</c:v>
                </c:pt>
                <c:pt idx="1328">
                  <c:v>-0.92718385456678731</c:v>
                </c:pt>
                <c:pt idx="1329">
                  <c:v>-0.9335804264972013</c:v>
                </c:pt>
                <c:pt idx="1330">
                  <c:v>-0.93969262078590887</c:v>
                </c:pt>
                <c:pt idx="1331">
                  <c:v>-0.94551857559931685</c:v>
                </c:pt>
                <c:pt idx="1332">
                  <c:v>-0.95105651629515331</c:v>
                </c:pt>
                <c:pt idx="1333">
                  <c:v>-0.95630475596303488</c:v>
                </c:pt>
                <c:pt idx="1334">
                  <c:v>-0.96126169593831901</c:v>
                </c:pt>
                <c:pt idx="1335">
                  <c:v>-0.96592582628906809</c:v>
                </c:pt>
                <c:pt idx="1336">
                  <c:v>-0.97029572627599603</c:v>
                </c:pt>
                <c:pt idx="1337">
                  <c:v>-0.97437006478523536</c:v>
                </c:pt>
                <c:pt idx="1338">
                  <c:v>-0.97814760073380558</c:v>
                </c:pt>
                <c:pt idx="1339">
                  <c:v>-0.98162718344766364</c:v>
                </c:pt>
                <c:pt idx="1340">
                  <c:v>-0.98480775301220824</c:v>
                </c:pt>
                <c:pt idx="1341">
                  <c:v>-0.98768834059513777</c:v>
                </c:pt>
                <c:pt idx="1342">
                  <c:v>-0.99026806874157014</c:v>
                </c:pt>
                <c:pt idx="1343">
                  <c:v>-0.99254615164132221</c:v>
                </c:pt>
                <c:pt idx="1344">
                  <c:v>-0.9945218953682734</c:v>
                </c:pt>
                <c:pt idx="1345">
                  <c:v>-0.99619469809174543</c:v>
                </c:pt>
                <c:pt idx="1346">
                  <c:v>-0.99756405025982409</c:v>
                </c:pt>
                <c:pt idx="1347">
                  <c:v>-0.99862953475457394</c:v>
                </c:pt>
                <c:pt idx="1348">
                  <c:v>-0.99939082701909576</c:v>
                </c:pt>
                <c:pt idx="1349">
                  <c:v>-0.99984769515639116</c:v>
                </c:pt>
                <c:pt idx="1350">
                  <c:v>-1</c:v>
                </c:pt>
                <c:pt idx="1351">
                  <c:v>-0.99984769515639127</c:v>
                </c:pt>
                <c:pt idx="1352">
                  <c:v>-0.99939082701909576</c:v>
                </c:pt>
                <c:pt idx="1353">
                  <c:v>-0.99862953475457383</c:v>
                </c:pt>
                <c:pt idx="1354">
                  <c:v>-0.9975640502598242</c:v>
                </c:pt>
                <c:pt idx="1355">
                  <c:v>-0.99619469809174566</c:v>
                </c:pt>
                <c:pt idx="1356">
                  <c:v>-0.99452189536827351</c:v>
                </c:pt>
                <c:pt idx="1357">
                  <c:v>-0.99254615164132198</c:v>
                </c:pt>
                <c:pt idx="1358">
                  <c:v>-0.99026806874157036</c:v>
                </c:pt>
                <c:pt idx="1359">
                  <c:v>-0.98768834059513799</c:v>
                </c:pt>
                <c:pt idx="1360">
                  <c:v>-0.98480775301220791</c:v>
                </c:pt>
                <c:pt idx="1361">
                  <c:v>-0.98162718344766409</c:v>
                </c:pt>
                <c:pt idx="1362">
                  <c:v>-0.97814760073380591</c:v>
                </c:pt>
                <c:pt idx="1363">
                  <c:v>-0.97437006478523502</c:v>
                </c:pt>
                <c:pt idx="1364">
                  <c:v>-0.97029572627599647</c:v>
                </c:pt>
                <c:pt idx="1365">
                  <c:v>-0.96592582628906865</c:v>
                </c:pt>
                <c:pt idx="1366">
                  <c:v>-0.96126169593831856</c:v>
                </c:pt>
                <c:pt idx="1367">
                  <c:v>-0.95630475596303544</c:v>
                </c:pt>
                <c:pt idx="1368">
                  <c:v>-0.95105651629515386</c:v>
                </c:pt>
                <c:pt idx="1369">
                  <c:v>-0.94551857559931751</c:v>
                </c:pt>
                <c:pt idx="1370">
                  <c:v>-0.93969262078590821</c:v>
                </c:pt>
                <c:pt idx="1371">
                  <c:v>-0.93358042649720197</c:v>
                </c:pt>
                <c:pt idx="1372">
                  <c:v>-0.92718385456678809</c:v>
                </c:pt>
                <c:pt idx="1373">
                  <c:v>-0.92050485345244004</c:v>
                </c:pt>
                <c:pt idx="1374">
                  <c:v>-0.91354545764260109</c:v>
                </c:pt>
                <c:pt idx="1375">
                  <c:v>-0.9063077870366506</c:v>
                </c:pt>
                <c:pt idx="1376">
                  <c:v>-0.89879404629916659</c:v>
                </c:pt>
                <c:pt idx="1377">
                  <c:v>-0.8910065241883679</c:v>
                </c:pt>
                <c:pt idx="1378">
                  <c:v>-0.88294759285892743</c:v>
                </c:pt>
                <c:pt idx="1379">
                  <c:v>-0.87461970713939519</c:v>
                </c:pt>
                <c:pt idx="1380">
                  <c:v>-0.86602540378443849</c:v>
                </c:pt>
                <c:pt idx="1381">
                  <c:v>-0.85716730070211267</c:v>
                </c:pt>
                <c:pt idx="1382">
                  <c:v>-0.84804809615642696</c:v>
                </c:pt>
                <c:pt idx="1383">
                  <c:v>-0.83867056794542372</c:v>
                </c:pt>
                <c:pt idx="1384">
                  <c:v>-0.82903757255504196</c:v>
                </c:pt>
                <c:pt idx="1385">
                  <c:v>-0.81915204428899269</c:v>
                </c:pt>
                <c:pt idx="1386">
                  <c:v>-0.8090169943749469</c:v>
                </c:pt>
                <c:pt idx="1387">
                  <c:v>-0.79863551004729305</c:v>
                </c:pt>
                <c:pt idx="1388">
                  <c:v>-0.78801075360672279</c:v>
                </c:pt>
                <c:pt idx="1389">
                  <c:v>-0.77714596145697012</c:v>
                </c:pt>
                <c:pt idx="1390">
                  <c:v>-0.76604444311897801</c:v>
                </c:pt>
                <c:pt idx="1391">
                  <c:v>-0.75470958022277268</c:v>
                </c:pt>
                <c:pt idx="1392">
                  <c:v>-0.74314482547739569</c:v>
                </c:pt>
                <c:pt idx="1393">
                  <c:v>-0.73135370161917024</c:v>
                </c:pt>
                <c:pt idx="1394">
                  <c:v>-0.71933980033865164</c:v>
                </c:pt>
                <c:pt idx="1395">
                  <c:v>-0.70710678118654879</c:v>
                </c:pt>
                <c:pt idx="1396">
                  <c:v>-0.69465837045899681</c:v>
                </c:pt>
                <c:pt idx="1397">
                  <c:v>-0.68199836006249881</c:v>
                </c:pt>
                <c:pt idx="1398">
                  <c:v>-0.66913060635885935</c:v>
                </c:pt>
                <c:pt idx="1399">
                  <c:v>-0.65605902899050661</c:v>
                </c:pt>
                <c:pt idx="1400">
                  <c:v>-0.64278760968653947</c:v>
                </c:pt>
                <c:pt idx="1401">
                  <c:v>-0.62932039104983839</c:v>
                </c:pt>
                <c:pt idx="1402">
                  <c:v>-0.61566147532565729</c:v>
                </c:pt>
                <c:pt idx="1403">
                  <c:v>-0.60181502315204816</c:v>
                </c:pt>
                <c:pt idx="1404">
                  <c:v>-0.58778525229247391</c:v>
                </c:pt>
                <c:pt idx="1405">
                  <c:v>-0.57357643635104771</c:v>
                </c:pt>
                <c:pt idx="1406">
                  <c:v>-0.55919290347074646</c:v>
                </c:pt>
                <c:pt idx="1407">
                  <c:v>-0.54463903501502764</c:v>
                </c:pt>
                <c:pt idx="1408">
                  <c:v>-0.52991926423320646</c:v>
                </c:pt>
                <c:pt idx="1409">
                  <c:v>-0.5150380749100536</c:v>
                </c:pt>
                <c:pt idx="1410">
                  <c:v>-0.50000000000000033</c:v>
                </c:pt>
                <c:pt idx="1411">
                  <c:v>-0.48480962024633828</c:v>
                </c:pt>
                <c:pt idx="1412">
                  <c:v>-0.46947156278588986</c:v>
                </c:pt>
                <c:pt idx="1413">
                  <c:v>-0.45399049973954686</c:v>
                </c:pt>
                <c:pt idx="1414">
                  <c:v>-0.43837114678907846</c:v>
                </c:pt>
                <c:pt idx="1415">
                  <c:v>-0.42261826174069828</c:v>
                </c:pt>
                <c:pt idx="1416">
                  <c:v>-0.40673664307579999</c:v>
                </c:pt>
                <c:pt idx="1417">
                  <c:v>-0.39073112848927455</c:v>
                </c:pt>
                <c:pt idx="1418">
                  <c:v>-0.37460659341591385</c:v>
                </c:pt>
                <c:pt idx="1419">
                  <c:v>-0.35836794954529977</c:v>
                </c:pt>
                <c:pt idx="1420">
                  <c:v>-0.34202014332566927</c:v>
                </c:pt>
                <c:pt idx="1421">
                  <c:v>-0.32556815445715825</c:v>
                </c:pt>
                <c:pt idx="1422">
                  <c:v>-0.30901699437494667</c:v>
                </c:pt>
                <c:pt idx="1423">
                  <c:v>-0.29237170472273699</c:v>
                </c:pt>
                <c:pt idx="1424">
                  <c:v>-0.2756373558170005</c:v>
                </c:pt>
                <c:pt idx="1425">
                  <c:v>-0.25881904510251968</c:v>
                </c:pt>
                <c:pt idx="1426">
                  <c:v>-0.2419218955996677</c:v>
                </c:pt>
                <c:pt idx="1427">
                  <c:v>-0.22495105434386603</c:v>
                </c:pt>
                <c:pt idx="1428">
                  <c:v>-0.20791169081776145</c:v>
                </c:pt>
                <c:pt idx="1429">
                  <c:v>-0.1908089953765445</c:v>
                </c:pt>
                <c:pt idx="1430">
                  <c:v>-0.17364817766693111</c:v>
                </c:pt>
                <c:pt idx="1431">
                  <c:v>-0.1564344650402327</c:v>
                </c:pt>
                <c:pt idx="1432">
                  <c:v>-0.13917310096006485</c:v>
                </c:pt>
                <c:pt idx="1433">
                  <c:v>-0.12186934340514796</c:v>
                </c:pt>
                <c:pt idx="1434">
                  <c:v>-0.10452846326765503</c:v>
                </c:pt>
                <c:pt idx="1435">
                  <c:v>-8.7155742747657278E-2</c:v>
                </c:pt>
                <c:pt idx="1436">
                  <c:v>-6.9756473744125483E-2</c:v>
                </c:pt>
                <c:pt idx="1437">
                  <c:v>-5.2335956242945104E-2</c:v>
                </c:pt>
                <c:pt idx="1438">
                  <c:v>-3.4899496702499783E-2</c:v>
                </c:pt>
                <c:pt idx="1439">
                  <c:v>-1.7452406437283408E-2</c:v>
                </c:pt>
                <c:pt idx="1440">
                  <c:v>-9.8011876392689601E-16</c:v>
                </c:pt>
                <c:pt idx="1441">
                  <c:v>1.7452406437281447E-2</c:v>
                </c:pt>
                <c:pt idx="1442">
                  <c:v>3.4899496702501372E-2</c:v>
                </c:pt>
                <c:pt idx="1443">
                  <c:v>5.2335956242943148E-2</c:v>
                </c:pt>
                <c:pt idx="1444">
                  <c:v>6.9756473744123526E-2</c:v>
                </c:pt>
                <c:pt idx="1445">
                  <c:v>8.715574274765886E-2</c:v>
                </c:pt>
                <c:pt idx="1446">
                  <c:v>0.10452846326765308</c:v>
                </c:pt>
                <c:pt idx="1447">
                  <c:v>0.12186934340514602</c:v>
                </c:pt>
                <c:pt idx="1448">
                  <c:v>0.13917310096006641</c:v>
                </c:pt>
                <c:pt idx="1449">
                  <c:v>0.15643446504023079</c:v>
                </c:pt>
                <c:pt idx="1450">
                  <c:v>0.17364817766692919</c:v>
                </c:pt>
                <c:pt idx="1451">
                  <c:v>0.19080899537654608</c:v>
                </c:pt>
                <c:pt idx="1452">
                  <c:v>0.20791169081775954</c:v>
                </c:pt>
                <c:pt idx="1453">
                  <c:v>0.22495105434386414</c:v>
                </c:pt>
                <c:pt idx="1454">
                  <c:v>0.24192189559966581</c:v>
                </c:pt>
                <c:pt idx="1455">
                  <c:v>0.25881904510252124</c:v>
                </c:pt>
                <c:pt idx="1456">
                  <c:v>0.27563735581699861</c:v>
                </c:pt>
                <c:pt idx="1457">
                  <c:v>0.2923717047227351</c:v>
                </c:pt>
                <c:pt idx="1458">
                  <c:v>0.30901699437494817</c:v>
                </c:pt>
                <c:pt idx="1459">
                  <c:v>0.32556815445715637</c:v>
                </c:pt>
                <c:pt idx="1460">
                  <c:v>0.34202014332566744</c:v>
                </c:pt>
                <c:pt idx="1461">
                  <c:v>0.35836794954530127</c:v>
                </c:pt>
                <c:pt idx="1462">
                  <c:v>0.37460659341591201</c:v>
                </c:pt>
              </c:numCache>
            </c:numRef>
          </c:yVal>
          <c:smooth val="0"/>
          <c:extLst>
            <c:ext xmlns:c16="http://schemas.microsoft.com/office/drawing/2014/chart" uri="{C3380CC4-5D6E-409C-BE32-E72D297353CC}">
              <c16:uniqueId val="{00000000-2575-4EC7-804F-0A0FC6CF738D}"/>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85938456755422E-2"/>
          <c:y val="0.10185208034079242"/>
          <c:w val="0.93888888888888888"/>
          <c:h val="0.89814814814814814"/>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18F2-412A-92D6-D7D925C8E3A5}"/>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111080176623547E-2"/>
          <c:y val="0.17842861320900785"/>
          <c:w val="0.93888897113349057"/>
          <c:h val="0.8215716109810598"/>
        </c:manualLayout>
      </c:layout>
      <c:scatterChart>
        <c:scatterStyle val="lineMarker"/>
        <c:varyColors val="0"/>
        <c:ser>
          <c:idx val="0"/>
          <c:order val="0"/>
          <c:spPr>
            <a:ln w="22225" cap="rnd">
              <a:solidFill>
                <a:schemeClr val="tx1"/>
              </a:solidFill>
              <a:round/>
            </a:ln>
            <a:effectLst/>
          </c:spPr>
          <c:marker>
            <c:symbol val="none"/>
          </c:marker>
          <c:xVal>
            <c:numRef>
              <c:f>Sheet2!$A$2:$A$722</c:f>
              <c:numCache>
                <c:formatCode>General</c:formatCode>
                <c:ptCount val="7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numCache>
            </c:numRef>
          </c:xVal>
          <c:yVal>
            <c:numRef>
              <c:f>Sheet2!$B$2:$B$722</c:f>
              <c:numCache>
                <c:formatCode>General</c:formatCode>
                <c:ptCount val="721"/>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numCache>
            </c:numRef>
          </c:yVal>
          <c:smooth val="0"/>
          <c:extLst>
            <c:ext xmlns:c16="http://schemas.microsoft.com/office/drawing/2014/chart" uri="{C3380CC4-5D6E-409C-BE32-E72D297353CC}">
              <c16:uniqueId val="{00000000-1C37-45FC-A435-58C310801B21}"/>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025917931570633E-2"/>
          <c:y val="5.9238141844536629E-2"/>
          <c:w val="0.89269373856604439"/>
          <c:h val="0.94076207825161851"/>
        </c:manualLayout>
      </c:layout>
      <c:scatterChart>
        <c:scatterStyle val="lineMarker"/>
        <c:varyColors val="0"/>
        <c:ser>
          <c:idx val="0"/>
          <c:order val="0"/>
          <c:spPr>
            <a:ln w="19050" cap="rnd">
              <a:solidFill>
                <a:schemeClr val="tx1"/>
              </a:solidFill>
              <a:round/>
            </a:ln>
            <a:effectLst/>
          </c:spPr>
          <c:marker>
            <c:symbol val="none"/>
          </c:marker>
          <c:xVal>
            <c:numRef>
              <c:f>Sheet2!$A$2:$A$1464</c:f>
              <c:numCache>
                <c:formatCode>General</c:formatCode>
                <c:ptCount val="1463"/>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pt idx="201">
                  <c:v>201</c:v>
                </c:pt>
                <c:pt idx="202">
                  <c:v>202</c:v>
                </c:pt>
                <c:pt idx="203">
                  <c:v>203</c:v>
                </c:pt>
                <c:pt idx="204">
                  <c:v>204</c:v>
                </c:pt>
                <c:pt idx="205">
                  <c:v>205</c:v>
                </c:pt>
                <c:pt idx="206">
                  <c:v>206</c:v>
                </c:pt>
                <c:pt idx="207">
                  <c:v>207</c:v>
                </c:pt>
                <c:pt idx="208">
                  <c:v>208</c:v>
                </c:pt>
                <c:pt idx="209">
                  <c:v>209</c:v>
                </c:pt>
                <c:pt idx="210">
                  <c:v>210</c:v>
                </c:pt>
                <c:pt idx="211">
                  <c:v>211</c:v>
                </c:pt>
                <c:pt idx="212">
                  <c:v>212</c:v>
                </c:pt>
                <c:pt idx="213">
                  <c:v>213</c:v>
                </c:pt>
                <c:pt idx="214">
                  <c:v>214</c:v>
                </c:pt>
                <c:pt idx="215">
                  <c:v>215</c:v>
                </c:pt>
                <c:pt idx="216">
                  <c:v>216</c:v>
                </c:pt>
                <c:pt idx="217">
                  <c:v>217</c:v>
                </c:pt>
                <c:pt idx="218">
                  <c:v>218</c:v>
                </c:pt>
                <c:pt idx="219">
                  <c:v>219</c:v>
                </c:pt>
                <c:pt idx="220">
                  <c:v>220</c:v>
                </c:pt>
                <c:pt idx="221">
                  <c:v>221</c:v>
                </c:pt>
                <c:pt idx="222">
                  <c:v>222</c:v>
                </c:pt>
                <c:pt idx="223">
                  <c:v>223</c:v>
                </c:pt>
                <c:pt idx="224">
                  <c:v>224</c:v>
                </c:pt>
                <c:pt idx="225">
                  <c:v>225</c:v>
                </c:pt>
                <c:pt idx="226">
                  <c:v>226</c:v>
                </c:pt>
                <c:pt idx="227">
                  <c:v>227</c:v>
                </c:pt>
                <c:pt idx="228">
                  <c:v>228</c:v>
                </c:pt>
                <c:pt idx="229">
                  <c:v>229</c:v>
                </c:pt>
                <c:pt idx="230">
                  <c:v>230</c:v>
                </c:pt>
                <c:pt idx="231">
                  <c:v>231</c:v>
                </c:pt>
                <c:pt idx="232">
                  <c:v>232</c:v>
                </c:pt>
                <c:pt idx="233">
                  <c:v>233</c:v>
                </c:pt>
                <c:pt idx="234">
                  <c:v>234</c:v>
                </c:pt>
                <c:pt idx="235">
                  <c:v>235</c:v>
                </c:pt>
                <c:pt idx="236">
                  <c:v>236</c:v>
                </c:pt>
                <c:pt idx="237">
                  <c:v>237</c:v>
                </c:pt>
                <c:pt idx="238">
                  <c:v>238</c:v>
                </c:pt>
                <c:pt idx="239">
                  <c:v>239</c:v>
                </c:pt>
                <c:pt idx="240">
                  <c:v>240</c:v>
                </c:pt>
                <c:pt idx="241">
                  <c:v>241</c:v>
                </c:pt>
                <c:pt idx="242">
                  <c:v>242</c:v>
                </c:pt>
                <c:pt idx="243">
                  <c:v>243</c:v>
                </c:pt>
                <c:pt idx="244">
                  <c:v>244</c:v>
                </c:pt>
                <c:pt idx="245">
                  <c:v>245</c:v>
                </c:pt>
                <c:pt idx="246">
                  <c:v>246</c:v>
                </c:pt>
                <c:pt idx="247">
                  <c:v>247</c:v>
                </c:pt>
                <c:pt idx="248">
                  <c:v>248</c:v>
                </c:pt>
                <c:pt idx="249">
                  <c:v>249</c:v>
                </c:pt>
                <c:pt idx="250">
                  <c:v>250</c:v>
                </c:pt>
                <c:pt idx="251">
                  <c:v>251</c:v>
                </c:pt>
                <c:pt idx="252">
                  <c:v>252</c:v>
                </c:pt>
                <c:pt idx="253">
                  <c:v>253</c:v>
                </c:pt>
                <c:pt idx="254">
                  <c:v>254</c:v>
                </c:pt>
                <c:pt idx="255">
                  <c:v>255</c:v>
                </c:pt>
                <c:pt idx="256">
                  <c:v>256</c:v>
                </c:pt>
                <c:pt idx="257">
                  <c:v>257</c:v>
                </c:pt>
                <c:pt idx="258">
                  <c:v>258</c:v>
                </c:pt>
                <c:pt idx="259">
                  <c:v>259</c:v>
                </c:pt>
                <c:pt idx="260">
                  <c:v>260</c:v>
                </c:pt>
                <c:pt idx="261">
                  <c:v>261</c:v>
                </c:pt>
                <c:pt idx="262">
                  <c:v>262</c:v>
                </c:pt>
                <c:pt idx="263">
                  <c:v>263</c:v>
                </c:pt>
                <c:pt idx="264">
                  <c:v>264</c:v>
                </c:pt>
                <c:pt idx="265">
                  <c:v>265</c:v>
                </c:pt>
                <c:pt idx="266">
                  <c:v>266</c:v>
                </c:pt>
                <c:pt idx="267">
                  <c:v>267</c:v>
                </c:pt>
                <c:pt idx="268">
                  <c:v>268</c:v>
                </c:pt>
                <c:pt idx="269">
                  <c:v>269</c:v>
                </c:pt>
                <c:pt idx="270">
                  <c:v>270</c:v>
                </c:pt>
                <c:pt idx="271">
                  <c:v>271</c:v>
                </c:pt>
                <c:pt idx="272">
                  <c:v>272</c:v>
                </c:pt>
                <c:pt idx="273">
                  <c:v>273</c:v>
                </c:pt>
                <c:pt idx="274">
                  <c:v>274</c:v>
                </c:pt>
                <c:pt idx="275">
                  <c:v>275</c:v>
                </c:pt>
                <c:pt idx="276">
                  <c:v>276</c:v>
                </c:pt>
                <c:pt idx="277">
                  <c:v>277</c:v>
                </c:pt>
                <c:pt idx="278">
                  <c:v>278</c:v>
                </c:pt>
                <c:pt idx="279">
                  <c:v>279</c:v>
                </c:pt>
                <c:pt idx="280">
                  <c:v>280</c:v>
                </c:pt>
                <c:pt idx="281">
                  <c:v>281</c:v>
                </c:pt>
                <c:pt idx="282">
                  <c:v>282</c:v>
                </c:pt>
                <c:pt idx="283">
                  <c:v>283</c:v>
                </c:pt>
                <c:pt idx="284">
                  <c:v>284</c:v>
                </c:pt>
                <c:pt idx="285">
                  <c:v>285</c:v>
                </c:pt>
                <c:pt idx="286">
                  <c:v>286</c:v>
                </c:pt>
                <c:pt idx="287">
                  <c:v>287</c:v>
                </c:pt>
                <c:pt idx="288">
                  <c:v>288</c:v>
                </c:pt>
                <c:pt idx="289">
                  <c:v>289</c:v>
                </c:pt>
                <c:pt idx="290">
                  <c:v>290</c:v>
                </c:pt>
                <c:pt idx="291">
                  <c:v>291</c:v>
                </c:pt>
                <c:pt idx="292">
                  <c:v>292</c:v>
                </c:pt>
                <c:pt idx="293">
                  <c:v>293</c:v>
                </c:pt>
                <c:pt idx="294">
                  <c:v>294</c:v>
                </c:pt>
                <c:pt idx="295">
                  <c:v>295</c:v>
                </c:pt>
                <c:pt idx="296">
                  <c:v>296</c:v>
                </c:pt>
                <c:pt idx="297">
                  <c:v>297</c:v>
                </c:pt>
                <c:pt idx="298">
                  <c:v>298</c:v>
                </c:pt>
                <c:pt idx="299">
                  <c:v>299</c:v>
                </c:pt>
                <c:pt idx="300">
                  <c:v>300</c:v>
                </c:pt>
                <c:pt idx="301">
                  <c:v>301</c:v>
                </c:pt>
                <c:pt idx="302">
                  <c:v>302</c:v>
                </c:pt>
                <c:pt idx="303">
                  <c:v>303</c:v>
                </c:pt>
                <c:pt idx="304">
                  <c:v>304</c:v>
                </c:pt>
                <c:pt idx="305">
                  <c:v>305</c:v>
                </c:pt>
                <c:pt idx="306">
                  <c:v>306</c:v>
                </c:pt>
                <c:pt idx="307">
                  <c:v>307</c:v>
                </c:pt>
                <c:pt idx="308">
                  <c:v>308</c:v>
                </c:pt>
                <c:pt idx="309">
                  <c:v>309</c:v>
                </c:pt>
                <c:pt idx="310">
                  <c:v>310</c:v>
                </c:pt>
                <c:pt idx="311">
                  <c:v>311</c:v>
                </c:pt>
                <c:pt idx="312">
                  <c:v>312</c:v>
                </c:pt>
                <c:pt idx="313">
                  <c:v>313</c:v>
                </c:pt>
                <c:pt idx="314">
                  <c:v>314</c:v>
                </c:pt>
                <c:pt idx="315">
                  <c:v>315</c:v>
                </c:pt>
                <c:pt idx="316">
                  <c:v>316</c:v>
                </c:pt>
                <c:pt idx="317">
                  <c:v>317</c:v>
                </c:pt>
                <c:pt idx="318">
                  <c:v>318</c:v>
                </c:pt>
                <c:pt idx="319">
                  <c:v>319</c:v>
                </c:pt>
                <c:pt idx="320">
                  <c:v>320</c:v>
                </c:pt>
                <c:pt idx="321">
                  <c:v>321</c:v>
                </c:pt>
                <c:pt idx="322">
                  <c:v>322</c:v>
                </c:pt>
                <c:pt idx="323">
                  <c:v>323</c:v>
                </c:pt>
                <c:pt idx="324">
                  <c:v>324</c:v>
                </c:pt>
                <c:pt idx="325">
                  <c:v>325</c:v>
                </c:pt>
                <c:pt idx="326">
                  <c:v>326</c:v>
                </c:pt>
                <c:pt idx="327">
                  <c:v>327</c:v>
                </c:pt>
                <c:pt idx="328">
                  <c:v>328</c:v>
                </c:pt>
                <c:pt idx="329">
                  <c:v>329</c:v>
                </c:pt>
                <c:pt idx="330">
                  <c:v>330</c:v>
                </c:pt>
                <c:pt idx="331">
                  <c:v>331</c:v>
                </c:pt>
                <c:pt idx="332">
                  <c:v>332</c:v>
                </c:pt>
                <c:pt idx="333">
                  <c:v>333</c:v>
                </c:pt>
                <c:pt idx="334">
                  <c:v>334</c:v>
                </c:pt>
                <c:pt idx="335">
                  <c:v>335</c:v>
                </c:pt>
                <c:pt idx="336">
                  <c:v>336</c:v>
                </c:pt>
                <c:pt idx="337">
                  <c:v>337</c:v>
                </c:pt>
                <c:pt idx="338">
                  <c:v>338</c:v>
                </c:pt>
                <c:pt idx="339">
                  <c:v>339</c:v>
                </c:pt>
                <c:pt idx="340">
                  <c:v>340</c:v>
                </c:pt>
                <c:pt idx="341">
                  <c:v>341</c:v>
                </c:pt>
                <c:pt idx="342">
                  <c:v>342</c:v>
                </c:pt>
                <c:pt idx="343">
                  <c:v>343</c:v>
                </c:pt>
                <c:pt idx="344">
                  <c:v>344</c:v>
                </c:pt>
                <c:pt idx="345">
                  <c:v>345</c:v>
                </c:pt>
                <c:pt idx="346">
                  <c:v>346</c:v>
                </c:pt>
                <c:pt idx="347">
                  <c:v>347</c:v>
                </c:pt>
                <c:pt idx="348">
                  <c:v>348</c:v>
                </c:pt>
                <c:pt idx="349">
                  <c:v>349</c:v>
                </c:pt>
                <c:pt idx="350">
                  <c:v>350</c:v>
                </c:pt>
                <c:pt idx="351">
                  <c:v>351</c:v>
                </c:pt>
                <c:pt idx="352">
                  <c:v>352</c:v>
                </c:pt>
                <c:pt idx="353">
                  <c:v>353</c:v>
                </c:pt>
                <c:pt idx="354">
                  <c:v>354</c:v>
                </c:pt>
                <c:pt idx="355">
                  <c:v>355</c:v>
                </c:pt>
                <c:pt idx="356">
                  <c:v>356</c:v>
                </c:pt>
                <c:pt idx="357">
                  <c:v>357</c:v>
                </c:pt>
                <c:pt idx="358">
                  <c:v>358</c:v>
                </c:pt>
                <c:pt idx="359">
                  <c:v>359</c:v>
                </c:pt>
                <c:pt idx="360">
                  <c:v>360</c:v>
                </c:pt>
                <c:pt idx="361">
                  <c:v>361</c:v>
                </c:pt>
                <c:pt idx="362">
                  <c:v>362</c:v>
                </c:pt>
                <c:pt idx="363">
                  <c:v>363</c:v>
                </c:pt>
                <c:pt idx="364">
                  <c:v>364</c:v>
                </c:pt>
                <c:pt idx="365">
                  <c:v>365</c:v>
                </c:pt>
                <c:pt idx="366">
                  <c:v>366</c:v>
                </c:pt>
                <c:pt idx="367">
                  <c:v>367</c:v>
                </c:pt>
                <c:pt idx="368">
                  <c:v>368</c:v>
                </c:pt>
                <c:pt idx="369">
                  <c:v>369</c:v>
                </c:pt>
                <c:pt idx="370">
                  <c:v>370</c:v>
                </c:pt>
                <c:pt idx="371">
                  <c:v>371</c:v>
                </c:pt>
                <c:pt idx="372">
                  <c:v>372</c:v>
                </c:pt>
                <c:pt idx="373">
                  <c:v>373</c:v>
                </c:pt>
                <c:pt idx="374">
                  <c:v>374</c:v>
                </c:pt>
                <c:pt idx="375">
                  <c:v>375</c:v>
                </c:pt>
                <c:pt idx="376">
                  <c:v>376</c:v>
                </c:pt>
                <c:pt idx="377">
                  <c:v>377</c:v>
                </c:pt>
                <c:pt idx="378">
                  <c:v>378</c:v>
                </c:pt>
                <c:pt idx="379">
                  <c:v>379</c:v>
                </c:pt>
                <c:pt idx="380">
                  <c:v>380</c:v>
                </c:pt>
                <c:pt idx="381">
                  <c:v>381</c:v>
                </c:pt>
                <c:pt idx="382">
                  <c:v>382</c:v>
                </c:pt>
                <c:pt idx="383">
                  <c:v>383</c:v>
                </c:pt>
                <c:pt idx="384">
                  <c:v>384</c:v>
                </c:pt>
                <c:pt idx="385">
                  <c:v>385</c:v>
                </c:pt>
                <c:pt idx="386">
                  <c:v>386</c:v>
                </c:pt>
                <c:pt idx="387">
                  <c:v>387</c:v>
                </c:pt>
                <c:pt idx="388">
                  <c:v>388</c:v>
                </c:pt>
                <c:pt idx="389">
                  <c:v>389</c:v>
                </c:pt>
                <c:pt idx="390">
                  <c:v>390</c:v>
                </c:pt>
                <c:pt idx="391">
                  <c:v>391</c:v>
                </c:pt>
                <c:pt idx="392">
                  <c:v>392</c:v>
                </c:pt>
                <c:pt idx="393">
                  <c:v>393</c:v>
                </c:pt>
                <c:pt idx="394">
                  <c:v>394</c:v>
                </c:pt>
                <c:pt idx="395">
                  <c:v>395</c:v>
                </c:pt>
                <c:pt idx="396">
                  <c:v>396</c:v>
                </c:pt>
                <c:pt idx="397">
                  <c:v>397</c:v>
                </c:pt>
                <c:pt idx="398">
                  <c:v>398</c:v>
                </c:pt>
                <c:pt idx="399">
                  <c:v>399</c:v>
                </c:pt>
                <c:pt idx="400">
                  <c:v>400</c:v>
                </c:pt>
                <c:pt idx="401">
                  <c:v>401</c:v>
                </c:pt>
                <c:pt idx="402">
                  <c:v>402</c:v>
                </c:pt>
                <c:pt idx="403">
                  <c:v>403</c:v>
                </c:pt>
                <c:pt idx="404">
                  <c:v>404</c:v>
                </c:pt>
                <c:pt idx="405">
                  <c:v>405</c:v>
                </c:pt>
                <c:pt idx="406">
                  <c:v>406</c:v>
                </c:pt>
                <c:pt idx="407">
                  <c:v>407</c:v>
                </c:pt>
                <c:pt idx="408">
                  <c:v>408</c:v>
                </c:pt>
                <c:pt idx="409">
                  <c:v>409</c:v>
                </c:pt>
                <c:pt idx="410">
                  <c:v>410</c:v>
                </c:pt>
                <c:pt idx="411">
                  <c:v>411</c:v>
                </c:pt>
                <c:pt idx="412">
                  <c:v>412</c:v>
                </c:pt>
                <c:pt idx="413">
                  <c:v>413</c:v>
                </c:pt>
                <c:pt idx="414">
                  <c:v>414</c:v>
                </c:pt>
                <c:pt idx="415">
                  <c:v>415</c:v>
                </c:pt>
                <c:pt idx="416">
                  <c:v>416</c:v>
                </c:pt>
                <c:pt idx="417">
                  <c:v>417</c:v>
                </c:pt>
                <c:pt idx="418">
                  <c:v>418</c:v>
                </c:pt>
                <c:pt idx="419">
                  <c:v>419</c:v>
                </c:pt>
                <c:pt idx="420">
                  <c:v>420</c:v>
                </c:pt>
                <c:pt idx="421">
                  <c:v>421</c:v>
                </c:pt>
                <c:pt idx="422">
                  <c:v>422</c:v>
                </c:pt>
                <c:pt idx="423">
                  <c:v>423</c:v>
                </c:pt>
                <c:pt idx="424">
                  <c:v>424</c:v>
                </c:pt>
                <c:pt idx="425">
                  <c:v>425</c:v>
                </c:pt>
                <c:pt idx="426">
                  <c:v>426</c:v>
                </c:pt>
                <c:pt idx="427">
                  <c:v>427</c:v>
                </c:pt>
                <c:pt idx="428">
                  <c:v>428</c:v>
                </c:pt>
                <c:pt idx="429">
                  <c:v>429</c:v>
                </c:pt>
                <c:pt idx="430">
                  <c:v>430</c:v>
                </c:pt>
                <c:pt idx="431">
                  <c:v>431</c:v>
                </c:pt>
                <c:pt idx="432">
                  <c:v>432</c:v>
                </c:pt>
                <c:pt idx="433">
                  <c:v>433</c:v>
                </c:pt>
                <c:pt idx="434">
                  <c:v>434</c:v>
                </c:pt>
                <c:pt idx="435">
                  <c:v>435</c:v>
                </c:pt>
                <c:pt idx="436">
                  <c:v>436</c:v>
                </c:pt>
                <c:pt idx="437">
                  <c:v>437</c:v>
                </c:pt>
                <c:pt idx="438">
                  <c:v>438</c:v>
                </c:pt>
                <c:pt idx="439">
                  <c:v>439</c:v>
                </c:pt>
                <c:pt idx="440">
                  <c:v>440</c:v>
                </c:pt>
                <c:pt idx="441">
                  <c:v>441</c:v>
                </c:pt>
                <c:pt idx="442">
                  <c:v>442</c:v>
                </c:pt>
                <c:pt idx="443">
                  <c:v>443</c:v>
                </c:pt>
                <c:pt idx="444">
                  <c:v>444</c:v>
                </c:pt>
                <c:pt idx="445">
                  <c:v>445</c:v>
                </c:pt>
                <c:pt idx="446">
                  <c:v>446</c:v>
                </c:pt>
                <c:pt idx="447">
                  <c:v>447</c:v>
                </c:pt>
                <c:pt idx="448">
                  <c:v>448</c:v>
                </c:pt>
                <c:pt idx="449">
                  <c:v>449</c:v>
                </c:pt>
                <c:pt idx="450">
                  <c:v>450</c:v>
                </c:pt>
                <c:pt idx="451">
                  <c:v>451</c:v>
                </c:pt>
                <c:pt idx="452">
                  <c:v>452</c:v>
                </c:pt>
                <c:pt idx="453">
                  <c:v>453</c:v>
                </c:pt>
                <c:pt idx="454">
                  <c:v>454</c:v>
                </c:pt>
                <c:pt idx="455">
                  <c:v>455</c:v>
                </c:pt>
                <c:pt idx="456">
                  <c:v>456</c:v>
                </c:pt>
                <c:pt idx="457">
                  <c:v>457</c:v>
                </c:pt>
                <c:pt idx="458">
                  <c:v>458</c:v>
                </c:pt>
                <c:pt idx="459">
                  <c:v>459</c:v>
                </c:pt>
                <c:pt idx="460">
                  <c:v>460</c:v>
                </c:pt>
                <c:pt idx="461">
                  <c:v>461</c:v>
                </c:pt>
                <c:pt idx="462">
                  <c:v>462</c:v>
                </c:pt>
                <c:pt idx="463">
                  <c:v>463</c:v>
                </c:pt>
                <c:pt idx="464">
                  <c:v>464</c:v>
                </c:pt>
                <c:pt idx="465">
                  <c:v>465</c:v>
                </c:pt>
                <c:pt idx="466">
                  <c:v>466</c:v>
                </c:pt>
                <c:pt idx="467">
                  <c:v>467</c:v>
                </c:pt>
                <c:pt idx="468">
                  <c:v>468</c:v>
                </c:pt>
                <c:pt idx="469">
                  <c:v>469</c:v>
                </c:pt>
                <c:pt idx="470">
                  <c:v>470</c:v>
                </c:pt>
                <c:pt idx="471">
                  <c:v>471</c:v>
                </c:pt>
                <c:pt idx="472">
                  <c:v>472</c:v>
                </c:pt>
                <c:pt idx="473">
                  <c:v>473</c:v>
                </c:pt>
                <c:pt idx="474">
                  <c:v>474</c:v>
                </c:pt>
                <c:pt idx="475">
                  <c:v>475</c:v>
                </c:pt>
                <c:pt idx="476">
                  <c:v>476</c:v>
                </c:pt>
                <c:pt idx="477">
                  <c:v>477</c:v>
                </c:pt>
                <c:pt idx="478">
                  <c:v>478</c:v>
                </c:pt>
                <c:pt idx="479">
                  <c:v>479</c:v>
                </c:pt>
                <c:pt idx="480">
                  <c:v>480</c:v>
                </c:pt>
                <c:pt idx="481">
                  <c:v>481</c:v>
                </c:pt>
                <c:pt idx="482">
                  <c:v>482</c:v>
                </c:pt>
                <c:pt idx="483">
                  <c:v>483</c:v>
                </c:pt>
                <c:pt idx="484">
                  <c:v>484</c:v>
                </c:pt>
                <c:pt idx="485">
                  <c:v>485</c:v>
                </c:pt>
                <c:pt idx="486">
                  <c:v>486</c:v>
                </c:pt>
                <c:pt idx="487">
                  <c:v>487</c:v>
                </c:pt>
                <c:pt idx="488">
                  <c:v>488</c:v>
                </c:pt>
                <c:pt idx="489">
                  <c:v>489</c:v>
                </c:pt>
                <c:pt idx="490">
                  <c:v>490</c:v>
                </c:pt>
                <c:pt idx="491">
                  <c:v>491</c:v>
                </c:pt>
                <c:pt idx="492">
                  <c:v>492</c:v>
                </c:pt>
                <c:pt idx="493">
                  <c:v>493</c:v>
                </c:pt>
                <c:pt idx="494">
                  <c:v>494</c:v>
                </c:pt>
                <c:pt idx="495">
                  <c:v>495</c:v>
                </c:pt>
                <c:pt idx="496">
                  <c:v>496</c:v>
                </c:pt>
                <c:pt idx="497">
                  <c:v>497</c:v>
                </c:pt>
                <c:pt idx="498">
                  <c:v>498</c:v>
                </c:pt>
                <c:pt idx="499">
                  <c:v>499</c:v>
                </c:pt>
                <c:pt idx="500">
                  <c:v>500</c:v>
                </c:pt>
                <c:pt idx="501">
                  <c:v>501</c:v>
                </c:pt>
                <c:pt idx="502">
                  <c:v>502</c:v>
                </c:pt>
                <c:pt idx="503">
                  <c:v>503</c:v>
                </c:pt>
                <c:pt idx="504">
                  <c:v>504</c:v>
                </c:pt>
                <c:pt idx="505">
                  <c:v>505</c:v>
                </c:pt>
                <c:pt idx="506">
                  <c:v>506</c:v>
                </c:pt>
                <c:pt idx="507">
                  <c:v>507</c:v>
                </c:pt>
                <c:pt idx="508">
                  <c:v>508</c:v>
                </c:pt>
                <c:pt idx="509">
                  <c:v>509</c:v>
                </c:pt>
                <c:pt idx="510">
                  <c:v>510</c:v>
                </c:pt>
                <c:pt idx="511">
                  <c:v>511</c:v>
                </c:pt>
                <c:pt idx="512">
                  <c:v>512</c:v>
                </c:pt>
                <c:pt idx="513">
                  <c:v>513</c:v>
                </c:pt>
                <c:pt idx="514">
                  <c:v>514</c:v>
                </c:pt>
                <c:pt idx="515">
                  <c:v>515</c:v>
                </c:pt>
                <c:pt idx="516">
                  <c:v>516</c:v>
                </c:pt>
                <c:pt idx="517">
                  <c:v>517</c:v>
                </c:pt>
                <c:pt idx="518">
                  <c:v>518</c:v>
                </c:pt>
                <c:pt idx="519">
                  <c:v>519</c:v>
                </c:pt>
                <c:pt idx="520">
                  <c:v>520</c:v>
                </c:pt>
                <c:pt idx="521">
                  <c:v>521</c:v>
                </c:pt>
                <c:pt idx="522">
                  <c:v>522</c:v>
                </c:pt>
                <c:pt idx="523">
                  <c:v>523</c:v>
                </c:pt>
                <c:pt idx="524">
                  <c:v>524</c:v>
                </c:pt>
                <c:pt idx="525">
                  <c:v>525</c:v>
                </c:pt>
                <c:pt idx="526">
                  <c:v>526</c:v>
                </c:pt>
                <c:pt idx="527">
                  <c:v>527</c:v>
                </c:pt>
                <c:pt idx="528">
                  <c:v>528</c:v>
                </c:pt>
                <c:pt idx="529">
                  <c:v>529</c:v>
                </c:pt>
                <c:pt idx="530">
                  <c:v>530</c:v>
                </c:pt>
                <c:pt idx="531">
                  <c:v>531</c:v>
                </c:pt>
                <c:pt idx="532">
                  <c:v>532</c:v>
                </c:pt>
                <c:pt idx="533">
                  <c:v>533</c:v>
                </c:pt>
                <c:pt idx="534">
                  <c:v>534</c:v>
                </c:pt>
                <c:pt idx="535">
                  <c:v>535</c:v>
                </c:pt>
                <c:pt idx="536">
                  <c:v>536</c:v>
                </c:pt>
                <c:pt idx="537">
                  <c:v>537</c:v>
                </c:pt>
                <c:pt idx="538">
                  <c:v>538</c:v>
                </c:pt>
                <c:pt idx="539">
                  <c:v>539</c:v>
                </c:pt>
                <c:pt idx="540">
                  <c:v>540</c:v>
                </c:pt>
                <c:pt idx="541">
                  <c:v>541</c:v>
                </c:pt>
                <c:pt idx="542">
                  <c:v>542</c:v>
                </c:pt>
                <c:pt idx="543">
                  <c:v>543</c:v>
                </c:pt>
                <c:pt idx="544">
                  <c:v>544</c:v>
                </c:pt>
                <c:pt idx="545">
                  <c:v>545</c:v>
                </c:pt>
                <c:pt idx="546">
                  <c:v>546</c:v>
                </c:pt>
                <c:pt idx="547">
                  <c:v>547</c:v>
                </c:pt>
                <c:pt idx="548">
                  <c:v>548</c:v>
                </c:pt>
                <c:pt idx="549">
                  <c:v>549</c:v>
                </c:pt>
                <c:pt idx="550">
                  <c:v>550</c:v>
                </c:pt>
                <c:pt idx="551">
                  <c:v>551</c:v>
                </c:pt>
                <c:pt idx="552">
                  <c:v>552</c:v>
                </c:pt>
                <c:pt idx="553">
                  <c:v>553</c:v>
                </c:pt>
                <c:pt idx="554">
                  <c:v>554</c:v>
                </c:pt>
                <c:pt idx="555">
                  <c:v>555</c:v>
                </c:pt>
                <c:pt idx="556">
                  <c:v>556</c:v>
                </c:pt>
                <c:pt idx="557">
                  <c:v>557</c:v>
                </c:pt>
                <c:pt idx="558">
                  <c:v>558</c:v>
                </c:pt>
                <c:pt idx="559">
                  <c:v>559</c:v>
                </c:pt>
                <c:pt idx="560">
                  <c:v>560</c:v>
                </c:pt>
                <c:pt idx="561">
                  <c:v>561</c:v>
                </c:pt>
                <c:pt idx="562">
                  <c:v>562</c:v>
                </c:pt>
                <c:pt idx="563">
                  <c:v>563</c:v>
                </c:pt>
                <c:pt idx="564">
                  <c:v>564</c:v>
                </c:pt>
                <c:pt idx="565">
                  <c:v>565</c:v>
                </c:pt>
                <c:pt idx="566">
                  <c:v>566</c:v>
                </c:pt>
                <c:pt idx="567">
                  <c:v>567</c:v>
                </c:pt>
                <c:pt idx="568">
                  <c:v>568</c:v>
                </c:pt>
                <c:pt idx="569">
                  <c:v>569</c:v>
                </c:pt>
                <c:pt idx="570">
                  <c:v>570</c:v>
                </c:pt>
                <c:pt idx="571">
                  <c:v>571</c:v>
                </c:pt>
                <c:pt idx="572">
                  <c:v>572</c:v>
                </c:pt>
                <c:pt idx="573">
                  <c:v>573</c:v>
                </c:pt>
                <c:pt idx="574">
                  <c:v>574</c:v>
                </c:pt>
                <c:pt idx="575">
                  <c:v>575</c:v>
                </c:pt>
                <c:pt idx="576">
                  <c:v>576</c:v>
                </c:pt>
                <c:pt idx="577">
                  <c:v>577</c:v>
                </c:pt>
                <c:pt idx="578">
                  <c:v>578</c:v>
                </c:pt>
                <c:pt idx="579">
                  <c:v>579</c:v>
                </c:pt>
                <c:pt idx="580">
                  <c:v>580</c:v>
                </c:pt>
                <c:pt idx="581">
                  <c:v>581</c:v>
                </c:pt>
                <c:pt idx="582">
                  <c:v>582</c:v>
                </c:pt>
                <c:pt idx="583">
                  <c:v>583</c:v>
                </c:pt>
                <c:pt idx="584">
                  <c:v>584</c:v>
                </c:pt>
                <c:pt idx="585">
                  <c:v>585</c:v>
                </c:pt>
                <c:pt idx="586">
                  <c:v>586</c:v>
                </c:pt>
                <c:pt idx="587">
                  <c:v>587</c:v>
                </c:pt>
                <c:pt idx="588">
                  <c:v>588</c:v>
                </c:pt>
                <c:pt idx="589">
                  <c:v>589</c:v>
                </c:pt>
                <c:pt idx="590">
                  <c:v>590</c:v>
                </c:pt>
                <c:pt idx="591">
                  <c:v>591</c:v>
                </c:pt>
                <c:pt idx="592">
                  <c:v>592</c:v>
                </c:pt>
                <c:pt idx="593">
                  <c:v>593</c:v>
                </c:pt>
                <c:pt idx="594">
                  <c:v>594</c:v>
                </c:pt>
                <c:pt idx="595">
                  <c:v>595</c:v>
                </c:pt>
                <c:pt idx="596">
                  <c:v>596</c:v>
                </c:pt>
                <c:pt idx="597">
                  <c:v>597</c:v>
                </c:pt>
                <c:pt idx="598">
                  <c:v>598</c:v>
                </c:pt>
                <c:pt idx="599">
                  <c:v>599</c:v>
                </c:pt>
                <c:pt idx="600">
                  <c:v>600</c:v>
                </c:pt>
                <c:pt idx="601">
                  <c:v>601</c:v>
                </c:pt>
                <c:pt idx="602">
                  <c:v>602</c:v>
                </c:pt>
                <c:pt idx="603">
                  <c:v>603</c:v>
                </c:pt>
                <c:pt idx="604">
                  <c:v>604</c:v>
                </c:pt>
                <c:pt idx="605">
                  <c:v>605</c:v>
                </c:pt>
                <c:pt idx="606">
                  <c:v>606</c:v>
                </c:pt>
                <c:pt idx="607">
                  <c:v>607</c:v>
                </c:pt>
                <c:pt idx="608">
                  <c:v>608</c:v>
                </c:pt>
                <c:pt idx="609">
                  <c:v>609</c:v>
                </c:pt>
                <c:pt idx="610">
                  <c:v>610</c:v>
                </c:pt>
                <c:pt idx="611">
                  <c:v>611</c:v>
                </c:pt>
                <c:pt idx="612">
                  <c:v>612</c:v>
                </c:pt>
                <c:pt idx="613">
                  <c:v>613</c:v>
                </c:pt>
                <c:pt idx="614">
                  <c:v>614</c:v>
                </c:pt>
                <c:pt idx="615">
                  <c:v>615</c:v>
                </c:pt>
                <c:pt idx="616">
                  <c:v>616</c:v>
                </c:pt>
                <c:pt idx="617">
                  <c:v>617</c:v>
                </c:pt>
                <c:pt idx="618">
                  <c:v>618</c:v>
                </c:pt>
                <c:pt idx="619">
                  <c:v>619</c:v>
                </c:pt>
                <c:pt idx="620">
                  <c:v>620</c:v>
                </c:pt>
                <c:pt idx="621">
                  <c:v>621</c:v>
                </c:pt>
                <c:pt idx="622">
                  <c:v>622</c:v>
                </c:pt>
                <c:pt idx="623">
                  <c:v>623</c:v>
                </c:pt>
                <c:pt idx="624">
                  <c:v>624</c:v>
                </c:pt>
                <c:pt idx="625">
                  <c:v>625</c:v>
                </c:pt>
                <c:pt idx="626">
                  <c:v>626</c:v>
                </c:pt>
                <c:pt idx="627">
                  <c:v>627</c:v>
                </c:pt>
                <c:pt idx="628">
                  <c:v>628</c:v>
                </c:pt>
                <c:pt idx="629">
                  <c:v>629</c:v>
                </c:pt>
                <c:pt idx="630">
                  <c:v>630</c:v>
                </c:pt>
                <c:pt idx="631">
                  <c:v>631</c:v>
                </c:pt>
                <c:pt idx="632">
                  <c:v>632</c:v>
                </c:pt>
                <c:pt idx="633">
                  <c:v>633</c:v>
                </c:pt>
                <c:pt idx="634">
                  <c:v>634</c:v>
                </c:pt>
                <c:pt idx="635">
                  <c:v>635</c:v>
                </c:pt>
                <c:pt idx="636">
                  <c:v>636</c:v>
                </c:pt>
                <c:pt idx="637">
                  <c:v>637</c:v>
                </c:pt>
                <c:pt idx="638">
                  <c:v>638</c:v>
                </c:pt>
                <c:pt idx="639">
                  <c:v>639</c:v>
                </c:pt>
                <c:pt idx="640">
                  <c:v>640</c:v>
                </c:pt>
                <c:pt idx="641">
                  <c:v>641</c:v>
                </c:pt>
                <c:pt idx="642">
                  <c:v>642</c:v>
                </c:pt>
                <c:pt idx="643">
                  <c:v>643</c:v>
                </c:pt>
                <c:pt idx="644">
                  <c:v>644</c:v>
                </c:pt>
                <c:pt idx="645">
                  <c:v>645</c:v>
                </c:pt>
                <c:pt idx="646">
                  <c:v>646</c:v>
                </c:pt>
                <c:pt idx="647">
                  <c:v>647</c:v>
                </c:pt>
                <c:pt idx="648">
                  <c:v>648</c:v>
                </c:pt>
                <c:pt idx="649">
                  <c:v>649</c:v>
                </c:pt>
                <c:pt idx="650">
                  <c:v>650</c:v>
                </c:pt>
                <c:pt idx="651">
                  <c:v>651</c:v>
                </c:pt>
                <c:pt idx="652">
                  <c:v>652</c:v>
                </c:pt>
                <c:pt idx="653">
                  <c:v>653</c:v>
                </c:pt>
                <c:pt idx="654">
                  <c:v>654</c:v>
                </c:pt>
                <c:pt idx="655">
                  <c:v>655</c:v>
                </c:pt>
                <c:pt idx="656">
                  <c:v>656</c:v>
                </c:pt>
                <c:pt idx="657">
                  <c:v>657</c:v>
                </c:pt>
                <c:pt idx="658">
                  <c:v>658</c:v>
                </c:pt>
                <c:pt idx="659">
                  <c:v>659</c:v>
                </c:pt>
                <c:pt idx="660">
                  <c:v>660</c:v>
                </c:pt>
                <c:pt idx="661">
                  <c:v>661</c:v>
                </c:pt>
                <c:pt idx="662">
                  <c:v>662</c:v>
                </c:pt>
                <c:pt idx="663">
                  <c:v>663</c:v>
                </c:pt>
                <c:pt idx="664">
                  <c:v>664</c:v>
                </c:pt>
                <c:pt idx="665">
                  <c:v>665</c:v>
                </c:pt>
                <c:pt idx="666">
                  <c:v>666</c:v>
                </c:pt>
                <c:pt idx="667">
                  <c:v>667</c:v>
                </c:pt>
                <c:pt idx="668">
                  <c:v>668</c:v>
                </c:pt>
                <c:pt idx="669">
                  <c:v>669</c:v>
                </c:pt>
                <c:pt idx="670">
                  <c:v>670</c:v>
                </c:pt>
                <c:pt idx="671">
                  <c:v>671</c:v>
                </c:pt>
                <c:pt idx="672">
                  <c:v>672</c:v>
                </c:pt>
                <c:pt idx="673">
                  <c:v>673</c:v>
                </c:pt>
                <c:pt idx="674">
                  <c:v>674</c:v>
                </c:pt>
                <c:pt idx="675">
                  <c:v>675</c:v>
                </c:pt>
                <c:pt idx="676">
                  <c:v>676</c:v>
                </c:pt>
                <c:pt idx="677">
                  <c:v>677</c:v>
                </c:pt>
                <c:pt idx="678">
                  <c:v>678</c:v>
                </c:pt>
                <c:pt idx="679">
                  <c:v>679</c:v>
                </c:pt>
                <c:pt idx="680">
                  <c:v>680</c:v>
                </c:pt>
                <c:pt idx="681">
                  <c:v>681</c:v>
                </c:pt>
                <c:pt idx="682">
                  <c:v>682</c:v>
                </c:pt>
                <c:pt idx="683">
                  <c:v>683</c:v>
                </c:pt>
                <c:pt idx="684">
                  <c:v>684</c:v>
                </c:pt>
                <c:pt idx="685">
                  <c:v>685</c:v>
                </c:pt>
                <c:pt idx="686">
                  <c:v>686</c:v>
                </c:pt>
                <c:pt idx="687">
                  <c:v>687</c:v>
                </c:pt>
                <c:pt idx="688">
                  <c:v>688</c:v>
                </c:pt>
                <c:pt idx="689">
                  <c:v>689</c:v>
                </c:pt>
                <c:pt idx="690">
                  <c:v>690</c:v>
                </c:pt>
                <c:pt idx="691">
                  <c:v>691</c:v>
                </c:pt>
                <c:pt idx="692">
                  <c:v>692</c:v>
                </c:pt>
                <c:pt idx="693">
                  <c:v>693</c:v>
                </c:pt>
                <c:pt idx="694">
                  <c:v>694</c:v>
                </c:pt>
                <c:pt idx="695">
                  <c:v>695</c:v>
                </c:pt>
                <c:pt idx="696">
                  <c:v>696</c:v>
                </c:pt>
                <c:pt idx="697">
                  <c:v>697</c:v>
                </c:pt>
                <c:pt idx="698">
                  <c:v>698</c:v>
                </c:pt>
                <c:pt idx="699">
                  <c:v>699</c:v>
                </c:pt>
                <c:pt idx="700">
                  <c:v>700</c:v>
                </c:pt>
                <c:pt idx="701">
                  <c:v>701</c:v>
                </c:pt>
                <c:pt idx="702">
                  <c:v>702</c:v>
                </c:pt>
                <c:pt idx="703">
                  <c:v>703</c:v>
                </c:pt>
                <c:pt idx="704">
                  <c:v>704</c:v>
                </c:pt>
                <c:pt idx="705">
                  <c:v>705</c:v>
                </c:pt>
                <c:pt idx="706">
                  <c:v>706</c:v>
                </c:pt>
                <c:pt idx="707">
                  <c:v>707</c:v>
                </c:pt>
                <c:pt idx="708">
                  <c:v>708</c:v>
                </c:pt>
                <c:pt idx="709">
                  <c:v>709</c:v>
                </c:pt>
                <c:pt idx="710">
                  <c:v>710</c:v>
                </c:pt>
                <c:pt idx="711">
                  <c:v>711</c:v>
                </c:pt>
                <c:pt idx="712">
                  <c:v>712</c:v>
                </c:pt>
                <c:pt idx="713">
                  <c:v>713</c:v>
                </c:pt>
                <c:pt idx="714">
                  <c:v>714</c:v>
                </c:pt>
                <c:pt idx="715">
                  <c:v>715</c:v>
                </c:pt>
                <c:pt idx="716">
                  <c:v>716</c:v>
                </c:pt>
                <c:pt idx="717">
                  <c:v>717</c:v>
                </c:pt>
                <c:pt idx="718">
                  <c:v>718</c:v>
                </c:pt>
                <c:pt idx="719">
                  <c:v>719</c:v>
                </c:pt>
                <c:pt idx="720">
                  <c:v>720</c:v>
                </c:pt>
                <c:pt idx="721">
                  <c:v>721</c:v>
                </c:pt>
                <c:pt idx="722">
                  <c:v>722</c:v>
                </c:pt>
                <c:pt idx="723">
                  <c:v>723</c:v>
                </c:pt>
                <c:pt idx="724">
                  <c:v>724</c:v>
                </c:pt>
                <c:pt idx="725">
                  <c:v>725</c:v>
                </c:pt>
                <c:pt idx="726">
                  <c:v>726</c:v>
                </c:pt>
                <c:pt idx="727">
                  <c:v>727</c:v>
                </c:pt>
                <c:pt idx="728">
                  <c:v>728</c:v>
                </c:pt>
                <c:pt idx="729">
                  <c:v>729</c:v>
                </c:pt>
                <c:pt idx="730">
                  <c:v>730</c:v>
                </c:pt>
                <c:pt idx="731">
                  <c:v>731</c:v>
                </c:pt>
                <c:pt idx="732">
                  <c:v>732</c:v>
                </c:pt>
                <c:pt idx="733">
                  <c:v>733</c:v>
                </c:pt>
                <c:pt idx="734">
                  <c:v>734</c:v>
                </c:pt>
                <c:pt idx="735">
                  <c:v>735</c:v>
                </c:pt>
                <c:pt idx="736">
                  <c:v>736</c:v>
                </c:pt>
                <c:pt idx="737">
                  <c:v>737</c:v>
                </c:pt>
                <c:pt idx="738">
                  <c:v>738</c:v>
                </c:pt>
                <c:pt idx="739">
                  <c:v>739</c:v>
                </c:pt>
                <c:pt idx="740">
                  <c:v>740</c:v>
                </c:pt>
                <c:pt idx="741">
                  <c:v>741</c:v>
                </c:pt>
                <c:pt idx="742">
                  <c:v>742</c:v>
                </c:pt>
                <c:pt idx="743">
                  <c:v>743</c:v>
                </c:pt>
                <c:pt idx="744">
                  <c:v>744</c:v>
                </c:pt>
                <c:pt idx="745">
                  <c:v>745</c:v>
                </c:pt>
                <c:pt idx="746">
                  <c:v>746</c:v>
                </c:pt>
                <c:pt idx="747">
                  <c:v>747</c:v>
                </c:pt>
                <c:pt idx="748">
                  <c:v>748</c:v>
                </c:pt>
                <c:pt idx="749">
                  <c:v>749</c:v>
                </c:pt>
                <c:pt idx="750">
                  <c:v>750</c:v>
                </c:pt>
                <c:pt idx="751">
                  <c:v>751</c:v>
                </c:pt>
                <c:pt idx="752">
                  <c:v>752</c:v>
                </c:pt>
                <c:pt idx="753">
                  <c:v>753</c:v>
                </c:pt>
                <c:pt idx="754">
                  <c:v>754</c:v>
                </c:pt>
                <c:pt idx="755">
                  <c:v>755</c:v>
                </c:pt>
                <c:pt idx="756">
                  <c:v>756</c:v>
                </c:pt>
                <c:pt idx="757">
                  <c:v>757</c:v>
                </c:pt>
                <c:pt idx="758">
                  <c:v>758</c:v>
                </c:pt>
                <c:pt idx="759">
                  <c:v>759</c:v>
                </c:pt>
                <c:pt idx="760">
                  <c:v>760</c:v>
                </c:pt>
                <c:pt idx="761">
                  <c:v>761</c:v>
                </c:pt>
                <c:pt idx="762">
                  <c:v>762</c:v>
                </c:pt>
                <c:pt idx="763">
                  <c:v>763</c:v>
                </c:pt>
                <c:pt idx="764">
                  <c:v>764</c:v>
                </c:pt>
                <c:pt idx="765">
                  <c:v>765</c:v>
                </c:pt>
                <c:pt idx="766">
                  <c:v>766</c:v>
                </c:pt>
                <c:pt idx="767">
                  <c:v>767</c:v>
                </c:pt>
                <c:pt idx="768">
                  <c:v>768</c:v>
                </c:pt>
                <c:pt idx="769">
                  <c:v>769</c:v>
                </c:pt>
                <c:pt idx="770">
                  <c:v>770</c:v>
                </c:pt>
                <c:pt idx="771">
                  <c:v>771</c:v>
                </c:pt>
                <c:pt idx="772">
                  <c:v>772</c:v>
                </c:pt>
                <c:pt idx="773">
                  <c:v>773</c:v>
                </c:pt>
                <c:pt idx="774">
                  <c:v>774</c:v>
                </c:pt>
                <c:pt idx="775">
                  <c:v>775</c:v>
                </c:pt>
                <c:pt idx="776">
                  <c:v>776</c:v>
                </c:pt>
                <c:pt idx="777">
                  <c:v>777</c:v>
                </c:pt>
                <c:pt idx="778">
                  <c:v>778</c:v>
                </c:pt>
                <c:pt idx="779">
                  <c:v>779</c:v>
                </c:pt>
                <c:pt idx="780">
                  <c:v>780</c:v>
                </c:pt>
                <c:pt idx="781">
                  <c:v>781</c:v>
                </c:pt>
                <c:pt idx="782">
                  <c:v>782</c:v>
                </c:pt>
                <c:pt idx="783">
                  <c:v>783</c:v>
                </c:pt>
                <c:pt idx="784">
                  <c:v>784</c:v>
                </c:pt>
                <c:pt idx="785">
                  <c:v>785</c:v>
                </c:pt>
                <c:pt idx="786">
                  <c:v>786</c:v>
                </c:pt>
                <c:pt idx="787">
                  <c:v>787</c:v>
                </c:pt>
                <c:pt idx="788">
                  <c:v>788</c:v>
                </c:pt>
                <c:pt idx="789">
                  <c:v>789</c:v>
                </c:pt>
                <c:pt idx="790">
                  <c:v>790</c:v>
                </c:pt>
                <c:pt idx="791">
                  <c:v>791</c:v>
                </c:pt>
                <c:pt idx="792">
                  <c:v>792</c:v>
                </c:pt>
                <c:pt idx="793">
                  <c:v>793</c:v>
                </c:pt>
                <c:pt idx="794">
                  <c:v>794</c:v>
                </c:pt>
                <c:pt idx="795">
                  <c:v>795</c:v>
                </c:pt>
                <c:pt idx="796">
                  <c:v>796</c:v>
                </c:pt>
                <c:pt idx="797">
                  <c:v>797</c:v>
                </c:pt>
                <c:pt idx="798">
                  <c:v>798</c:v>
                </c:pt>
                <c:pt idx="799">
                  <c:v>799</c:v>
                </c:pt>
                <c:pt idx="800">
                  <c:v>800</c:v>
                </c:pt>
                <c:pt idx="801">
                  <c:v>801</c:v>
                </c:pt>
                <c:pt idx="802">
                  <c:v>802</c:v>
                </c:pt>
                <c:pt idx="803">
                  <c:v>803</c:v>
                </c:pt>
                <c:pt idx="804">
                  <c:v>804</c:v>
                </c:pt>
                <c:pt idx="805">
                  <c:v>805</c:v>
                </c:pt>
                <c:pt idx="806">
                  <c:v>806</c:v>
                </c:pt>
                <c:pt idx="807">
                  <c:v>807</c:v>
                </c:pt>
                <c:pt idx="808">
                  <c:v>808</c:v>
                </c:pt>
                <c:pt idx="809">
                  <c:v>809</c:v>
                </c:pt>
                <c:pt idx="810">
                  <c:v>810</c:v>
                </c:pt>
                <c:pt idx="811">
                  <c:v>811</c:v>
                </c:pt>
                <c:pt idx="812">
                  <c:v>812</c:v>
                </c:pt>
                <c:pt idx="813">
                  <c:v>813</c:v>
                </c:pt>
                <c:pt idx="814">
                  <c:v>814</c:v>
                </c:pt>
                <c:pt idx="815">
                  <c:v>815</c:v>
                </c:pt>
                <c:pt idx="816">
                  <c:v>816</c:v>
                </c:pt>
                <c:pt idx="817">
                  <c:v>817</c:v>
                </c:pt>
                <c:pt idx="818">
                  <c:v>818</c:v>
                </c:pt>
                <c:pt idx="819">
                  <c:v>819</c:v>
                </c:pt>
                <c:pt idx="820">
                  <c:v>820</c:v>
                </c:pt>
                <c:pt idx="821">
                  <c:v>821</c:v>
                </c:pt>
                <c:pt idx="822">
                  <c:v>822</c:v>
                </c:pt>
                <c:pt idx="823">
                  <c:v>823</c:v>
                </c:pt>
                <c:pt idx="824">
                  <c:v>824</c:v>
                </c:pt>
                <c:pt idx="825">
                  <c:v>825</c:v>
                </c:pt>
                <c:pt idx="826">
                  <c:v>826</c:v>
                </c:pt>
                <c:pt idx="827">
                  <c:v>827</c:v>
                </c:pt>
                <c:pt idx="828">
                  <c:v>828</c:v>
                </c:pt>
                <c:pt idx="829">
                  <c:v>829</c:v>
                </c:pt>
                <c:pt idx="830">
                  <c:v>830</c:v>
                </c:pt>
                <c:pt idx="831">
                  <c:v>831</c:v>
                </c:pt>
                <c:pt idx="832">
                  <c:v>832</c:v>
                </c:pt>
                <c:pt idx="833">
                  <c:v>833</c:v>
                </c:pt>
                <c:pt idx="834">
                  <c:v>834</c:v>
                </c:pt>
                <c:pt idx="835">
                  <c:v>835</c:v>
                </c:pt>
                <c:pt idx="836">
                  <c:v>836</c:v>
                </c:pt>
                <c:pt idx="837">
                  <c:v>837</c:v>
                </c:pt>
                <c:pt idx="838">
                  <c:v>838</c:v>
                </c:pt>
                <c:pt idx="839">
                  <c:v>839</c:v>
                </c:pt>
                <c:pt idx="840">
                  <c:v>840</c:v>
                </c:pt>
                <c:pt idx="841">
                  <c:v>841</c:v>
                </c:pt>
                <c:pt idx="842">
                  <c:v>842</c:v>
                </c:pt>
                <c:pt idx="843">
                  <c:v>843</c:v>
                </c:pt>
                <c:pt idx="844">
                  <c:v>844</c:v>
                </c:pt>
                <c:pt idx="845">
                  <c:v>845</c:v>
                </c:pt>
                <c:pt idx="846">
                  <c:v>846</c:v>
                </c:pt>
                <c:pt idx="847">
                  <c:v>847</c:v>
                </c:pt>
                <c:pt idx="848">
                  <c:v>848</c:v>
                </c:pt>
                <c:pt idx="849">
                  <c:v>849</c:v>
                </c:pt>
                <c:pt idx="850">
                  <c:v>850</c:v>
                </c:pt>
                <c:pt idx="851">
                  <c:v>851</c:v>
                </c:pt>
                <c:pt idx="852">
                  <c:v>852</c:v>
                </c:pt>
                <c:pt idx="853">
                  <c:v>853</c:v>
                </c:pt>
                <c:pt idx="854">
                  <c:v>854</c:v>
                </c:pt>
                <c:pt idx="855">
                  <c:v>855</c:v>
                </c:pt>
                <c:pt idx="856">
                  <c:v>856</c:v>
                </c:pt>
                <c:pt idx="857">
                  <c:v>857</c:v>
                </c:pt>
                <c:pt idx="858">
                  <c:v>858</c:v>
                </c:pt>
                <c:pt idx="859">
                  <c:v>859</c:v>
                </c:pt>
                <c:pt idx="860">
                  <c:v>860</c:v>
                </c:pt>
                <c:pt idx="861">
                  <c:v>861</c:v>
                </c:pt>
                <c:pt idx="862">
                  <c:v>862</c:v>
                </c:pt>
                <c:pt idx="863">
                  <c:v>863</c:v>
                </c:pt>
                <c:pt idx="864">
                  <c:v>864</c:v>
                </c:pt>
                <c:pt idx="865">
                  <c:v>865</c:v>
                </c:pt>
                <c:pt idx="866">
                  <c:v>866</c:v>
                </c:pt>
                <c:pt idx="867">
                  <c:v>867</c:v>
                </c:pt>
                <c:pt idx="868">
                  <c:v>868</c:v>
                </c:pt>
                <c:pt idx="869">
                  <c:v>869</c:v>
                </c:pt>
                <c:pt idx="870">
                  <c:v>870</c:v>
                </c:pt>
                <c:pt idx="871">
                  <c:v>871</c:v>
                </c:pt>
                <c:pt idx="872">
                  <c:v>872</c:v>
                </c:pt>
                <c:pt idx="873">
                  <c:v>873</c:v>
                </c:pt>
                <c:pt idx="874">
                  <c:v>874</c:v>
                </c:pt>
                <c:pt idx="875">
                  <c:v>875</c:v>
                </c:pt>
                <c:pt idx="876">
                  <c:v>876</c:v>
                </c:pt>
                <c:pt idx="877">
                  <c:v>877</c:v>
                </c:pt>
                <c:pt idx="878">
                  <c:v>878</c:v>
                </c:pt>
                <c:pt idx="879">
                  <c:v>879</c:v>
                </c:pt>
                <c:pt idx="880">
                  <c:v>880</c:v>
                </c:pt>
                <c:pt idx="881">
                  <c:v>881</c:v>
                </c:pt>
                <c:pt idx="882">
                  <c:v>882</c:v>
                </c:pt>
                <c:pt idx="883">
                  <c:v>883</c:v>
                </c:pt>
                <c:pt idx="884">
                  <c:v>884</c:v>
                </c:pt>
                <c:pt idx="885">
                  <c:v>885</c:v>
                </c:pt>
                <c:pt idx="886">
                  <c:v>886</c:v>
                </c:pt>
                <c:pt idx="887">
                  <c:v>887</c:v>
                </c:pt>
                <c:pt idx="888">
                  <c:v>888</c:v>
                </c:pt>
                <c:pt idx="889">
                  <c:v>889</c:v>
                </c:pt>
                <c:pt idx="890">
                  <c:v>890</c:v>
                </c:pt>
                <c:pt idx="891">
                  <c:v>891</c:v>
                </c:pt>
                <c:pt idx="892">
                  <c:v>892</c:v>
                </c:pt>
                <c:pt idx="893">
                  <c:v>893</c:v>
                </c:pt>
                <c:pt idx="894">
                  <c:v>894</c:v>
                </c:pt>
                <c:pt idx="895">
                  <c:v>895</c:v>
                </c:pt>
                <c:pt idx="896">
                  <c:v>896</c:v>
                </c:pt>
                <c:pt idx="897">
                  <c:v>897</c:v>
                </c:pt>
                <c:pt idx="898">
                  <c:v>898</c:v>
                </c:pt>
                <c:pt idx="899">
                  <c:v>899</c:v>
                </c:pt>
                <c:pt idx="900">
                  <c:v>900</c:v>
                </c:pt>
                <c:pt idx="901">
                  <c:v>901</c:v>
                </c:pt>
                <c:pt idx="902">
                  <c:v>902</c:v>
                </c:pt>
                <c:pt idx="903">
                  <c:v>903</c:v>
                </c:pt>
                <c:pt idx="904">
                  <c:v>904</c:v>
                </c:pt>
                <c:pt idx="905">
                  <c:v>905</c:v>
                </c:pt>
                <c:pt idx="906">
                  <c:v>906</c:v>
                </c:pt>
                <c:pt idx="907">
                  <c:v>907</c:v>
                </c:pt>
                <c:pt idx="908">
                  <c:v>908</c:v>
                </c:pt>
                <c:pt idx="909">
                  <c:v>909</c:v>
                </c:pt>
                <c:pt idx="910">
                  <c:v>910</c:v>
                </c:pt>
                <c:pt idx="911">
                  <c:v>911</c:v>
                </c:pt>
                <c:pt idx="912">
                  <c:v>912</c:v>
                </c:pt>
                <c:pt idx="913">
                  <c:v>913</c:v>
                </c:pt>
                <c:pt idx="914">
                  <c:v>914</c:v>
                </c:pt>
                <c:pt idx="915">
                  <c:v>915</c:v>
                </c:pt>
                <c:pt idx="916">
                  <c:v>916</c:v>
                </c:pt>
                <c:pt idx="917">
                  <c:v>917</c:v>
                </c:pt>
                <c:pt idx="918">
                  <c:v>918</c:v>
                </c:pt>
                <c:pt idx="919">
                  <c:v>919</c:v>
                </c:pt>
                <c:pt idx="920">
                  <c:v>920</c:v>
                </c:pt>
                <c:pt idx="921">
                  <c:v>921</c:v>
                </c:pt>
                <c:pt idx="922">
                  <c:v>922</c:v>
                </c:pt>
                <c:pt idx="923">
                  <c:v>923</c:v>
                </c:pt>
                <c:pt idx="924">
                  <c:v>924</c:v>
                </c:pt>
                <c:pt idx="925">
                  <c:v>925</c:v>
                </c:pt>
                <c:pt idx="926">
                  <c:v>926</c:v>
                </c:pt>
                <c:pt idx="927">
                  <c:v>927</c:v>
                </c:pt>
                <c:pt idx="928">
                  <c:v>928</c:v>
                </c:pt>
                <c:pt idx="929">
                  <c:v>929</c:v>
                </c:pt>
                <c:pt idx="930">
                  <c:v>930</c:v>
                </c:pt>
                <c:pt idx="931">
                  <c:v>931</c:v>
                </c:pt>
                <c:pt idx="932">
                  <c:v>932</c:v>
                </c:pt>
                <c:pt idx="933">
                  <c:v>933</c:v>
                </c:pt>
                <c:pt idx="934">
                  <c:v>934</c:v>
                </c:pt>
                <c:pt idx="935">
                  <c:v>935</c:v>
                </c:pt>
                <c:pt idx="936">
                  <c:v>936</c:v>
                </c:pt>
                <c:pt idx="937">
                  <c:v>937</c:v>
                </c:pt>
                <c:pt idx="938">
                  <c:v>938</c:v>
                </c:pt>
                <c:pt idx="939">
                  <c:v>939</c:v>
                </c:pt>
                <c:pt idx="940">
                  <c:v>940</c:v>
                </c:pt>
                <c:pt idx="941">
                  <c:v>941</c:v>
                </c:pt>
                <c:pt idx="942">
                  <c:v>942</c:v>
                </c:pt>
                <c:pt idx="943">
                  <c:v>943</c:v>
                </c:pt>
                <c:pt idx="944">
                  <c:v>944</c:v>
                </c:pt>
                <c:pt idx="945">
                  <c:v>945</c:v>
                </c:pt>
                <c:pt idx="946">
                  <c:v>946</c:v>
                </c:pt>
                <c:pt idx="947">
                  <c:v>947</c:v>
                </c:pt>
                <c:pt idx="948">
                  <c:v>948</c:v>
                </c:pt>
                <c:pt idx="949">
                  <c:v>949</c:v>
                </c:pt>
                <c:pt idx="950">
                  <c:v>950</c:v>
                </c:pt>
                <c:pt idx="951">
                  <c:v>951</c:v>
                </c:pt>
                <c:pt idx="952">
                  <c:v>952</c:v>
                </c:pt>
                <c:pt idx="953">
                  <c:v>953</c:v>
                </c:pt>
                <c:pt idx="954">
                  <c:v>954</c:v>
                </c:pt>
                <c:pt idx="955">
                  <c:v>955</c:v>
                </c:pt>
                <c:pt idx="956">
                  <c:v>956</c:v>
                </c:pt>
                <c:pt idx="957">
                  <c:v>957</c:v>
                </c:pt>
                <c:pt idx="958">
                  <c:v>958</c:v>
                </c:pt>
                <c:pt idx="959">
                  <c:v>959</c:v>
                </c:pt>
                <c:pt idx="960">
                  <c:v>960</c:v>
                </c:pt>
                <c:pt idx="961">
                  <c:v>961</c:v>
                </c:pt>
                <c:pt idx="962">
                  <c:v>962</c:v>
                </c:pt>
                <c:pt idx="963">
                  <c:v>963</c:v>
                </c:pt>
                <c:pt idx="964">
                  <c:v>964</c:v>
                </c:pt>
                <c:pt idx="965">
                  <c:v>965</c:v>
                </c:pt>
                <c:pt idx="966">
                  <c:v>966</c:v>
                </c:pt>
                <c:pt idx="967">
                  <c:v>967</c:v>
                </c:pt>
                <c:pt idx="968">
                  <c:v>968</c:v>
                </c:pt>
                <c:pt idx="969">
                  <c:v>969</c:v>
                </c:pt>
                <c:pt idx="970">
                  <c:v>970</c:v>
                </c:pt>
                <c:pt idx="971">
                  <c:v>971</c:v>
                </c:pt>
                <c:pt idx="972">
                  <c:v>972</c:v>
                </c:pt>
                <c:pt idx="973">
                  <c:v>973</c:v>
                </c:pt>
                <c:pt idx="974">
                  <c:v>974</c:v>
                </c:pt>
                <c:pt idx="975">
                  <c:v>975</c:v>
                </c:pt>
                <c:pt idx="976">
                  <c:v>976</c:v>
                </c:pt>
                <c:pt idx="977">
                  <c:v>977</c:v>
                </c:pt>
                <c:pt idx="978">
                  <c:v>978</c:v>
                </c:pt>
                <c:pt idx="979">
                  <c:v>979</c:v>
                </c:pt>
                <c:pt idx="980">
                  <c:v>980</c:v>
                </c:pt>
                <c:pt idx="981">
                  <c:v>981</c:v>
                </c:pt>
                <c:pt idx="982">
                  <c:v>982</c:v>
                </c:pt>
                <c:pt idx="983">
                  <c:v>983</c:v>
                </c:pt>
                <c:pt idx="984">
                  <c:v>984</c:v>
                </c:pt>
                <c:pt idx="985">
                  <c:v>985</c:v>
                </c:pt>
                <c:pt idx="986">
                  <c:v>986</c:v>
                </c:pt>
                <c:pt idx="987">
                  <c:v>987</c:v>
                </c:pt>
                <c:pt idx="988">
                  <c:v>988</c:v>
                </c:pt>
                <c:pt idx="989">
                  <c:v>989</c:v>
                </c:pt>
                <c:pt idx="990">
                  <c:v>990</c:v>
                </c:pt>
                <c:pt idx="991">
                  <c:v>991</c:v>
                </c:pt>
                <c:pt idx="992">
                  <c:v>992</c:v>
                </c:pt>
                <c:pt idx="993">
                  <c:v>993</c:v>
                </c:pt>
                <c:pt idx="994">
                  <c:v>994</c:v>
                </c:pt>
                <c:pt idx="995">
                  <c:v>995</c:v>
                </c:pt>
                <c:pt idx="996">
                  <c:v>996</c:v>
                </c:pt>
                <c:pt idx="997">
                  <c:v>997</c:v>
                </c:pt>
                <c:pt idx="998">
                  <c:v>998</c:v>
                </c:pt>
                <c:pt idx="999">
                  <c:v>999</c:v>
                </c:pt>
                <c:pt idx="1000">
                  <c:v>1000</c:v>
                </c:pt>
                <c:pt idx="1001">
                  <c:v>1001</c:v>
                </c:pt>
                <c:pt idx="1002">
                  <c:v>1002</c:v>
                </c:pt>
                <c:pt idx="1003">
                  <c:v>1003</c:v>
                </c:pt>
                <c:pt idx="1004">
                  <c:v>1004</c:v>
                </c:pt>
                <c:pt idx="1005">
                  <c:v>1005</c:v>
                </c:pt>
                <c:pt idx="1006">
                  <c:v>1006</c:v>
                </c:pt>
                <c:pt idx="1007">
                  <c:v>1007</c:v>
                </c:pt>
                <c:pt idx="1008">
                  <c:v>1008</c:v>
                </c:pt>
                <c:pt idx="1009">
                  <c:v>1009</c:v>
                </c:pt>
                <c:pt idx="1010">
                  <c:v>1010</c:v>
                </c:pt>
                <c:pt idx="1011">
                  <c:v>1011</c:v>
                </c:pt>
                <c:pt idx="1012">
                  <c:v>1012</c:v>
                </c:pt>
                <c:pt idx="1013">
                  <c:v>1013</c:v>
                </c:pt>
                <c:pt idx="1014">
                  <c:v>1014</c:v>
                </c:pt>
                <c:pt idx="1015">
                  <c:v>1015</c:v>
                </c:pt>
                <c:pt idx="1016">
                  <c:v>1016</c:v>
                </c:pt>
                <c:pt idx="1017">
                  <c:v>1017</c:v>
                </c:pt>
                <c:pt idx="1018">
                  <c:v>1018</c:v>
                </c:pt>
                <c:pt idx="1019">
                  <c:v>1019</c:v>
                </c:pt>
                <c:pt idx="1020">
                  <c:v>1020</c:v>
                </c:pt>
                <c:pt idx="1021">
                  <c:v>1021</c:v>
                </c:pt>
                <c:pt idx="1022">
                  <c:v>1022</c:v>
                </c:pt>
                <c:pt idx="1023">
                  <c:v>1023</c:v>
                </c:pt>
                <c:pt idx="1024">
                  <c:v>1024</c:v>
                </c:pt>
                <c:pt idx="1025">
                  <c:v>1025</c:v>
                </c:pt>
                <c:pt idx="1026">
                  <c:v>1026</c:v>
                </c:pt>
                <c:pt idx="1027">
                  <c:v>1027</c:v>
                </c:pt>
                <c:pt idx="1028">
                  <c:v>1028</c:v>
                </c:pt>
                <c:pt idx="1029">
                  <c:v>1029</c:v>
                </c:pt>
                <c:pt idx="1030">
                  <c:v>1030</c:v>
                </c:pt>
                <c:pt idx="1031">
                  <c:v>1031</c:v>
                </c:pt>
                <c:pt idx="1032">
                  <c:v>1032</c:v>
                </c:pt>
                <c:pt idx="1033">
                  <c:v>1033</c:v>
                </c:pt>
                <c:pt idx="1034">
                  <c:v>1034</c:v>
                </c:pt>
                <c:pt idx="1035">
                  <c:v>1035</c:v>
                </c:pt>
                <c:pt idx="1036">
                  <c:v>1036</c:v>
                </c:pt>
                <c:pt idx="1037">
                  <c:v>1037</c:v>
                </c:pt>
                <c:pt idx="1038">
                  <c:v>1038</c:v>
                </c:pt>
                <c:pt idx="1039">
                  <c:v>1039</c:v>
                </c:pt>
                <c:pt idx="1040">
                  <c:v>1040</c:v>
                </c:pt>
                <c:pt idx="1041">
                  <c:v>1041</c:v>
                </c:pt>
                <c:pt idx="1042">
                  <c:v>1042</c:v>
                </c:pt>
                <c:pt idx="1043">
                  <c:v>1043</c:v>
                </c:pt>
                <c:pt idx="1044">
                  <c:v>1044</c:v>
                </c:pt>
                <c:pt idx="1045">
                  <c:v>1045</c:v>
                </c:pt>
                <c:pt idx="1046">
                  <c:v>1046</c:v>
                </c:pt>
                <c:pt idx="1047">
                  <c:v>1047</c:v>
                </c:pt>
                <c:pt idx="1048">
                  <c:v>1048</c:v>
                </c:pt>
                <c:pt idx="1049">
                  <c:v>1049</c:v>
                </c:pt>
                <c:pt idx="1050">
                  <c:v>1050</c:v>
                </c:pt>
                <c:pt idx="1051">
                  <c:v>1051</c:v>
                </c:pt>
                <c:pt idx="1052">
                  <c:v>1052</c:v>
                </c:pt>
                <c:pt idx="1053">
                  <c:v>1053</c:v>
                </c:pt>
                <c:pt idx="1054">
                  <c:v>1054</c:v>
                </c:pt>
                <c:pt idx="1055">
                  <c:v>1055</c:v>
                </c:pt>
                <c:pt idx="1056">
                  <c:v>1056</c:v>
                </c:pt>
                <c:pt idx="1057">
                  <c:v>1057</c:v>
                </c:pt>
                <c:pt idx="1058">
                  <c:v>1058</c:v>
                </c:pt>
                <c:pt idx="1059">
                  <c:v>1059</c:v>
                </c:pt>
                <c:pt idx="1060">
                  <c:v>1060</c:v>
                </c:pt>
                <c:pt idx="1061">
                  <c:v>1061</c:v>
                </c:pt>
                <c:pt idx="1062">
                  <c:v>1062</c:v>
                </c:pt>
                <c:pt idx="1063">
                  <c:v>1063</c:v>
                </c:pt>
                <c:pt idx="1064">
                  <c:v>1064</c:v>
                </c:pt>
                <c:pt idx="1065">
                  <c:v>1065</c:v>
                </c:pt>
                <c:pt idx="1066">
                  <c:v>1066</c:v>
                </c:pt>
                <c:pt idx="1067">
                  <c:v>1067</c:v>
                </c:pt>
                <c:pt idx="1068">
                  <c:v>1068</c:v>
                </c:pt>
                <c:pt idx="1069">
                  <c:v>1069</c:v>
                </c:pt>
                <c:pt idx="1070">
                  <c:v>1070</c:v>
                </c:pt>
                <c:pt idx="1071">
                  <c:v>1071</c:v>
                </c:pt>
                <c:pt idx="1072">
                  <c:v>1072</c:v>
                </c:pt>
                <c:pt idx="1073">
                  <c:v>1073</c:v>
                </c:pt>
                <c:pt idx="1074">
                  <c:v>1074</c:v>
                </c:pt>
                <c:pt idx="1075">
                  <c:v>1075</c:v>
                </c:pt>
                <c:pt idx="1076">
                  <c:v>1076</c:v>
                </c:pt>
                <c:pt idx="1077">
                  <c:v>1077</c:v>
                </c:pt>
                <c:pt idx="1078">
                  <c:v>1078</c:v>
                </c:pt>
                <c:pt idx="1079">
                  <c:v>1079</c:v>
                </c:pt>
                <c:pt idx="1080">
                  <c:v>1080</c:v>
                </c:pt>
                <c:pt idx="1081">
                  <c:v>1081</c:v>
                </c:pt>
                <c:pt idx="1082">
                  <c:v>1082</c:v>
                </c:pt>
                <c:pt idx="1083">
                  <c:v>1083</c:v>
                </c:pt>
                <c:pt idx="1084">
                  <c:v>1084</c:v>
                </c:pt>
                <c:pt idx="1085">
                  <c:v>1085</c:v>
                </c:pt>
                <c:pt idx="1086">
                  <c:v>1086</c:v>
                </c:pt>
                <c:pt idx="1087">
                  <c:v>1087</c:v>
                </c:pt>
                <c:pt idx="1088">
                  <c:v>1088</c:v>
                </c:pt>
                <c:pt idx="1089">
                  <c:v>1089</c:v>
                </c:pt>
                <c:pt idx="1090">
                  <c:v>1090</c:v>
                </c:pt>
                <c:pt idx="1091">
                  <c:v>1091</c:v>
                </c:pt>
                <c:pt idx="1092">
                  <c:v>1092</c:v>
                </c:pt>
                <c:pt idx="1093">
                  <c:v>1093</c:v>
                </c:pt>
                <c:pt idx="1094">
                  <c:v>1094</c:v>
                </c:pt>
                <c:pt idx="1095">
                  <c:v>1095</c:v>
                </c:pt>
                <c:pt idx="1096">
                  <c:v>1096</c:v>
                </c:pt>
                <c:pt idx="1097">
                  <c:v>1097</c:v>
                </c:pt>
                <c:pt idx="1098">
                  <c:v>1098</c:v>
                </c:pt>
                <c:pt idx="1099">
                  <c:v>1099</c:v>
                </c:pt>
                <c:pt idx="1100">
                  <c:v>1100</c:v>
                </c:pt>
                <c:pt idx="1101">
                  <c:v>1101</c:v>
                </c:pt>
                <c:pt idx="1102">
                  <c:v>1102</c:v>
                </c:pt>
                <c:pt idx="1103">
                  <c:v>1103</c:v>
                </c:pt>
                <c:pt idx="1104">
                  <c:v>1104</c:v>
                </c:pt>
                <c:pt idx="1105">
                  <c:v>1105</c:v>
                </c:pt>
                <c:pt idx="1106">
                  <c:v>1106</c:v>
                </c:pt>
                <c:pt idx="1107">
                  <c:v>1107</c:v>
                </c:pt>
                <c:pt idx="1108">
                  <c:v>1108</c:v>
                </c:pt>
                <c:pt idx="1109">
                  <c:v>1109</c:v>
                </c:pt>
                <c:pt idx="1110">
                  <c:v>1110</c:v>
                </c:pt>
                <c:pt idx="1111">
                  <c:v>1111</c:v>
                </c:pt>
                <c:pt idx="1112">
                  <c:v>1112</c:v>
                </c:pt>
                <c:pt idx="1113">
                  <c:v>1113</c:v>
                </c:pt>
                <c:pt idx="1114">
                  <c:v>1114</c:v>
                </c:pt>
                <c:pt idx="1115">
                  <c:v>1115</c:v>
                </c:pt>
                <c:pt idx="1116">
                  <c:v>1116</c:v>
                </c:pt>
                <c:pt idx="1117">
                  <c:v>1117</c:v>
                </c:pt>
                <c:pt idx="1118">
                  <c:v>1118</c:v>
                </c:pt>
                <c:pt idx="1119">
                  <c:v>1119</c:v>
                </c:pt>
                <c:pt idx="1120">
                  <c:v>1120</c:v>
                </c:pt>
                <c:pt idx="1121">
                  <c:v>1121</c:v>
                </c:pt>
                <c:pt idx="1122">
                  <c:v>1122</c:v>
                </c:pt>
                <c:pt idx="1123">
                  <c:v>1123</c:v>
                </c:pt>
                <c:pt idx="1124">
                  <c:v>1124</c:v>
                </c:pt>
                <c:pt idx="1125">
                  <c:v>1125</c:v>
                </c:pt>
                <c:pt idx="1126">
                  <c:v>1126</c:v>
                </c:pt>
                <c:pt idx="1127">
                  <c:v>1127</c:v>
                </c:pt>
                <c:pt idx="1128">
                  <c:v>1128</c:v>
                </c:pt>
                <c:pt idx="1129">
                  <c:v>1129</c:v>
                </c:pt>
                <c:pt idx="1130">
                  <c:v>1130</c:v>
                </c:pt>
                <c:pt idx="1131">
                  <c:v>1131</c:v>
                </c:pt>
                <c:pt idx="1132">
                  <c:v>1132</c:v>
                </c:pt>
                <c:pt idx="1133">
                  <c:v>1133</c:v>
                </c:pt>
                <c:pt idx="1134">
                  <c:v>1134</c:v>
                </c:pt>
                <c:pt idx="1135">
                  <c:v>1135</c:v>
                </c:pt>
                <c:pt idx="1136">
                  <c:v>1136</c:v>
                </c:pt>
                <c:pt idx="1137">
                  <c:v>1137</c:v>
                </c:pt>
                <c:pt idx="1138">
                  <c:v>1138</c:v>
                </c:pt>
                <c:pt idx="1139">
                  <c:v>1139</c:v>
                </c:pt>
                <c:pt idx="1140">
                  <c:v>1140</c:v>
                </c:pt>
                <c:pt idx="1141">
                  <c:v>1141</c:v>
                </c:pt>
                <c:pt idx="1142">
                  <c:v>1142</c:v>
                </c:pt>
                <c:pt idx="1143">
                  <c:v>1143</c:v>
                </c:pt>
                <c:pt idx="1144">
                  <c:v>1144</c:v>
                </c:pt>
                <c:pt idx="1145">
                  <c:v>1145</c:v>
                </c:pt>
                <c:pt idx="1146">
                  <c:v>1146</c:v>
                </c:pt>
                <c:pt idx="1147">
                  <c:v>1147</c:v>
                </c:pt>
                <c:pt idx="1148">
                  <c:v>1148</c:v>
                </c:pt>
                <c:pt idx="1149">
                  <c:v>1149</c:v>
                </c:pt>
                <c:pt idx="1150">
                  <c:v>1150</c:v>
                </c:pt>
                <c:pt idx="1151">
                  <c:v>1151</c:v>
                </c:pt>
                <c:pt idx="1152">
                  <c:v>1152</c:v>
                </c:pt>
                <c:pt idx="1153">
                  <c:v>1153</c:v>
                </c:pt>
                <c:pt idx="1154">
                  <c:v>1154</c:v>
                </c:pt>
                <c:pt idx="1155">
                  <c:v>1155</c:v>
                </c:pt>
                <c:pt idx="1156">
                  <c:v>1156</c:v>
                </c:pt>
                <c:pt idx="1157">
                  <c:v>1157</c:v>
                </c:pt>
                <c:pt idx="1158">
                  <c:v>1158</c:v>
                </c:pt>
                <c:pt idx="1159">
                  <c:v>1159</c:v>
                </c:pt>
                <c:pt idx="1160">
                  <c:v>1160</c:v>
                </c:pt>
                <c:pt idx="1161">
                  <c:v>1161</c:v>
                </c:pt>
                <c:pt idx="1162">
                  <c:v>1162</c:v>
                </c:pt>
                <c:pt idx="1163">
                  <c:v>1163</c:v>
                </c:pt>
                <c:pt idx="1164">
                  <c:v>1164</c:v>
                </c:pt>
                <c:pt idx="1165">
                  <c:v>1165</c:v>
                </c:pt>
                <c:pt idx="1166">
                  <c:v>1166</c:v>
                </c:pt>
                <c:pt idx="1167">
                  <c:v>1167</c:v>
                </c:pt>
                <c:pt idx="1168">
                  <c:v>1168</c:v>
                </c:pt>
                <c:pt idx="1169">
                  <c:v>1169</c:v>
                </c:pt>
                <c:pt idx="1170">
                  <c:v>1170</c:v>
                </c:pt>
                <c:pt idx="1171">
                  <c:v>1171</c:v>
                </c:pt>
                <c:pt idx="1172">
                  <c:v>1172</c:v>
                </c:pt>
                <c:pt idx="1173">
                  <c:v>1173</c:v>
                </c:pt>
                <c:pt idx="1174">
                  <c:v>1174</c:v>
                </c:pt>
                <c:pt idx="1175">
                  <c:v>1175</c:v>
                </c:pt>
                <c:pt idx="1176">
                  <c:v>1176</c:v>
                </c:pt>
                <c:pt idx="1177">
                  <c:v>1177</c:v>
                </c:pt>
                <c:pt idx="1178">
                  <c:v>1178</c:v>
                </c:pt>
                <c:pt idx="1179">
                  <c:v>1179</c:v>
                </c:pt>
                <c:pt idx="1180">
                  <c:v>1180</c:v>
                </c:pt>
                <c:pt idx="1181">
                  <c:v>1181</c:v>
                </c:pt>
                <c:pt idx="1182">
                  <c:v>1182</c:v>
                </c:pt>
                <c:pt idx="1183">
                  <c:v>1183</c:v>
                </c:pt>
                <c:pt idx="1184">
                  <c:v>1184</c:v>
                </c:pt>
                <c:pt idx="1185">
                  <c:v>1185</c:v>
                </c:pt>
                <c:pt idx="1186">
                  <c:v>1186</c:v>
                </c:pt>
                <c:pt idx="1187">
                  <c:v>1187</c:v>
                </c:pt>
                <c:pt idx="1188">
                  <c:v>1188</c:v>
                </c:pt>
                <c:pt idx="1189">
                  <c:v>1189</c:v>
                </c:pt>
                <c:pt idx="1190">
                  <c:v>1190</c:v>
                </c:pt>
                <c:pt idx="1191">
                  <c:v>1191</c:v>
                </c:pt>
                <c:pt idx="1192">
                  <c:v>1192</c:v>
                </c:pt>
                <c:pt idx="1193">
                  <c:v>1193</c:v>
                </c:pt>
                <c:pt idx="1194">
                  <c:v>1194</c:v>
                </c:pt>
                <c:pt idx="1195">
                  <c:v>1195</c:v>
                </c:pt>
                <c:pt idx="1196">
                  <c:v>1196</c:v>
                </c:pt>
                <c:pt idx="1197">
                  <c:v>1197</c:v>
                </c:pt>
                <c:pt idx="1198">
                  <c:v>1198</c:v>
                </c:pt>
                <c:pt idx="1199">
                  <c:v>1199</c:v>
                </c:pt>
                <c:pt idx="1200">
                  <c:v>1200</c:v>
                </c:pt>
                <c:pt idx="1201">
                  <c:v>1201</c:v>
                </c:pt>
                <c:pt idx="1202">
                  <c:v>1202</c:v>
                </c:pt>
                <c:pt idx="1203">
                  <c:v>1203</c:v>
                </c:pt>
                <c:pt idx="1204">
                  <c:v>1204</c:v>
                </c:pt>
                <c:pt idx="1205">
                  <c:v>1205</c:v>
                </c:pt>
                <c:pt idx="1206">
                  <c:v>1206</c:v>
                </c:pt>
                <c:pt idx="1207">
                  <c:v>1207</c:v>
                </c:pt>
                <c:pt idx="1208">
                  <c:v>1208</c:v>
                </c:pt>
                <c:pt idx="1209">
                  <c:v>1209</c:v>
                </c:pt>
                <c:pt idx="1210">
                  <c:v>1210</c:v>
                </c:pt>
                <c:pt idx="1211">
                  <c:v>1211</c:v>
                </c:pt>
                <c:pt idx="1212">
                  <c:v>1212</c:v>
                </c:pt>
                <c:pt idx="1213">
                  <c:v>1213</c:v>
                </c:pt>
                <c:pt idx="1214">
                  <c:v>1214</c:v>
                </c:pt>
                <c:pt idx="1215">
                  <c:v>1215</c:v>
                </c:pt>
                <c:pt idx="1216">
                  <c:v>1216</c:v>
                </c:pt>
                <c:pt idx="1217">
                  <c:v>1217</c:v>
                </c:pt>
                <c:pt idx="1218">
                  <c:v>1218</c:v>
                </c:pt>
                <c:pt idx="1219">
                  <c:v>1219</c:v>
                </c:pt>
                <c:pt idx="1220">
                  <c:v>1220</c:v>
                </c:pt>
                <c:pt idx="1221">
                  <c:v>1221</c:v>
                </c:pt>
                <c:pt idx="1222">
                  <c:v>1222</c:v>
                </c:pt>
                <c:pt idx="1223">
                  <c:v>1223</c:v>
                </c:pt>
                <c:pt idx="1224">
                  <c:v>1224</c:v>
                </c:pt>
                <c:pt idx="1225">
                  <c:v>1225</c:v>
                </c:pt>
                <c:pt idx="1226">
                  <c:v>1226</c:v>
                </c:pt>
                <c:pt idx="1227">
                  <c:v>1227</c:v>
                </c:pt>
                <c:pt idx="1228">
                  <c:v>1228</c:v>
                </c:pt>
                <c:pt idx="1229">
                  <c:v>1229</c:v>
                </c:pt>
                <c:pt idx="1230">
                  <c:v>1230</c:v>
                </c:pt>
                <c:pt idx="1231">
                  <c:v>1231</c:v>
                </c:pt>
                <c:pt idx="1232">
                  <c:v>1232</c:v>
                </c:pt>
                <c:pt idx="1233">
                  <c:v>1233</c:v>
                </c:pt>
                <c:pt idx="1234">
                  <c:v>1234</c:v>
                </c:pt>
                <c:pt idx="1235">
                  <c:v>1235</c:v>
                </c:pt>
                <c:pt idx="1236">
                  <c:v>1236</c:v>
                </c:pt>
                <c:pt idx="1237">
                  <c:v>1237</c:v>
                </c:pt>
                <c:pt idx="1238">
                  <c:v>1238</c:v>
                </c:pt>
                <c:pt idx="1239">
                  <c:v>1239</c:v>
                </c:pt>
                <c:pt idx="1240">
                  <c:v>1240</c:v>
                </c:pt>
                <c:pt idx="1241">
                  <c:v>1241</c:v>
                </c:pt>
                <c:pt idx="1242">
                  <c:v>1242</c:v>
                </c:pt>
                <c:pt idx="1243">
                  <c:v>1243</c:v>
                </c:pt>
                <c:pt idx="1244">
                  <c:v>1244</c:v>
                </c:pt>
                <c:pt idx="1245">
                  <c:v>1245</c:v>
                </c:pt>
                <c:pt idx="1246">
                  <c:v>1246</c:v>
                </c:pt>
                <c:pt idx="1247">
                  <c:v>1247</c:v>
                </c:pt>
                <c:pt idx="1248">
                  <c:v>1248</c:v>
                </c:pt>
                <c:pt idx="1249">
                  <c:v>1249</c:v>
                </c:pt>
                <c:pt idx="1250">
                  <c:v>1250</c:v>
                </c:pt>
                <c:pt idx="1251">
                  <c:v>1251</c:v>
                </c:pt>
                <c:pt idx="1252">
                  <c:v>1252</c:v>
                </c:pt>
                <c:pt idx="1253">
                  <c:v>1253</c:v>
                </c:pt>
                <c:pt idx="1254">
                  <c:v>1254</c:v>
                </c:pt>
                <c:pt idx="1255">
                  <c:v>1255</c:v>
                </c:pt>
                <c:pt idx="1256">
                  <c:v>1256</c:v>
                </c:pt>
                <c:pt idx="1257">
                  <c:v>1257</c:v>
                </c:pt>
                <c:pt idx="1258">
                  <c:v>1258</c:v>
                </c:pt>
                <c:pt idx="1259">
                  <c:v>1259</c:v>
                </c:pt>
                <c:pt idx="1260">
                  <c:v>1260</c:v>
                </c:pt>
                <c:pt idx="1261">
                  <c:v>1261</c:v>
                </c:pt>
                <c:pt idx="1262">
                  <c:v>1262</c:v>
                </c:pt>
                <c:pt idx="1263">
                  <c:v>1263</c:v>
                </c:pt>
                <c:pt idx="1264">
                  <c:v>1264</c:v>
                </c:pt>
                <c:pt idx="1265">
                  <c:v>1265</c:v>
                </c:pt>
                <c:pt idx="1266">
                  <c:v>1266</c:v>
                </c:pt>
                <c:pt idx="1267">
                  <c:v>1267</c:v>
                </c:pt>
                <c:pt idx="1268">
                  <c:v>1268</c:v>
                </c:pt>
                <c:pt idx="1269">
                  <c:v>1269</c:v>
                </c:pt>
                <c:pt idx="1270">
                  <c:v>1270</c:v>
                </c:pt>
                <c:pt idx="1271">
                  <c:v>1271</c:v>
                </c:pt>
                <c:pt idx="1272">
                  <c:v>1272</c:v>
                </c:pt>
                <c:pt idx="1273">
                  <c:v>1273</c:v>
                </c:pt>
                <c:pt idx="1274">
                  <c:v>1274</c:v>
                </c:pt>
                <c:pt idx="1275">
                  <c:v>1275</c:v>
                </c:pt>
                <c:pt idx="1276">
                  <c:v>1276</c:v>
                </c:pt>
                <c:pt idx="1277">
                  <c:v>1277</c:v>
                </c:pt>
                <c:pt idx="1278">
                  <c:v>1278</c:v>
                </c:pt>
                <c:pt idx="1279">
                  <c:v>1279</c:v>
                </c:pt>
                <c:pt idx="1280">
                  <c:v>1280</c:v>
                </c:pt>
                <c:pt idx="1281">
                  <c:v>1281</c:v>
                </c:pt>
                <c:pt idx="1282">
                  <c:v>1282</c:v>
                </c:pt>
                <c:pt idx="1283">
                  <c:v>1283</c:v>
                </c:pt>
                <c:pt idx="1284">
                  <c:v>1284</c:v>
                </c:pt>
                <c:pt idx="1285">
                  <c:v>1285</c:v>
                </c:pt>
                <c:pt idx="1286">
                  <c:v>1286</c:v>
                </c:pt>
                <c:pt idx="1287">
                  <c:v>1287</c:v>
                </c:pt>
                <c:pt idx="1288">
                  <c:v>1288</c:v>
                </c:pt>
                <c:pt idx="1289">
                  <c:v>1289</c:v>
                </c:pt>
                <c:pt idx="1290">
                  <c:v>1290</c:v>
                </c:pt>
                <c:pt idx="1291">
                  <c:v>1291</c:v>
                </c:pt>
                <c:pt idx="1292">
                  <c:v>1292</c:v>
                </c:pt>
                <c:pt idx="1293">
                  <c:v>1293</c:v>
                </c:pt>
                <c:pt idx="1294">
                  <c:v>1294</c:v>
                </c:pt>
                <c:pt idx="1295">
                  <c:v>1295</c:v>
                </c:pt>
                <c:pt idx="1296">
                  <c:v>1296</c:v>
                </c:pt>
                <c:pt idx="1297">
                  <c:v>1297</c:v>
                </c:pt>
                <c:pt idx="1298">
                  <c:v>1298</c:v>
                </c:pt>
                <c:pt idx="1299">
                  <c:v>1299</c:v>
                </c:pt>
                <c:pt idx="1300">
                  <c:v>1300</c:v>
                </c:pt>
                <c:pt idx="1301">
                  <c:v>1301</c:v>
                </c:pt>
                <c:pt idx="1302">
                  <c:v>1302</c:v>
                </c:pt>
                <c:pt idx="1303">
                  <c:v>1303</c:v>
                </c:pt>
                <c:pt idx="1304">
                  <c:v>1304</c:v>
                </c:pt>
                <c:pt idx="1305">
                  <c:v>1305</c:v>
                </c:pt>
                <c:pt idx="1306">
                  <c:v>1306</c:v>
                </c:pt>
                <c:pt idx="1307">
                  <c:v>1307</c:v>
                </c:pt>
                <c:pt idx="1308">
                  <c:v>1308</c:v>
                </c:pt>
                <c:pt idx="1309">
                  <c:v>1309</c:v>
                </c:pt>
                <c:pt idx="1310">
                  <c:v>1310</c:v>
                </c:pt>
                <c:pt idx="1311">
                  <c:v>1311</c:v>
                </c:pt>
                <c:pt idx="1312">
                  <c:v>1312</c:v>
                </c:pt>
                <c:pt idx="1313">
                  <c:v>1313</c:v>
                </c:pt>
                <c:pt idx="1314">
                  <c:v>1314</c:v>
                </c:pt>
                <c:pt idx="1315">
                  <c:v>1315</c:v>
                </c:pt>
                <c:pt idx="1316">
                  <c:v>1316</c:v>
                </c:pt>
                <c:pt idx="1317">
                  <c:v>1317</c:v>
                </c:pt>
                <c:pt idx="1318">
                  <c:v>1318</c:v>
                </c:pt>
                <c:pt idx="1319">
                  <c:v>1319</c:v>
                </c:pt>
                <c:pt idx="1320">
                  <c:v>1320</c:v>
                </c:pt>
                <c:pt idx="1321">
                  <c:v>1321</c:v>
                </c:pt>
                <c:pt idx="1322">
                  <c:v>1322</c:v>
                </c:pt>
                <c:pt idx="1323">
                  <c:v>1323</c:v>
                </c:pt>
                <c:pt idx="1324">
                  <c:v>1324</c:v>
                </c:pt>
                <c:pt idx="1325">
                  <c:v>1325</c:v>
                </c:pt>
                <c:pt idx="1326">
                  <c:v>1326</c:v>
                </c:pt>
                <c:pt idx="1327">
                  <c:v>1327</c:v>
                </c:pt>
                <c:pt idx="1328">
                  <c:v>1328</c:v>
                </c:pt>
                <c:pt idx="1329">
                  <c:v>1329</c:v>
                </c:pt>
                <c:pt idx="1330">
                  <c:v>1330</c:v>
                </c:pt>
                <c:pt idx="1331">
                  <c:v>1331</c:v>
                </c:pt>
                <c:pt idx="1332">
                  <c:v>1332</c:v>
                </c:pt>
                <c:pt idx="1333">
                  <c:v>1333</c:v>
                </c:pt>
                <c:pt idx="1334">
                  <c:v>1334</c:v>
                </c:pt>
                <c:pt idx="1335">
                  <c:v>1335</c:v>
                </c:pt>
                <c:pt idx="1336">
                  <c:v>1336</c:v>
                </c:pt>
                <c:pt idx="1337">
                  <c:v>1337</c:v>
                </c:pt>
                <c:pt idx="1338">
                  <c:v>1338</c:v>
                </c:pt>
                <c:pt idx="1339">
                  <c:v>1339</c:v>
                </c:pt>
                <c:pt idx="1340">
                  <c:v>1340</c:v>
                </c:pt>
                <c:pt idx="1341">
                  <c:v>1341</c:v>
                </c:pt>
                <c:pt idx="1342">
                  <c:v>1342</c:v>
                </c:pt>
                <c:pt idx="1343">
                  <c:v>1343</c:v>
                </c:pt>
                <c:pt idx="1344">
                  <c:v>1344</c:v>
                </c:pt>
                <c:pt idx="1345">
                  <c:v>1345</c:v>
                </c:pt>
                <c:pt idx="1346">
                  <c:v>1346</c:v>
                </c:pt>
                <c:pt idx="1347">
                  <c:v>1347</c:v>
                </c:pt>
                <c:pt idx="1348">
                  <c:v>1348</c:v>
                </c:pt>
                <c:pt idx="1349">
                  <c:v>1349</c:v>
                </c:pt>
                <c:pt idx="1350">
                  <c:v>1350</c:v>
                </c:pt>
                <c:pt idx="1351">
                  <c:v>1351</c:v>
                </c:pt>
                <c:pt idx="1352">
                  <c:v>1352</c:v>
                </c:pt>
                <c:pt idx="1353">
                  <c:v>1353</c:v>
                </c:pt>
                <c:pt idx="1354">
                  <c:v>1354</c:v>
                </c:pt>
                <c:pt idx="1355">
                  <c:v>1355</c:v>
                </c:pt>
                <c:pt idx="1356">
                  <c:v>1356</c:v>
                </c:pt>
                <c:pt idx="1357">
                  <c:v>1357</c:v>
                </c:pt>
                <c:pt idx="1358">
                  <c:v>1358</c:v>
                </c:pt>
                <c:pt idx="1359">
                  <c:v>1359</c:v>
                </c:pt>
                <c:pt idx="1360">
                  <c:v>1360</c:v>
                </c:pt>
                <c:pt idx="1361">
                  <c:v>1361</c:v>
                </c:pt>
                <c:pt idx="1362">
                  <c:v>1362</c:v>
                </c:pt>
                <c:pt idx="1363">
                  <c:v>1363</c:v>
                </c:pt>
                <c:pt idx="1364">
                  <c:v>1364</c:v>
                </c:pt>
                <c:pt idx="1365">
                  <c:v>1365</c:v>
                </c:pt>
                <c:pt idx="1366">
                  <c:v>1366</c:v>
                </c:pt>
                <c:pt idx="1367">
                  <c:v>1367</c:v>
                </c:pt>
                <c:pt idx="1368">
                  <c:v>1368</c:v>
                </c:pt>
                <c:pt idx="1369">
                  <c:v>1369</c:v>
                </c:pt>
                <c:pt idx="1370">
                  <c:v>1370</c:v>
                </c:pt>
                <c:pt idx="1371">
                  <c:v>1371</c:v>
                </c:pt>
                <c:pt idx="1372">
                  <c:v>1372</c:v>
                </c:pt>
                <c:pt idx="1373">
                  <c:v>1373</c:v>
                </c:pt>
                <c:pt idx="1374">
                  <c:v>1374</c:v>
                </c:pt>
                <c:pt idx="1375">
                  <c:v>1375</c:v>
                </c:pt>
                <c:pt idx="1376">
                  <c:v>1376</c:v>
                </c:pt>
                <c:pt idx="1377">
                  <c:v>1377</c:v>
                </c:pt>
                <c:pt idx="1378">
                  <c:v>1378</c:v>
                </c:pt>
                <c:pt idx="1379">
                  <c:v>1379</c:v>
                </c:pt>
                <c:pt idx="1380">
                  <c:v>1380</c:v>
                </c:pt>
                <c:pt idx="1381">
                  <c:v>1381</c:v>
                </c:pt>
                <c:pt idx="1382">
                  <c:v>1382</c:v>
                </c:pt>
                <c:pt idx="1383">
                  <c:v>1383</c:v>
                </c:pt>
                <c:pt idx="1384">
                  <c:v>1384</c:v>
                </c:pt>
                <c:pt idx="1385">
                  <c:v>1385</c:v>
                </c:pt>
                <c:pt idx="1386">
                  <c:v>1386</c:v>
                </c:pt>
                <c:pt idx="1387">
                  <c:v>1387</c:v>
                </c:pt>
                <c:pt idx="1388">
                  <c:v>1388</c:v>
                </c:pt>
                <c:pt idx="1389">
                  <c:v>1389</c:v>
                </c:pt>
                <c:pt idx="1390">
                  <c:v>1390</c:v>
                </c:pt>
                <c:pt idx="1391">
                  <c:v>1391</c:v>
                </c:pt>
                <c:pt idx="1392">
                  <c:v>1392</c:v>
                </c:pt>
                <c:pt idx="1393">
                  <c:v>1393</c:v>
                </c:pt>
                <c:pt idx="1394">
                  <c:v>1394</c:v>
                </c:pt>
                <c:pt idx="1395">
                  <c:v>1395</c:v>
                </c:pt>
                <c:pt idx="1396">
                  <c:v>1396</c:v>
                </c:pt>
                <c:pt idx="1397">
                  <c:v>1397</c:v>
                </c:pt>
                <c:pt idx="1398">
                  <c:v>1398</c:v>
                </c:pt>
                <c:pt idx="1399">
                  <c:v>1399</c:v>
                </c:pt>
                <c:pt idx="1400">
                  <c:v>1400</c:v>
                </c:pt>
                <c:pt idx="1401">
                  <c:v>1401</c:v>
                </c:pt>
                <c:pt idx="1402">
                  <c:v>1402</c:v>
                </c:pt>
                <c:pt idx="1403">
                  <c:v>1403</c:v>
                </c:pt>
                <c:pt idx="1404">
                  <c:v>1404</c:v>
                </c:pt>
                <c:pt idx="1405">
                  <c:v>1405</c:v>
                </c:pt>
                <c:pt idx="1406">
                  <c:v>1406</c:v>
                </c:pt>
                <c:pt idx="1407">
                  <c:v>1407</c:v>
                </c:pt>
                <c:pt idx="1408">
                  <c:v>1408</c:v>
                </c:pt>
                <c:pt idx="1409">
                  <c:v>1409</c:v>
                </c:pt>
                <c:pt idx="1410">
                  <c:v>1410</c:v>
                </c:pt>
                <c:pt idx="1411">
                  <c:v>1411</c:v>
                </c:pt>
                <c:pt idx="1412">
                  <c:v>1412</c:v>
                </c:pt>
                <c:pt idx="1413">
                  <c:v>1413</c:v>
                </c:pt>
                <c:pt idx="1414">
                  <c:v>1414</c:v>
                </c:pt>
                <c:pt idx="1415">
                  <c:v>1415</c:v>
                </c:pt>
                <c:pt idx="1416">
                  <c:v>1416</c:v>
                </c:pt>
                <c:pt idx="1417">
                  <c:v>1417</c:v>
                </c:pt>
                <c:pt idx="1418">
                  <c:v>1418</c:v>
                </c:pt>
                <c:pt idx="1419">
                  <c:v>1419</c:v>
                </c:pt>
                <c:pt idx="1420">
                  <c:v>1420</c:v>
                </c:pt>
                <c:pt idx="1421">
                  <c:v>1421</c:v>
                </c:pt>
                <c:pt idx="1422">
                  <c:v>1422</c:v>
                </c:pt>
                <c:pt idx="1423">
                  <c:v>1423</c:v>
                </c:pt>
                <c:pt idx="1424">
                  <c:v>1424</c:v>
                </c:pt>
                <c:pt idx="1425">
                  <c:v>1425</c:v>
                </c:pt>
                <c:pt idx="1426">
                  <c:v>1426</c:v>
                </c:pt>
                <c:pt idx="1427">
                  <c:v>1427</c:v>
                </c:pt>
                <c:pt idx="1428">
                  <c:v>1428</c:v>
                </c:pt>
                <c:pt idx="1429">
                  <c:v>1429</c:v>
                </c:pt>
                <c:pt idx="1430">
                  <c:v>1430</c:v>
                </c:pt>
                <c:pt idx="1431">
                  <c:v>1431</c:v>
                </c:pt>
                <c:pt idx="1432">
                  <c:v>1432</c:v>
                </c:pt>
                <c:pt idx="1433">
                  <c:v>1433</c:v>
                </c:pt>
                <c:pt idx="1434">
                  <c:v>1434</c:v>
                </c:pt>
                <c:pt idx="1435">
                  <c:v>1435</c:v>
                </c:pt>
                <c:pt idx="1436">
                  <c:v>1436</c:v>
                </c:pt>
                <c:pt idx="1437">
                  <c:v>1437</c:v>
                </c:pt>
                <c:pt idx="1438">
                  <c:v>1438</c:v>
                </c:pt>
                <c:pt idx="1439">
                  <c:v>1439</c:v>
                </c:pt>
                <c:pt idx="1440">
                  <c:v>1440</c:v>
                </c:pt>
                <c:pt idx="1441">
                  <c:v>1441</c:v>
                </c:pt>
                <c:pt idx="1442">
                  <c:v>1442</c:v>
                </c:pt>
                <c:pt idx="1443">
                  <c:v>1443</c:v>
                </c:pt>
                <c:pt idx="1444">
                  <c:v>1444</c:v>
                </c:pt>
                <c:pt idx="1445">
                  <c:v>1445</c:v>
                </c:pt>
                <c:pt idx="1446">
                  <c:v>1446</c:v>
                </c:pt>
                <c:pt idx="1447">
                  <c:v>1447</c:v>
                </c:pt>
                <c:pt idx="1448">
                  <c:v>1448</c:v>
                </c:pt>
                <c:pt idx="1449">
                  <c:v>1449</c:v>
                </c:pt>
                <c:pt idx="1450">
                  <c:v>1450</c:v>
                </c:pt>
                <c:pt idx="1451">
                  <c:v>1451</c:v>
                </c:pt>
                <c:pt idx="1452">
                  <c:v>1452</c:v>
                </c:pt>
                <c:pt idx="1453">
                  <c:v>1453</c:v>
                </c:pt>
                <c:pt idx="1454">
                  <c:v>1454</c:v>
                </c:pt>
                <c:pt idx="1455">
                  <c:v>1455</c:v>
                </c:pt>
                <c:pt idx="1456">
                  <c:v>1456</c:v>
                </c:pt>
                <c:pt idx="1457">
                  <c:v>1457</c:v>
                </c:pt>
                <c:pt idx="1458">
                  <c:v>1458</c:v>
                </c:pt>
                <c:pt idx="1459">
                  <c:v>1459</c:v>
                </c:pt>
                <c:pt idx="1460">
                  <c:v>1460</c:v>
                </c:pt>
                <c:pt idx="1461">
                  <c:v>1461</c:v>
                </c:pt>
                <c:pt idx="1462">
                  <c:v>1462</c:v>
                </c:pt>
              </c:numCache>
            </c:numRef>
          </c:xVal>
          <c:yVal>
            <c:numRef>
              <c:f>Sheet2!$B$2:$B$1464</c:f>
              <c:numCache>
                <c:formatCode>General</c:formatCode>
                <c:ptCount val="1463"/>
                <c:pt idx="0">
                  <c:v>0</c:v>
                </c:pt>
                <c:pt idx="1">
                  <c:v>1.7452406437283512E-2</c:v>
                </c:pt>
                <c:pt idx="2">
                  <c:v>3.4899496702500969E-2</c:v>
                </c:pt>
                <c:pt idx="3">
                  <c:v>5.2335956242943835E-2</c:v>
                </c:pt>
                <c:pt idx="4">
                  <c:v>6.9756473744125302E-2</c:v>
                </c:pt>
                <c:pt idx="5">
                  <c:v>8.7155742747658166E-2</c:v>
                </c:pt>
                <c:pt idx="6">
                  <c:v>0.10452846326765347</c:v>
                </c:pt>
                <c:pt idx="7">
                  <c:v>0.12186934340514748</c:v>
                </c:pt>
                <c:pt idx="8">
                  <c:v>0.13917310096006544</c:v>
                </c:pt>
                <c:pt idx="9">
                  <c:v>0.15643446504023087</c:v>
                </c:pt>
                <c:pt idx="10">
                  <c:v>0.17364817766693033</c:v>
                </c:pt>
                <c:pt idx="11">
                  <c:v>0.1908089953765448</c:v>
                </c:pt>
                <c:pt idx="12">
                  <c:v>0.20791169081775934</c:v>
                </c:pt>
                <c:pt idx="13">
                  <c:v>0.224951054343865</c:v>
                </c:pt>
                <c:pt idx="14">
                  <c:v>0.24192189559966773</c:v>
                </c:pt>
                <c:pt idx="15">
                  <c:v>0.25881904510252074</c:v>
                </c:pt>
                <c:pt idx="16">
                  <c:v>0.27563735581699916</c:v>
                </c:pt>
                <c:pt idx="17">
                  <c:v>0.29237170472273677</c:v>
                </c:pt>
                <c:pt idx="18">
                  <c:v>0.3090169943749474</c:v>
                </c:pt>
                <c:pt idx="19">
                  <c:v>0.3255681544571567</c:v>
                </c:pt>
                <c:pt idx="20">
                  <c:v>0.34202014332566871</c:v>
                </c:pt>
                <c:pt idx="21">
                  <c:v>0.35836794954530027</c:v>
                </c:pt>
                <c:pt idx="22">
                  <c:v>0.37460659341591201</c:v>
                </c:pt>
                <c:pt idx="23">
                  <c:v>0.39073112848927377</c:v>
                </c:pt>
                <c:pt idx="24">
                  <c:v>0.40673664307580021</c:v>
                </c:pt>
                <c:pt idx="25">
                  <c:v>0.42261826174069944</c:v>
                </c:pt>
                <c:pt idx="26">
                  <c:v>0.4383711467890774</c:v>
                </c:pt>
                <c:pt idx="27">
                  <c:v>0.45399049973954675</c:v>
                </c:pt>
                <c:pt idx="28">
                  <c:v>0.46947156278589081</c:v>
                </c:pt>
                <c:pt idx="29">
                  <c:v>0.48480962024633706</c:v>
                </c:pt>
                <c:pt idx="30">
                  <c:v>0.49999999999999994</c:v>
                </c:pt>
                <c:pt idx="31">
                  <c:v>0.51503807491005416</c:v>
                </c:pt>
                <c:pt idx="32">
                  <c:v>0.5299192642332049</c:v>
                </c:pt>
                <c:pt idx="33">
                  <c:v>0.54463903501502708</c:v>
                </c:pt>
                <c:pt idx="34">
                  <c:v>0.5591929034707469</c:v>
                </c:pt>
                <c:pt idx="35">
                  <c:v>0.57357643635104605</c:v>
                </c:pt>
                <c:pt idx="36">
                  <c:v>0.58778525229247314</c:v>
                </c:pt>
                <c:pt idx="37">
                  <c:v>0.60181502315204827</c:v>
                </c:pt>
                <c:pt idx="38">
                  <c:v>0.61566147532565829</c:v>
                </c:pt>
                <c:pt idx="39">
                  <c:v>0.62932039104983739</c:v>
                </c:pt>
                <c:pt idx="40">
                  <c:v>0.64278760968653925</c:v>
                </c:pt>
                <c:pt idx="41">
                  <c:v>0.65605902899050728</c:v>
                </c:pt>
                <c:pt idx="42">
                  <c:v>0.66913060635885824</c:v>
                </c:pt>
                <c:pt idx="43">
                  <c:v>0.68199836006249848</c:v>
                </c:pt>
                <c:pt idx="44">
                  <c:v>0.69465837045899725</c:v>
                </c:pt>
                <c:pt idx="45">
                  <c:v>0.70710678118654746</c:v>
                </c:pt>
                <c:pt idx="46">
                  <c:v>0.71933980033865108</c:v>
                </c:pt>
                <c:pt idx="47">
                  <c:v>0.73135370161917046</c:v>
                </c:pt>
                <c:pt idx="48">
                  <c:v>0.74314482547739424</c:v>
                </c:pt>
                <c:pt idx="49">
                  <c:v>0.75470958022277201</c:v>
                </c:pt>
                <c:pt idx="50">
                  <c:v>0.76604444311897801</c:v>
                </c:pt>
                <c:pt idx="51">
                  <c:v>0.7771459614569709</c:v>
                </c:pt>
                <c:pt idx="52">
                  <c:v>0.78801075360672201</c:v>
                </c:pt>
                <c:pt idx="53">
                  <c:v>0.79863551004729283</c:v>
                </c:pt>
                <c:pt idx="54">
                  <c:v>0.80901699437494745</c:v>
                </c:pt>
                <c:pt idx="55">
                  <c:v>0.8191520442889918</c:v>
                </c:pt>
                <c:pt idx="56">
                  <c:v>0.82903757255504174</c:v>
                </c:pt>
                <c:pt idx="57">
                  <c:v>0.83867056794542405</c:v>
                </c:pt>
                <c:pt idx="58">
                  <c:v>0.84804809615642596</c:v>
                </c:pt>
                <c:pt idx="59">
                  <c:v>0.85716730070211233</c:v>
                </c:pt>
                <c:pt idx="60">
                  <c:v>0.8660254037844386</c:v>
                </c:pt>
                <c:pt idx="61">
                  <c:v>0.87461970713939574</c:v>
                </c:pt>
                <c:pt idx="62">
                  <c:v>0.88294759285892688</c:v>
                </c:pt>
                <c:pt idx="63">
                  <c:v>0.89100652418836779</c:v>
                </c:pt>
                <c:pt idx="64">
                  <c:v>0.89879404629916704</c:v>
                </c:pt>
                <c:pt idx="65">
                  <c:v>0.90630778703664994</c:v>
                </c:pt>
                <c:pt idx="66">
                  <c:v>0.91354545764260087</c:v>
                </c:pt>
                <c:pt idx="67">
                  <c:v>0.92050485345244037</c:v>
                </c:pt>
                <c:pt idx="68">
                  <c:v>0.92718385456678742</c:v>
                </c:pt>
                <c:pt idx="69">
                  <c:v>0.93358042649720174</c:v>
                </c:pt>
                <c:pt idx="70">
                  <c:v>0.93969262078590832</c:v>
                </c:pt>
                <c:pt idx="71">
                  <c:v>0.94551857559931674</c:v>
                </c:pt>
                <c:pt idx="72">
                  <c:v>0.95105651629515353</c:v>
                </c:pt>
                <c:pt idx="73">
                  <c:v>0.95630475596303544</c:v>
                </c:pt>
                <c:pt idx="74">
                  <c:v>0.96126169593831889</c:v>
                </c:pt>
                <c:pt idx="75">
                  <c:v>0.96592582628906831</c:v>
                </c:pt>
                <c:pt idx="76">
                  <c:v>0.97029572627599647</c:v>
                </c:pt>
                <c:pt idx="77">
                  <c:v>0.97437006478523525</c:v>
                </c:pt>
                <c:pt idx="78">
                  <c:v>0.97814760073380558</c:v>
                </c:pt>
                <c:pt idx="79">
                  <c:v>0.98162718344766398</c:v>
                </c:pt>
                <c:pt idx="80">
                  <c:v>0.98480775301220802</c:v>
                </c:pt>
                <c:pt idx="81">
                  <c:v>0.98768834059513777</c:v>
                </c:pt>
                <c:pt idx="82">
                  <c:v>0.99026806874157036</c:v>
                </c:pt>
                <c:pt idx="83">
                  <c:v>0.99254615164132198</c:v>
                </c:pt>
                <c:pt idx="84">
                  <c:v>0.99452189536827329</c:v>
                </c:pt>
                <c:pt idx="85">
                  <c:v>0.99619469809174555</c:v>
                </c:pt>
                <c:pt idx="86">
                  <c:v>0.9975640502598242</c:v>
                </c:pt>
                <c:pt idx="87">
                  <c:v>0.99862953475457383</c:v>
                </c:pt>
                <c:pt idx="88">
                  <c:v>0.99939082701909576</c:v>
                </c:pt>
                <c:pt idx="89">
                  <c:v>0.99984769515639127</c:v>
                </c:pt>
                <c:pt idx="90">
                  <c:v>1</c:v>
                </c:pt>
                <c:pt idx="91">
                  <c:v>0.99984769515639127</c:v>
                </c:pt>
                <c:pt idx="92">
                  <c:v>0.99939082701909576</c:v>
                </c:pt>
                <c:pt idx="93">
                  <c:v>0.99862953475457383</c:v>
                </c:pt>
                <c:pt idx="94">
                  <c:v>0.9975640502598242</c:v>
                </c:pt>
                <c:pt idx="95">
                  <c:v>0.99619469809174555</c:v>
                </c:pt>
                <c:pt idx="96">
                  <c:v>0.99452189536827329</c:v>
                </c:pt>
                <c:pt idx="97">
                  <c:v>0.99254615164132209</c:v>
                </c:pt>
                <c:pt idx="98">
                  <c:v>0.99026806874157036</c:v>
                </c:pt>
                <c:pt idx="99">
                  <c:v>0.98768834059513777</c:v>
                </c:pt>
                <c:pt idx="100">
                  <c:v>0.98480775301220802</c:v>
                </c:pt>
                <c:pt idx="101">
                  <c:v>0.98162718344766398</c:v>
                </c:pt>
                <c:pt idx="102">
                  <c:v>0.97814760073380569</c:v>
                </c:pt>
                <c:pt idx="103">
                  <c:v>0.97437006478523525</c:v>
                </c:pt>
                <c:pt idx="104">
                  <c:v>0.97029572627599647</c:v>
                </c:pt>
                <c:pt idx="105">
                  <c:v>0.96592582628906831</c:v>
                </c:pt>
                <c:pt idx="106">
                  <c:v>0.96126169593831889</c:v>
                </c:pt>
                <c:pt idx="107">
                  <c:v>0.95630475596303555</c:v>
                </c:pt>
                <c:pt idx="108">
                  <c:v>0.95105651629515364</c:v>
                </c:pt>
                <c:pt idx="109">
                  <c:v>0.94551857559931685</c:v>
                </c:pt>
                <c:pt idx="110">
                  <c:v>0.93969262078590843</c:v>
                </c:pt>
                <c:pt idx="111">
                  <c:v>0.93358042649720174</c:v>
                </c:pt>
                <c:pt idx="112">
                  <c:v>0.92718385456678742</c:v>
                </c:pt>
                <c:pt idx="113">
                  <c:v>0.92050485345244026</c:v>
                </c:pt>
                <c:pt idx="114">
                  <c:v>0.91354545764260087</c:v>
                </c:pt>
                <c:pt idx="115">
                  <c:v>0.90630778703665005</c:v>
                </c:pt>
                <c:pt idx="116">
                  <c:v>0.89879404629916693</c:v>
                </c:pt>
                <c:pt idx="117">
                  <c:v>0.8910065241883679</c:v>
                </c:pt>
                <c:pt idx="118">
                  <c:v>0.88294759285892688</c:v>
                </c:pt>
                <c:pt idx="119">
                  <c:v>0.87461970713939585</c:v>
                </c:pt>
                <c:pt idx="120">
                  <c:v>0.86602540378443871</c:v>
                </c:pt>
                <c:pt idx="121">
                  <c:v>0.85716730070211233</c:v>
                </c:pt>
                <c:pt idx="122">
                  <c:v>0.84804809615642607</c:v>
                </c:pt>
                <c:pt idx="123">
                  <c:v>0.83867056794542394</c:v>
                </c:pt>
                <c:pt idx="124">
                  <c:v>0.82903757255504174</c:v>
                </c:pt>
                <c:pt idx="125">
                  <c:v>0.81915204428899169</c:v>
                </c:pt>
                <c:pt idx="126">
                  <c:v>0.80901699437494745</c:v>
                </c:pt>
                <c:pt idx="127">
                  <c:v>0.79863551004729272</c:v>
                </c:pt>
                <c:pt idx="128">
                  <c:v>0.78801075360672201</c:v>
                </c:pt>
                <c:pt idx="129">
                  <c:v>0.77714596145697101</c:v>
                </c:pt>
                <c:pt idx="130">
                  <c:v>0.76604444311897801</c:v>
                </c:pt>
                <c:pt idx="131">
                  <c:v>0.75470958022277213</c:v>
                </c:pt>
                <c:pt idx="132">
                  <c:v>0.74314482547739424</c:v>
                </c:pt>
                <c:pt idx="133">
                  <c:v>0.73135370161917057</c:v>
                </c:pt>
                <c:pt idx="134">
                  <c:v>0.71933980033865108</c:v>
                </c:pt>
                <c:pt idx="135">
                  <c:v>0.70710678118654757</c:v>
                </c:pt>
                <c:pt idx="136">
                  <c:v>0.69465837045899714</c:v>
                </c:pt>
                <c:pt idx="137">
                  <c:v>0.68199836006249859</c:v>
                </c:pt>
                <c:pt idx="138">
                  <c:v>0.66913060635885835</c:v>
                </c:pt>
                <c:pt idx="139">
                  <c:v>0.65605902899050728</c:v>
                </c:pt>
                <c:pt idx="140">
                  <c:v>0.64278760968653947</c:v>
                </c:pt>
                <c:pt idx="141">
                  <c:v>0.62932039104983739</c:v>
                </c:pt>
                <c:pt idx="142">
                  <c:v>0.6156614753256584</c:v>
                </c:pt>
                <c:pt idx="143">
                  <c:v>0.60181502315204816</c:v>
                </c:pt>
                <c:pt idx="144">
                  <c:v>0.58778525229247325</c:v>
                </c:pt>
                <c:pt idx="145">
                  <c:v>0.57357643635104594</c:v>
                </c:pt>
                <c:pt idx="146">
                  <c:v>0.5591929034707469</c:v>
                </c:pt>
                <c:pt idx="147">
                  <c:v>0.54463903501502731</c:v>
                </c:pt>
                <c:pt idx="148">
                  <c:v>0.5299192642332049</c:v>
                </c:pt>
                <c:pt idx="149">
                  <c:v>0.51503807491005438</c:v>
                </c:pt>
                <c:pt idx="150">
                  <c:v>0.49999999999999994</c:v>
                </c:pt>
                <c:pt idx="151">
                  <c:v>0.48480962024633717</c:v>
                </c:pt>
                <c:pt idx="152">
                  <c:v>0.46947156278589069</c:v>
                </c:pt>
                <c:pt idx="153">
                  <c:v>0.45399049973954686</c:v>
                </c:pt>
                <c:pt idx="154">
                  <c:v>0.43837114678907729</c:v>
                </c:pt>
                <c:pt idx="155">
                  <c:v>0.4226182617406995</c:v>
                </c:pt>
                <c:pt idx="156">
                  <c:v>0.40673664307580043</c:v>
                </c:pt>
                <c:pt idx="157">
                  <c:v>0.39073112848927377</c:v>
                </c:pt>
                <c:pt idx="158">
                  <c:v>0.37460659341591224</c:v>
                </c:pt>
                <c:pt idx="159">
                  <c:v>0.35836794954530021</c:v>
                </c:pt>
                <c:pt idx="160">
                  <c:v>0.34202014332566888</c:v>
                </c:pt>
                <c:pt idx="161">
                  <c:v>0.32556815445715659</c:v>
                </c:pt>
                <c:pt idx="162">
                  <c:v>0.30901699437494751</c:v>
                </c:pt>
                <c:pt idx="163">
                  <c:v>0.2923717047227366</c:v>
                </c:pt>
                <c:pt idx="164">
                  <c:v>0.27563735581699922</c:v>
                </c:pt>
                <c:pt idx="165">
                  <c:v>0.25881904510252102</c:v>
                </c:pt>
                <c:pt idx="166">
                  <c:v>0.24192189559966773</c:v>
                </c:pt>
                <c:pt idx="167">
                  <c:v>0.2249510543438652</c:v>
                </c:pt>
                <c:pt idx="168">
                  <c:v>0.20791169081775931</c:v>
                </c:pt>
                <c:pt idx="169">
                  <c:v>0.19080899537654497</c:v>
                </c:pt>
                <c:pt idx="170">
                  <c:v>0.17364817766693028</c:v>
                </c:pt>
                <c:pt idx="171">
                  <c:v>0.15643446504023098</c:v>
                </c:pt>
                <c:pt idx="172">
                  <c:v>0.13917310096006533</c:v>
                </c:pt>
                <c:pt idx="173">
                  <c:v>0.12186934340514755</c:v>
                </c:pt>
                <c:pt idx="174">
                  <c:v>0.10452846326765373</c:v>
                </c:pt>
                <c:pt idx="175">
                  <c:v>8.7155742747658194E-2</c:v>
                </c:pt>
                <c:pt idx="176">
                  <c:v>6.9756473744125524E-2</c:v>
                </c:pt>
                <c:pt idx="177">
                  <c:v>5.2335956242943807E-2</c:v>
                </c:pt>
                <c:pt idx="178">
                  <c:v>3.4899496702501143E-2</c:v>
                </c:pt>
                <c:pt idx="179">
                  <c:v>1.7452406437283439E-2</c:v>
                </c:pt>
                <c:pt idx="180">
                  <c:v>1.22514845490862E-16</c:v>
                </c:pt>
                <c:pt idx="181">
                  <c:v>-1.7452406437283637E-2</c:v>
                </c:pt>
                <c:pt idx="182">
                  <c:v>-3.48994967025009E-2</c:v>
                </c:pt>
                <c:pt idx="183">
                  <c:v>-5.2335956242943557E-2</c:v>
                </c:pt>
                <c:pt idx="184">
                  <c:v>-6.9756473744125275E-2</c:v>
                </c:pt>
                <c:pt idx="185">
                  <c:v>-8.7155742747657944E-2</c:v>
                </c:pt>
                <c:pt idx="186">
                  <c:v>-0.1045284632676535</c:v>
                </c:pt>
                <c:pt idx="187">
                  <c:v>-0.12186934340514731</c:v>
                </c:pt>
                <c:pt idx="188">
                  <c:v>-0.13917310096006552</c:v>
                </c:pt>
                <c:pt idx="189">
                  <c:v>-0.15643446504023073</c:v>
                </c:pt>
                <c:pt idx="190">
                  <c:v>-0.17364817766693047</c:v>
                </c:pt>
                <c:pt idx="191">
                  <c:v>-0.19080899537654472</c:v>
                </c:pt>
                <c:pt idx="192">
                  <c:v>-0.20791169081775951</c:v>
                </c:pt>
                <c:pt idx="193">
                  <c:v>-0.22495105434386498</c:v>
                </c:pt>
                <c:pt idx="194">
                  <c:v>-0.24192189559966751</c:v>
                </c:pt>
                <c:pt idx="195">
                  <c:v>-0.25881904510252079</c:v>
                </c:pt>
                <c:pt idx="196">
                  <c:v>-0.275637355816999</c:v>
                </c:pt>
                <c:pt idx="197">
                  <c:v>-0.29237170472273677</c:v>
                </c:pt>
                <c:pt idx="198">
                  <c:v>-0.30901699437494728</c:v>
                </c:pt>
                <c:pt idx="199">
                  <c:v>-0.32556815445715676</c:v>
                </c:pt>
                <c:pt idx="200">
                  <c:v>-0.34202014332566866</c:v>
                </c:pt>
                <c:pt idx="201">
                  <c:v>-0.35836794954530043</c:v>
                </c:pt>
                <c:pt idx="202">
                  <c:v>-0.37460659341591201</c:v>
                </c:pt>
                <c:pt idx="203">
                  <c:v>-0.39073112848927355</c:v>
                </c:pt>
                <c:pt idx="204">
                  <c:v>-0.40673664307580021</c:v>
                </c:pt>
                <c:pt idx="205">
                  <c:v>-0.42261826174069927</c:v>
                </c:pt>
                <c:pt idx="206">
                  <c:v>-0.43837114678907746</c:v>
                </c:pt>
                <c:pt idx="207">
                  <c:v>-0.45399049973954669</c:v>
                </c:pt>
                <c:pt idx="208">
                  <c:v>-0.46947156278589086</c:v>
                </c:pt>
                <c:pt idx="209">
                  <c:v>-0.48480962024633695</c:v>
                </c:pt>
                <c:pt idx="210">
                  <c:v>-0.50000000000000011</c:v>
                </c:pt>
                <c:pt idx="211">
                  <c:v>-0.51503807491005416</c:v>
                </c:pt>
                <c:pt idx="212">
                  <c:v>-0.52991926423320479</c:v>
                </c:pt>
                <c:pt idx="213">
                  <c:v>-0.54463903501502708</c:v>
                </c:pt>
                <c:pt idx="214">
                  <c:v>-0.55919290347074668</c:v>
                </c:pt>
                <c:pt idx="215">
                  <c:v>-0.57357643635104616</c:v>
                </c:pt>
                <c:pt idx="216">
                  <c:v>-0.58778525229247303</c:v>
                </c:pt>
                <c:pt idx="217">
                  <c:v>-0.60181502315204838</c:v>
                </c:pt>
                <c:pt idx="218">
                  <c:v>-0.61566147532565818</c:v>
                </c:pt>
                <c:pt idx="219">
                  <c:v>-0.62932039104983761</c:v>
                </c:pt>
                <c:pt idx="220">
                  <c:v>-0.64278760968653925</c:v>
                </c:pt>
                <c:pt idx="221">
                  <c:v>-0.65605902899050705</c:v>
                </c:pt>
                <c:pt idx="222">
                  <c:v>-0.66913060635885824</c:v>
                </c:pt>
                <c:pt idx="223">
                  <c:v>-0.68199836006249837</c:v>
                </c:pt>
                <c:pt idx="224">
                  <c:v>-0.69465837045899737</c:v>
                </c:pt>
                <c:pt idx="225">
                  <c:v>-0.70710678118654746</c:v>
                </c:pt>
                <c:pt idx="226">
                  <c:v>-0.71933980033865119</c:v>
                </c:pt>
                <c:pt idx="227">
                  <c:v>-0.73135370161917046</c:v>
                </c:pt>
                <c:pt idx="228">
                  <c:v>-0.74314482547739436</c:v>
                </c:pt>
                <c:pt idx="229">
                  <c:v>-0.75470958022277201</c:v>
                </c:pt>
                <c:pt idx="230">
                  <c:v>-0.7660444431189779</c:v>
                </c:pt>
                <c:pt idx="231">
                  <c:v>-0.77714596145697057</c:v>
                </c:pt>
                <c:pt idx="232">
                  <c:v>-0.78801075360672213</c:v>
                </c:pt>
                <c:pt idx="233">
                  <c:v>-0.79863551004729283</c:v>
                </c:pt>
                <c:pt idx="234">
                  <c:v>-0.80901699437494734</c:v>
                </c:pt>
                <c:pt idx="235">
                  <c:v>-0.81915204428899158</c:v>
                </c:pt>
                <c:pt idx="236">
                  <c:v>-0.82903757255504185</c:v>
                </c:pt>
                <c:pt idx="237">
                  <c:v>-0.83867056794542405</c:v>
                </c:pt>
                <c:pt idx="238">
                  <c:v>-0.84804809615642596</c:v>
                </c:pt>
                <c:pt idx="239">
                  <c:v>-0.85716730070211211</c:v>
                </c:pt>
                <c:pt idx="240">
                  <c:v>-0.86602540378443837</c:v>
                </c:pt>
                <c:pt idx="241">
                  <c:v>-0.87461970713939596</c:v>
                </c:pt>
                <c:pt idx="242">
                  <c:v>-0.88294759285892699</c:v>
                </c:pt>
                <c:pt idx="243">
                  <c:v>-0.89100652418836779</c:v>
                </c:pt>
                <c:pt idx="244">
                  <c:v>-0.89879404629916682</c:v>
                </c:pt>
                <c:pt idx="245">
                  <c:v>-0.90630778703665005</c:v>
                </c:pt>
                <c:pt idx="246">
                  <c:v>-0.91354545764260098</c:v>
                </c:pt>
                <c:pt idx="247">
                  <c:v>-0.92050485345244026</c:v>
                </c:pt>
                <c:pt idx="248">
                  <c:v>-0.92718385456678731</c:v>
                </c:pt>
                <c:pt idx="249">
                  <c:v>-0.93358042649720163</c:v>
                </c:pt>
                <c:pt idx="250">
                  <c:v>-0.93969262078590843</c:v>
                </c:pt>
                <c:pt idx="251">
                  <c:v>-0.94551857559931685</c:v>
                </c:pt>
                <c:pt idx="252">
                  <c:v>-0.95105651629515353</c:v>
                </c:pt>
                <c:pt idx="253">
                  <c:v>-0.95630475596303532</c:v>
                </c:pt>
                <c:pt idx="254">
                  <c:v>-0.96126169593831901</c:v>
                </c:pt>
                <c:pt idx="255">
                  <c:v>-0.96592582628906831</c:v>
                </c:pt>
                <c:pt idx="256">
                  <c:v>-0.97029572627599647</c:v>
                </c:pt>
                <c:pt idx="257">
                  <c:v>-0.97437006478523513</c:v>
                </c:pt>
                <c:pt idx="258">
                  <c:v>-0.97814760073380558</c:v>
                </c:pt>
                <c:pt idx="259">
                  <c:v>-0.98162718344766398</c:v>
                </c:pt>
                <c:pt idx="260">
                  <c:v>-0.98480775301220802</c:v>
                </c:pt>
                <c:pt idx="261">
                  <c:v>-0.98768834059513766</c:v>
                </c:pt>
                <c:pt idx="262">
                  <c:v>-0.99026806874157025</c:v>
                </c:pt>
                <c:pt idx="263">
                  <c:v>-0.99254615164132209</c:v>
                </c:pt>
                <c:pt idx="264">
                  <c:v>-0.9945218953682734</c:v>
                </c:pt>
                <c:pt idx="265">
                  <c:v>-0.99619469809174555</c:v>
                </c:pt>
                <c:pt idx="266">
                  <c:v>-0.9975640502598242</c:v>
                </c:pt>
                <c:pt idx="267">
                  <c:v>-0.99862953475457383</c:v>
                </c:pt>
                <c:pt idx="268">
                  <c:v>-0.99939082701909576</c:v>
                </c:pt>
                <c:pt idx="269">
                  <c:v>-0.99984769515639127</c:v>
                </c:pt>
                <c:pt idx="270">
                  <c:v>-1</c:v>
                </c:pt>
                <c:pt idx="271">
                  <c:v>-0.99984769515639127</c:v>
                </c:pt>
                <c:pt idx="272">
                  <c:v>-0.99939082701909576</c:v>
                </c:pt>
                <c:pt idx="273">
                  <c:v>-0.99862953475457383</c:v>
                </c:pt>
                <c:pt idx="274">
                  <c:v>-0.99756405025982431</c:v>
                </c:pt>
                <c:pt idx="275">
                  <c:v>-0.99619469809174555</c:v>
                </c:pt>
                <c:pt idx="276">
                  <c:v>-0.9945218953682734</c:v>
                </c:pt>
                <c:pt idx="277">
                  <c:v>-0.99254615164132198</c:v>
                </c:pt>
                <c:pt idx="278">
                  <c:v>-0.99026806874157036</c:v>
                </c:pt>
                <c:pt idx="279">
                  <c:v>-0.98768834059513777</c:v>
                </c:pt>
                <c:pt idx="280">
                  <c:v>-0.98480775301220813</c:v>
                </c:pt>
                <c:pt idx="281">
                  <c:v>-0.98162718344766386</c:v>
                </c:pt>
                <c:pt idx="282">
                  <c:v>-0.97814760073380558</c:v>
                </c:pt>
                <c:pt idx="283">
                  <c:v>-0.97437006478523525</c:v>
                </c:pt>
                <c:pt idx="284">
                  <c:v>-0.97029572627599658</c:v>
                </c:pt>
                <c:pt idx="285">
                  <c:v>-0.96592582628906842</c:v>
                </c:pt>
                <c:pt idx="286">
                  <c:v>-0.96126169593831878</c:v>
                </c:pt>
                <c:pt idx="287">
                  <c:v>-0.95630475596303544</c:v>
                </c:pt>
                <c:pt idx="288">
                  <c:v>-0.95105651629515364</c:v>
                </c:pt>
                <c:pt idx="289">
                  <c:v>-0.94551857559931696</c:v>
                </c:pt>
                <c:pt idx="290">
                  <c:v>-0.93969262078590832</c:v>
                </c:pt>
                <c:pt idx="291">
                  <c:v>-0.93358042649720174</c:v>
                </c:pt>
                <c:pt idx="292">
                  <c:v>-0.92718385456678742</c:v>
                </c:pt>
                <c:pt idx="293">
                  <c:v>-0.92050485345244049</c:v>
                </c:pt>
                <c:pt idx="294">
                  <c:v>-0.91354545764260109</c:v>
                </c:pt>
                <c:pt idx="295">
                  <c:v>-0.90630778703664994</c:v>
                </c:pt>
                <c:pt idx="296">
                  <c:v>-0.89879404629916704</c:v>
                </c:pt>
                <c:pt idx="297">
                  <c:v>-0.8910065241883679</c:v>
                </c:pt>
                <c:pt idx="298">
                  <c:v>-0.8829475928589271</c:v>
                </c:pt>
                <c:pt idx="299">
                  <c:v>-0.87461970713939563</c:v>
                </c:pt>
                <c:pt idx="300">
                  <c:v>-0.8660254037844386</c:v>
                </c:pt>
                <c:pt idx="301">
                  <c:v>-0.85716730070211233</c:v>
                </c:pt>
                <c:pt idx="302">
                  <c:v>-0.84804809615642618</c:v>
                </c:pt>
                <c:pt idx="303">
                  <c:v>-0.83867056794542427</c:v>
                </c:pt>
                <c:pt idx="304">
                  <c:v>-0.82903757255504162</c:v>
                </c:pt>
                <c:pt idx="305">
                  <c:v>-0.8191520442889918</c:v>
                </c:pt>
                <c:pt idx="306">
                  <c:v>-0.80901699437494756</c:v>
                </c:pt>
                <c:pt idx="307">
                  <c:v>-0.79863551004729305</c:v>
                </c:pt>
                <c:pt idx="308">
                  <c:v>-0.78801075360672179</c:v>
                </c:pt>
                <c:pt idx="309">
                  <c:v>-0.77714596145697079</c:v>
                </c:pt>
                <c:pt idx="310">
                  <c:v>-0.76604444311897812</c:v>
                </c:pt>
                <c:pt idx="311">
                  <c:v>-0.75470958022277224</c:v>
                </c:pt>
                <c:pt idx="312">
                  <c:v>-0.74314482547739458</c:v>
                </c:pt>
                <c:pt idx="313">
                  <c:v>-0.73135370161917035</c:v>
                </c:pt>
                <c:pt idx="314">
                  <c:v>-0.71933980033865119</c:v>
                </c:pt>
                <c:pt idx="315">
                  <c:v>-0.70710678118654768</c:v>
                </c:pt>
                <c:pt idx="316">
                  <c:v>-0.69465837045899759</c:v>
                </c:pt>
                <c:pt idx="317">
                  <c:v>-0.68199836006249825</c:v>
                </c:pt>
                <c:pt idx="318">
                  <c:v>-0.66913060635885813</c:v>
                </c:pt>
                <c:pt idx="319">
                  <c:v>-0.65605902899050739</c:v>
                </c:pt>
                <c:pt idx="320">
                  <c:v>-0.64278760968653958</c:v>
                </c:pt>
                <c:pt idx="321">
                  <c:v>-0.62932039104983784</c:v>
                </c:pt>
                <c:pt idx="322">
                  <c:v>-0.61566147532565818</c:v>
                </c:pt>
                <c:pt idx="323">
                  <c:v>-0.60181502315204827</c:v>
                </c:pt>
                <c:pt idx="324">
                  <c:v>-0.58778525229247336</c:v>
                </c:pt>
                <c:pt idx="325">
                  <c:v>-0.57357643635104649</c:v>
                </c:pt>
                <c:pt idx="326">
                  <c:v>-0.55919290347074657</c:v>
                </c:pt>
                <c:pt idx="327">
                  <c:v>-0.54463903501502697</c:v>
                </c:pt>
                <c:pt idx="328">
                  <c:v>-0.52991926423320501</c:v>
                </c:pt>
                <c:pt idx="329">
                  <c:v>-0.51503807491005449</c:v>
                </c:pt>
                <c:pt idx="330">
                  <c:v>-0.50000000000000044</c:v>
                </c:pt>
                <c:pt idx="331">
                  <c:v>-0.48480962024633689</c:v>
                </c:pt>
                <c:pt idx="332">
                  <c:v>-0.46947156278589081</c:v>
                </c:pt>
                <c:pt idx="333">
                  <c:v>-0.45399049973954697</c:v>
                </c:pt>
                <c:pt idx="334">
                  <c:v>-0.43837114678907779</c:v>
                </c:pt>
                <c:pt idx="335">
                  <c:v>-0.42261826174069922</c:v>
                </c:pt>
                <c:pt idx="336">
                  <c:v>-0.40673664307580015</c:v>
                </c:pt>
                <c:pt idx="337">
                  <c:v>-0.39073112848927388</c:v>
                </c:pt>
                <c:pt idx="338">
                  <c:v>-0.37460659341591235</c:v>
                </c:pt>
                <c:pt idx="339">
                  <c:v>-0.35836794954530077</c:v>
                </c:pt>
                <c:pt idx="340">
                  <c:v>-0.3420201433256686</c:v>
                </c:pt>
                <c:pt idx="341">
                  <c:v>-0.3255681544571567</c:v>
                </c:pt>
                <c:pt idx="342">
                  <c:v>-0.30901699437494762</c:v>
                </c:pt>
                <c:pt idx="343">
                  <c:v>-0.29237170472273716</c:v>
                </c:pt>
                <c:pt idx="344">
                  <c:v>-0.27563735581699894</c:v>
                </c:pt>
                <c:pt idx="345">
                  <c:v>-0.25881904510252068</c:v>
                </c:pt>
                <c:pt idx="346">
                  <c:v>-0.24192189559966787</c:v>
                </c:pt>
                <c:pt idx="347">
                  <c:v>-0.22495105434386534</c:v>
                </c:pt>
                <c:pt idx="348">
                  <c:v>-0.20791169081775987</c:v>
                </c:pt>
                <c:pt idx="349">
                  <c:v>-0.19080899537654467</c:v>
                </c:pt>
                <c:pt idx="350">
                  <c:v>-0.17364817766693039</c:v>
                </c:pt>
                <c:pt idx="351">
                  <c:v>-0.15643446504023112</c:v>
                </c:pt>
                <c:pt idx="352">
                  <c:v>-0.13917310096006588</c:v>
                </c:pt>
                <c:pt idx="353">
                  <c:v>-0.12186934340514723</c:v>
                </c:pt>
                <c:pt idx="354">
                  <c:v>-0.10452846326765342</c:v>
                </c:pt>
                <c:pt idx="355">
                  <c:v>-8.7155742747658319E-2</c:v>
                </c:pt>
                <c:pt idx="356">
                  <c:v>-6.9756473744125636E-2</c:v>
                </c:pt>
                <c:pt idx="357">
                  <c:v>-5.2335956242944369E-2</c:v>
                </c:pt>
                <c:pt idx="358">
                  <c:v>-3.4899496702500823E-2</c:v>
                </c:pt>
                <c:pt idx="359">
                  <c:v>-1.745240643728356E-2</c:v>
                </c:pt>
                <c:pt idx="360">
                  <c:v>-2.45029690981724E-16</c:v>
                </c:pt>
                <c:pt idx="361">
                  <c:v>1.7452406437283071E-2</c:v>
                </c:pt>
                <c:pt idx="362">
                  <c:v>3.4899496702501219E-2</c:v>
                </c:pt>
                <c:pt idx="363">
                  <c:v>5.2335956242943883E-2</c:v>
                </c:pt>
                <c:pt idx="364">
                  <c:v>6.975647374412515E-2</c:v>
                </c:pt>
                <c:pt idx="365">
                  <c:v>8.7155742747657833E-2</c:v>
                </c:pt>
                <c:pt idx="366">
                  <c:v>0.10452846326765293</c:v>
                </c:pt>
                <c:pt idx="367">
                  <c:v>0.12186934340514763</c:v>
                </c:pt>
                <c:pt idx="368">
                  <c:v>0.13917310096006538</c:v>
                </c:pt>
                <c:pt idx="369">
                  <c:v>0.15643446504023062</c:v>
                </c:pt>
                <c:pt idx="370">
                  <c:v>0.17364817766692991</c:v>
                </c:pt>
                <c:pt idx="371">
                  <c:v>0.19080899537654505</c:v>
                </c:pt>
                <c:pt idx="372">
                  <c:v>0.20791169081775937</c:v>
                </c:pt>
                <c:pt idx="373">
                  <c:v>0.22495105434386484</c:v>
                </c:pt>
                <c:pt idx="374">
                  <c:v>0.24192189559966737</c:v>
                </c:pt>
                <c:pt idx="375">
                  <c:v>0.25881904510252024</c:v>
                </c:pt>
                <c:pt idx="376">
                  <c:v>0.27563735581699933</c:v>
                </c:pt>
                <c:pt idx="377">
                  <c:v>0.29237170472273666</c:v>
                </c:pt>
                <c:pt idx="378">
                  <c:v>0.30901699437494717</c:v>
                </c:pt>
                <c:pt idx="379">
                  <c:v>0.32556815445715626</c:v>
                </c:pt>
                <c:pt idx="380">
                  <c:v>0.34202014332566893</c:v>
                </c:pt>
                <c:pt idx="381">
                  <c:v>0.35836794954530032</c:v>
                </c:pt>
                <c:pt idx="382">
                  <c:v>0.3746065934159119</c:v>
                </c:pt>
                <c:pt idx="383">
                  <c:v>0.39073112848927344</c:v>
                </c:pt>
                <c:pt idx="384">
                  <c:v>0.40673664307580049</c:v>
                </c:pt>
                <c:pt idx="385">
                  <c:v>0.42261826174069955</c:v>
                </c:pt>
                <c:pt idx="386">
                  <c:v>0.43837114678907735</c:v>
                </c:pt>
                <c:pt idx="387">
                  <c:v>0.45399049973954658</c:v>
                </c:pt>
                <c:pt idx="388">
                  <c:v>0.46947156278589036</c:v>
                </c:pt>
                <c:pt idx="389">
                  <c:v>0.48480962024633723</c:v>
                </c:pt>
                <c:pt idx="390">
                  <c:v>0.5</c:v>
                </c:pt>
                <c:pt idx="391">
                  <c:v>0.51503807491005404</c:v>
                </c:pt>
                <c:pt idx="392">
                  <c:v>0.52991926423320468</c:v>
                </c:pt>
                <c:pt idx="393">
                  <c:v>0.54463903501502731</c:v>
                </c:pt>
                <c:pt idx="394">
                  <c:v>0.5591929034707469</c:v>
                </c:pt>
                <c:pt idx="395">
                  <c:v>0.57357643635104605</c:v>
                </c:pt>
                <c:pt idx="396">
                  <c:v>0.58778525229247292</c:v>
                </c:pt>
                <c:pt idx="397">
                  <c:v>0.60181502315204793</c:v>
                </c:pt>
                <c:pt idx="398">
                  <c:v>0.6156614753256584</c:v>
                </c:pt>
                <c:pt idx="399">
                  <c:v>0.6293203910498375</c:v>
                </c:pt>
                <c:pt idx="400">
                  <c:v>0.64278760968653914</c:v>
                </c:pt>
                <c:pt idx="401">
                  <c:v>0.65605902899050705</c:v>
                </c:pt>
                <c:pt idx="402">
                  <c:v>0.66913060635885846</c:v>
                </c:pt>
                <c:pt idx="403">
                  <c:v>0.68199836006249859</c:v>
                </c:pt>
                <c:pt idx="404">
                  <c:v>0.69465837045899725</c:v>
                </c:pt>
                <c:pt idx="405">
                  <c:v>0.70710678118654735</c:v>
                </c:pt>
                <c:pt idx="406">
                  <c:v>0.71933980033865086</c:v>
                </c:pt>
                <c:pt idx="407">
                  <c:v>0.73135370161917068</c:v>
                </c:pt>
                <c:pt idx="408">
                  <c:v>0.74314482547739424</c:v>
                </c:pt>
                <c:pt idx="409">
                  <c:v>0.7547095802227719</c:v>
                </c:pt>
                <c:pt idx="410">
                  <c:v>0.76604444311897779</c:v>
                </c:pt>
                <c:pt idx="411">
                  <c:v>0.77714596145697112</c:v>
                </c:pt>
                <c:pt idx="412">
                  <c:v>0.78801075360672201</c:v>
                </c:pt>
                <c:pt idx="413">
                  <c:v>0.79863551004729283</c:v>
                </c:pt>
                <c:pt idx="414">
                  <c:v>0.80901699437494723</c:v>
                </c:pt>
                <c:pt idx="415">
                  <c:v>0.81915204428899147</c:v>
                </c:pt>
                <c:pt idx="416">
                  <c:v>0.82903757255504185</c:v>
                </c:pt>
                <c:pt idx="417">
                  <c:v>0.83867056794542405</c:v>
                </c:pt>
                <c:pt idx="418">
                  <c:v>0.84804809615642585</c:v>
                </c:pt>
                <c:pt idx="419">
                  <c:v>0.85716730070211211</c:v>
                </c:pt>
                <c:pt idx="420">
                  <c:v>0.86602540378443882</c:v>
                </c:pt>
                <c:pt idx="421">
                  <c:v>0.87461970713939585</c:v>
                </c:pt>
                <c:pt idx="422">
                  <c:v>0.88294759285892688</c:v>
                </c:pt>
                <c:pt idx="423">
                  <c:v>0.89100652418836768</c:v>
                </c:pt>
                <c:pt idx="424">
                  <c:v>0.89879404629916682</c:v>
                </c:pt>
                <c:pt idx="425">
                  <c:v>0.90630778703665005</c:v>
                </c:pt>
                <c:pt idx="426">
                  <c:v>0.91354545764260087</c:v>
                </c:pt>
                <c:pt idx="427">
                  <c:v>0.92050485345244026</c:v>
                </c:pt>
                <c:pt idx="428">
                  <c:v>0.9271838545667872</c:v>
                </c:pt>
                <c:pt idx="429">
                  <c:v>0.93358042649720185</c:v>
                </c:pt>
                <c:pt idx="430">
                  <c:v>0.93969262078590843</c:v>
                </c:pt>
                <c:pt idx="431">
                  <c:v>0.94551857559931674</c:v>
                </c:pt>
                <c:pt idx="432">
                  <c:v>0.95105651629515353</c:v>
                </c:pt>
                <c:pt idx="433">
                  <c:v>0.95630475596303532</c:v>
                </c:pt>
                <c:pt idx="434">
                  <c:v>0.96126169593831889</c:v>
                </c:pt>
                <c:pt idx="435">
                  <c:v>0.96592582628906831</c:v>
                </c:pt>
                <c:pt idx="436">
                  <c:v>0.97029572627599647</c:v>
                </c:pt>
                <c:pt idx="437">
                  <c:v>0.97437006478523513</c:v>
                </c:pt>
                <c:pt idx="438">
                  <c:v>0.97814760073380569</c:v>
                </c:pt>
                <c:pt idx="439">
                  <c:v>0.98162718344766398</c:v>
                </c:pt>
                <c:pt idx="440">
                  <c:v>0.98480775301220802</c:v>
                </c:pt>
                <c:pt idx="441">
                  <c:v>0.98768834059513766</c:v>
                </c:pt>
                <c:pt idx="442">
                  <c:v>0.99026806874157025</c:v>
                </c:pt>
                <c:pt idx="443">
                  <c:v>0.99254615164132209</c:v>
                </c:pt>
                <c:pt idx="444">
                  <c:v>0.99452189536827329</c:v>
                </c:pt>
                <c:pt idx="445">
                  <c:v>0.99619469809174555</c:v>
                </c:pt>
                <c:pt idx="446">
                  <c:v>0.9975640502598242</c:v>
                </c:pt>
                <c:pt idx="447">
                  <c:v>0.99862953475457394</c:v>
                </c:pt>
                <c:pt idx="448">
                  <c:v>0.99939082701909576</c:v>
                </c:pt>
                <c:pt idx="449">
                  <c:v>0.99984769515639127</c:v>
                </c:pt>
                <c:pt idx="450">
                  <c:v>1</c:v>
                </c:pt>
                <c:pt idx="451">
                  <c:v>0.99984769515639127</c:v>
                </c:pt>
                <c:pt idx="452">
                  <c:v>0.99939082701909576</c:v>
                </c:pt>
                <c:pt idx="453">
                  <c:v>0.99862953475457383</c:v>
                </c:pt>
                <c:pt idx="454">
                  <c:v>0.99756405025982431</c:v>
                </c:pt>
                <c:pt idx="455">
                  <c:v>0.99619469809174555</c:v>
                </c:pt>
                <c:pt idx="456">
                  <c:v>0.99452189536827329</c:v>
                </c:pt>
                <c:pt idx="457">
                  <c:v>0.99254615164132198</c:v>
                </c:pt>
                <c:pt idx="458">
                  <c:v>0.99026806874157036</c:v>
                </c:pt>
                <c:pt idx="459">
                  <c:v>0.98768834059513766</c:v>
                </c:pt>
                <c:pt idx="460">
                  <c:v>0.98480775301220813</c:v>
                </c:pt>
                <c:pt idx="461">
                  <c:v>0.98162718344766386</c:v>
                </c:pt>
                <c:pt idx="462">
                  <c:v>0.9781476007338058</c:v>
                </c:pt>
                <c:pt idx="463">
                  <c:v>0.97437006478523525</c:v>
                </c:pt>
                <c:pt idx="464">
                  <c:v>0.97029572627599636</c:v>
                </c:pt>
                <c:pt idx="465">
                  <c:v>0.96592582628906842</c:v>
                </c:pt>
                <c:pt idx="466">
                  <c:v>0.96126169593831889</c:v>
                </c:pt>
                <c:pt idx="467">
                  <c:v>0.95630475596303577</c:v>
                </c:pt>
                <c:pt idx="468">
                  <c:v>0.95105651629515364</c:v>
                </c:pt>
                <c:pt idx="469">
                  <c:v>0.94551857559931674</c:v>
                </c:pt>
                <c:pt idx="470">
                  <c:v>0.93969262078590865</c:v>
                </c:pt>
                <c:pt idx="471">
                  <c:v>0.93358042649720174</c:v>
                </c:pt>
                <c:pt idx="472">
                  <c:v>0.9271838545667872</c:v>
                </c:pt>
                <c:pt idx="473">
                  <c:v>0.92050485345244049</c:v>
                </c:pt>
                <c:pt idx="474">
                  <c:v>0.91354545764260076</c:v>
                </c:pt>
                <c:pt idx="475">
                  <c:v>0.90630778703665027</c:v>
                </c:pt>
                <c:pt idx="476">
                  <c:v>0.89879404629916704</c:v>
                </c:pt>
                <c:pt idx="477">
                  <c:v>0.89100652418836757</c:v>
                </c:pt>
                <c:pt idx="478">
                  <c:v>0.88294759285892721</c:v>
                </c:pt>
                <c:pt idx="479">
                  <c:v>0.87461970713939574</c:v>
                </c:pt>
                <c:pt idx="480">
                  <c:v>0.86602540378443915</c:v>
                </c:pt>
                <c:pt idx="481">
                  <c:v>0.85716730070211244</c:v>
                </c:pt>
                <c:pt idx="482">
                  <c:v>0.84804809615642573</c:v>
                </c:pt>
                <c:pt idx="483">
                  <c:v>0.83867056794542438</c:v>
                </c:pt>
                <c:pt idx="484">
                  <c:v>0.82903757255504162</c:v>
                </c:pt>
                <c:pt idx="485">
                  <c:v>0.81915204428899235</c:v>
                </c:pt>
                <c:pt idx="486">
                  <c:v>0.80901699437494767</c:v>
                </c:pt>
                <c:pt idx="487">
                  <c:v>0.79863551004729261</c:v>
                </c:pt>
                <c:pt idx="488">
                  <c:v>0.78801075360672246</c:v>
                </c:pt>
                <c:pt idx="489">
                  <c:v>0.7771459614569709</c:v>
                </c:pt>
                <c:pt idx="490">
                  <c:v>0.76604444311897757</c:v>
                </c:pt>
                <c:pt idx="491">
                  <c:v>0.75470958022277224</c:v>
                </c:pt>
                <c:pt idx="492">
                  <c:v>0.74314482547739402</c:v>
                </c:pt>
                <c:pt idx="493">
                  <c:v>0.73135370161917101</c:v>
                </c:pt>
                <c:pt idx="494">
                  <c:v>0.71933980033865119</c:v>
                </c:pt>
                <c:pt idx="495">
                  <c:v>0.70710678118654713</c:v>
                </c:pt>
                <c:pt idx="496">
                  <c:v>0.6946583704589977</c:v>
                </c:pt>
                <c:pt idx="497">
                  <c:v>0.68199836006249837</c:v>
                </c:pt>
                <c:pt idx="498">
                  <c:v>0.6691306063588589</c:v>
                </c:pt>
                <c:pt idx="499">
                  <c:v>0.6560590289905075</c:v>
                </c:pt>
                <c:pt idx="500">
                  <c:v>0.64278760968653903</c:v>
                </c:pt>
                <c:pt idx="501">
                  <c:v>0.62932039104983795</c:v>
                </c:pt>
                <c:pt idx="502">
                  <c:v>0.61566147532565829</c:v>
                </c:pt>
                <c:pt idx="503">
                  <c:v>0.60181502315204916</c:v>
                </c:pt>
                <c:pt idx="504">
                  <c:v>0.58778525229247336</c:v>
                </c:pt>
                <c:pt idx="505">
                  <c:v>0.57357643635104583</c:v>
                </c:pt>
                <c:pt idx="506">
                  <c:v>0.55919290347074746</c:v>
                </c:pt>
                <c:pt idx="507">
                  <c:v>0.54463903501502708</c:v>
                </c:pt>
                <c:pt idx="508">
                  <c:v>0.52991926423320446</c:v>
                </c:pt>
                <c:pt idx="509">
                  <c:v>0.5150380749100546</c:v>
                </c:pt>
                <c:pt idx="510">
                  <c:v>0.49999999999999978</c:v>
                </c:pt>
                <c:pt idx="511">
                  <c:v>0.48480962024633778</c:v>
                </c:pt>
                <c:pt idx="512">
                  <c:v>0.46947156278589092</c:v>
                </c:pt>
                <c:pt idx="513">
                  <c:v>0.4539904997395463</c:v>
                </c:pt>
                <c:pt idx="514">
                  <c:v>0.4383711467890779</c:v>
                </c:pt>
                <c:pt idx="515">
                  <c:v>0.42261826174069933</c:v>
                </c:pt>
                <c:pt idx="516">
                  <c:v>0.4067366430758011</c:v>
                </c:pt>
                <c:pt idx="517">
                  <c:v>0.39073112848927399</c:v>
                </c:pt>
                <c:pt idx="518">
                  <c:v>0.37460659341591163</c:v>
                </c:pt>
                <c:pt idx="519">
                  <c:v>0.35836794954530088</c:v>
                </c:pt>
                <c:pt idx="520">
                  <c:v>0.34202014332566871</c:v>
                </c:pt>
                <c:pt idx="521">
                  <c:v>0.32556815445715598</c:v>
                </c:pt>
                <c:pt idx="522">
                  <c:v>0.30901699437494778</c:v>
                </c:pt>
                <c:pt idx="523">
                  <c:v>0.29237170472273638</c:v>
                </c:pt>
                <c:pt idx="524">
                  <c:v>0.27563735581699988</c:v>
                </c:pt>
                <c:pt idx="525">
                  <c:v>0.25881904510252079</c:v>
                </c:pt>
                <c:pt idx="526">
                  <c:v>0.24192189559966712</c:v>
                </c:pt>
                <c:pt idx="527">
                  <c:v>0.22495105434386545</c:v>
                </c:pt>
                <c:pt idx="528">
                  <c:v>0.20791169081775912</c:v>
                </c:pt>
                <c:pt idx="529">
                  <c:v>0.19080899537654564</c:v>
                </c:pt>
                <c:pt idx="530">
                  <c:v>0.1736481776669305</c:v>
                </c:pt>
                <c:pt idx="531">
                  <c:v>0.15643446504023034</c:v>
                </c:pt>
                <c:pt idx="532">
                  <c:v>0.13917310096006599</c:v>
                </c:pt>
                <c:pt idx="533">
                  <c:v>0.12186934340514735</c:v>
                </c:pt>
                <c:pt idx="534">
                  <c:v>0.10452846326765443</c:v>
                </c:pt>
                <c:pt idx="535">
                  <c:v>8.7155742747658443E-2</c:v>
                </c:pt>
                <c:pt idx="536">
                  <c:v>6.9756473744124872E-2</c:v>
                </c:pt>
                <c:pt idx="537">
                  <c:v>5.2335956242944494E-2</c:v>
                </c:pt>
                <c:pt idx="538">
                  <c:v>3.4899496702500941E-2</c:v>
                </c:pt>
                <c:pt idx="539">
                  <c:v>1.7452406437282793E-2</c:v>
                </c:pt>
                <c:pt idx="540">
                  <c:v>3.67544536472586E-16</c:v>
                </c:pt>
                <c:pt idx="541">
                  <c:v>-1.7452406437283834E-2</c:v>
                </c:pt>
                <c:pt idx="542">
                  <c:v>-3.4899496702500206E-2</c:v>
                </c:pt>
                <c:pt idx="543">
                  <c:v>-5.2335956242943758E-2</c:v>
                </c:pt>
                <c:pt idx="544">
                  <c:v>-6.9756473744125913E-2</c:v>
                </c:pt>
                <c:pt idx="545">
                  <c:v>-8.7155742747657708E-2</c:v>
                </c:pt>
                <c:pt idx="546">
                  <c:v>-0.10452846326765369</c:v>
                </c:pt>
                <c:pt idx="547">
                  <c:v>-0.12186934340514662</c:v>
                </c:pt>
                <c:pt idx="548">
                  <c:v>-0.13917310096006527</c:v>
                </c:pt>
                <c:pt idx="549">
                  <c:v>-0.15643446504023137</c:v>
                </c:pt>
                <c:pt idx="550">
                  <c:v>-0.17364817766692978</c:v>
                </c:pt>
                <c:pt idx="551">
                  <c:v>-0.19080899537654492</c:v>
                </c:pt>
                <c:pt idx="552">
                  <c:v>-0.2079116908177584</c:v>
                </c:pt>
                <c:pt idx="553">
                  <c:v>-0.22495105434386473</c:v>
                </c:pt>
                <c:pt idx="554">
                  <c:v>-0.24192189559966812</c:v>
                </c:pt>
                <c:pt idx="555">
                  <c:v>-0.25881904510252013</c:v>
                </c:pt>
                <c:pt idx="556">
                  <c:v>-0.27563735581699922</c:v>
                </c:pt>
                <c:pt idx="557">
                  <c:v>-0.29237170472273738</c:v>
                </c:pt>
                <c:pt idx="558">
                  <c:v>-0.30901699437494706</c:v>
                </c:pt>
                <c:pt idx="559">
                  <c:v>-0.32556815445715698</c:v>
                </c:pt>
                <c:pt idx="560">
                  <c:v>-0.34202014332566799</c:v>
                </c:pt>
                <c:pt idx="561">
                  <c:v>-0.35836794954530021</c:v>
                </c:pt>
                <c:pt idx="562">
                  <c:v>-0.37460659341591257</c:v>
                </c:pt>
                <c:pt idx="563">
                  <c:v>-0.39073112848927333</c:v>
                </c:pt>
                <c:pt idx="564">
                  <c:v>-0.40673664307580037</c:v>
                </c:pt>
                <c:pt idx="565">
                  <c:v>-0.42261826174069866</c:v>
                </c:pt>
                <c:pt idx="566">
                  <c:v>-0.43837114678907724</c:v>
                </c:pt>
                <c:pt idx="567">
                  <c:v>-0.45399049973954725</c:v>
                </c:pt>
                <c:pt idx="568">
                  <c:v>-0.46947156278589025</c:v>
                </c:pt>
                <c:pt idx="569">
                  <c:v>-0.48480962024633711</c:v>
                </c:pt>
                <c:pt idx="570">
                  <c:v>-0.49999999999999917</c:v>
                </c:pt>
                <c:pt idx="571">
                  <c:v>-0.51503807491005393</c:v>
                </c:pt>
                <c:pt idx="572">
                  <c:v>-0.52991926423320534</c:v>
                </c:pt>
                <c:pt idx="573">
                  <c:v>-0.54463903501502653</c:v>
                </c:pt>
                <c:pt idx="574">
                  <c:v>-0.55919290347074679</c:v>
                </c:pt>
                <c:pt idx="575">
                  <c:v>-0.57357643635104671</c:v>
                </c:pt>
                <c:pt idx="576">
                  <c:v>-0.5877852522924728</c:v>
                </c:pt>
                <c:pt idx="577">
                  <c:v>-0.60181502315204849</c:v>
                </c:pt>
                <c:pt idx="578">
                  <c:v>-0.61566147532565763</c:v>
                </c:pt>
                <c:pt idx="579">
                  <c:v>-0.62932039104983739</c:v>
                </c:pt>
                <c:pt idx="580">
                  <c:v>-0.64278760968653981</c:v>
                </c:pt>
                <c:pt idx="581">
                  <c:v>-0.65605902899050694</c:v>
                </c:pt>
                <c:pt idx="582">
                  <c:v>-0.66913060635885835</c:v>
                </c:pt>
                <c:pt idx="583">
                  <c:v>-0.68199836006249781</c:v>
                </c:pt>
                <c:pt idx="584">
                  <c:v>-0.69465837045899714</c:v>
                </c:pt>
                <c:pt idx="585">
                  <c:v>-0.70710678118654791</c:v>
                </c:pt>
                <c:pt idx="586">
                  <c:v>-0.71933980033865075</c:v>
                </c:pt>
                <c:pt idx="587">
                  <c:v>-0.73135370161917057</c:v>
                </c:pt>
                <c:pt idx="588">
                  <c:v>-0.74314482547739358</c:v>
                </c:pt>
                <c:pt idx="589">
                  <c:v>-0.75470958022277179</c:v>
                </c:pt>
                <c:pt idx="590">
                  <c:v>-0.76604444311897824</c:v>
                </c:pt>
                <c:pt idx="591">
                  <c:v>-0.77714596145697046</c:v>
                </c:pt>
                <c:pt idx="592">
                  <c:v>-0.7880107536067219</c:v>
                </c:pt>
                <c:pt idx="593">
                  <c:v>-0.79863551004729327</c:v>
                </c:pt>
                <c:pt idx="594">
                  <c:v>-0.80901699437494723</c:v>
                </c:pt>
                <c:pt idx="595">
                  <c:v>-0.81915204428899191</c:v>
                </c:pt>
                <c:pt idx="596">
                  <c:v>-0.82903757255504129</c:v>
                </c:pt>
                <c:pt idx="597">
                  <c:v>-0.83867056794542394</c:v>
                </c:pt>
                <c:pt idx="598">
                  <c:v>-0.84804809615642629</c:v>
                </c:pt>
                <c:pt idx="599">
                  <c:v>-0.857167300702112</c:v>
                </c:pt>
                <c:pt idx="600">
                  <c:v>-0.86602540378443871</c:v>
                </c:pt>
                <c:pt idx="601">
                  <c:v>-0.87461970713939541</c:v>
                </c:pt>
                <c:pt idx="602">
                  <c:v>-0.88294759285892688</c:v>
                </c:pt>
                <c:pt idx="603">
                  <c:v>-0.89100652418836812</c:v>
                </c:pt>
                <c:pt idx="604">
                  <c:v>-0.8987940462991667</c:v>
                </c:pt>
                <c:pt idx="605">
                  <c:v>-0.90630778703665005</c:v>
                </c:pt>
                <c:pt idx="606">
                  <c:v>-0.91354545764260053</c:v>
                </c:pt>
                <c:pt idx="607">
                  <c:v>-0.92050485345244015</c:v>
                </c:pt>
                <c:pt idx="608">
                  <c:v>-0.92718385456678754</c:v>
                </c:pt>
                <c:pt idx="609">
                  <c:v>-0.93358042649720152</c:v>
                </c:pt>
                <c:pt idx="610">
                  <c:v>-0.93969262078590843</c:v>
                </c:pt>
                <c:pt idx="611">
                  <c:v>-0.94551857559931707</c:v>
                </c:pt>
                <c:pt idx="612">
                  <c:v>-0.95105651629515342</c:v>
                </c:pt>
                <c:pt idx="613">
                  <c:v>-0.95630475596303555</c:v>
                </c:pt>
                <c:pt idx="614">
                  <c:v>-0.96126169593831867</c:v>
                </c:pt>
                <c:pt idx="615">
                  <c:v>-0.9659258262890682</c:v>
                </c:pt>
                <c:pt idx="616">
                  <c:v>-0.97029572627599658</c:v>
                </c:pt>
                <c:pt idx="617">
                  <c:v>-0.97437006478523513</c:v>
                </c:pt>
                <c:pt idx="618">
                  <c:v>-0.97814760073380569</c:v>
                </c:pt>
                <c:pt idx="619">
                  <c:v>-0.98162718344766375</c:v>
                </c:pt>
                <c:pt idx="620">
                  <c:v>-0.98480775301220802</c:v>
                </c:pt>
                <c:pt idx="621">
                  <c:v>-0.98768834059513777</c:v>
                </c:pt>
                <c:pt idx="622">
                  <c:v>-0.99026806874157025</c:v>
                </c:pt>
                <c:pt idx="623">
                  <c:v>-0.99254615164132209</c:v>
                </c:pt>
                <c:pt idx="624">
                  <c:v>-0.99452189536827318</c:v>
                </c:pt>
                <c:pt idx="625">
                  <c:v>-0.99619469809174555</c:v>
                </c:pt>
                <c:pt idx="626">
                  <c:v>-0.99756405025982431</c:v>
                </c:pt>
                <c:pt idx="627">
                  <c:v>-0.99862953475457383</c:v>
                </c:pt>
                <c:pt idx="628">
                  <c:v>-0.99939082701909576</c:v>
                </c:pt>
                <c:pt idx="629">
                  <c:v>-0.99984769515639127</c:v>
                </c:pt>
                <c:pt idx="630">
                  <c:v>-1</c:v>
                </c:pt>
                <c:pt idx="631">
                  <c:v>-0.99984769515639127</c:v>
                </c:pt>
                <c:pt idx="632">
                  <c:v>-0.99939082701909576</c:v>
                </c:pt>
                <c:pt idx="633">
                  <c:v>-0.99862953475457383</c:v>
                </c:pt>
                <c:pt idx="634">
                  <c:v>-0.9975640502598242</c:v>
                </c:pt>
                <c:pt idx="635">
                  <c:v>-0.99619469809174555</c:v>
                </c:pt>
                <c:pt idx="636">
                  <c:v>-0.99452189536827329</c:v>
                </c:pt>
                <c:pt idx="637">
                  <c:v>-0.99254615164132209</c:v>
                </c:pt>
                <c:pt idx="638">
                  <c:v>-0.99026806874157036</c:v>
                </c:pt>
                <c:pt idx="639">
                  <c:v>-0.98768834059513766</c:v>
                </c:pt>
                <c:pt idx="640">
                  <c:v>-0.98480775301220813</c:v>
                </c:pt>
                <c:pt idx="641">
                  <c:v>-0.98162718344766398</c:v>
                </c:pt>
                <c:pt idx="642">
                  <c:v>-0.9781476007338058</c:v>
                </c:pt>
                <c:pt idx="643">
                  <c:v>-0.97437006478523536</c:v>
                </c:pt>
                <c:pt idx="644">
                  <c:v>-0.97029572627599636</c:v>
                </c:pt>
                <c:pt idx="645">
                  <c:v>-0.96592582628906842</c:v>
                </c:pt>
                <c:pt idx="646">
                  <c:v>-0.96126169593831889</c:v>
                </c:pt>
                <c:pt idx="647">
                  <c:v>-0.95630475596303532</c:v>
                </c:pt>
                <c:pt idx="648">
                  <c:v>-0.95105651629515375</c:v>
                </c:pt>
                <c:pt idx="649">
                  <c:v>-0.94551857559931674</c:v>
                </c:pt>
                <c:pt idx="650">
                  <c:v>-0.93969262078590865</c:v>
                </c:pt>
                <c:pt idx="651">
                  <c:v>-0.93358042649720185</c:v>
                </c:pt>
                <c:pt idx="652">
                  <c:v>-0.9271838545667872</c:v>
                </c:pt>
                <c:pt idx="653">
                  <c:v>-0.92050485345244049</c:v>
                </c:pt>
                <c:pt idx="654">
                  <c:v>-0.91354545764260087</c:v>
                </c:pt>
                <c:pt idx="655">
                  <c:v>-0.90630778703665038</c:v>
                </c:pt>
                <c:pt idx="656">
                  <c:v>-0.89879404629916715</c:v>
                </c:pt>
                <c:pt idx="657">
                  <c:v>-0.89100652418836768</c:v>
                </c:pt>
                <c:pt idx="658">
                  <c:v>-0.88294759285892721</c:v>
                </c:pt>
                <c:pt idx="659">
                  <c:v>-0.87461970713939574</c:v>
                </c:pt>
                <c:pt idx="660">
                  <c:v>-0.86602540378443915</c:v>
                </c:pt>
                <c:pt idx="661">
                  <c:v>-0.85716730070211244</c:v>
                </c:pt>
                <c:pt idx="662">
                  <c:v>-0.84804809615642585</c:v>
                </c:pt>
                <c:pt idx="663">
                  <c:v>-0.83867056794542438</c:v>
                </c:pt>
                <c:pt idx="664">
                  <c:v>-0.82903757255504174</c:v>
                </c:pt>
                <c:pt idx="665">
                  <c:v>-0.81915204428899147</c:v>
                </c:pt>
                <c:pt idx="666">
                  <c:v>-0.80901699437494767</c:v>
                </c:pt>
                <c:pt idx="667">
                  <c:v>-0.79863551004729272</c:v>
                </c:pt>
                <c:pt idx="668">
                  <c:v>-0.78801075360672246</c:v>
                </c:pt>
                <c:pt idx="669">
                  <c:v>-0.77714596145697101</c:v>
                </c:pt>
                <c:pt idx="670">
                  <c:v>-0.76604444311897768</c:v>
                </c:pt>
                <c:pt idx="671">
                  <c:v>-0.75470958022277235</c:v>
                </c:pt>
                <c:pt idx="672">
                  <c:v>-0.74314482547739413</c:v>
                </c:pt>
                <c:pt idx="673">
                  <c:v>-0.73135370161917113</c:v>
                </c:pt>
                <c:pt idx="674">
                  <c:v>-0.7193398003386513</c:v>
                </c:pt>
                <c:pt idx="675">
                  <c:v>-0.70710678118654724</c:v>
                </c:pt>
                <c:pt idx="676">
                  <c:v>-0.69465837045899781</c:v>
                </c:pt>
                <c:pt idx="677">
                  <c:v>-0.68199836006249848</c:v>
                </c:pt>
                <c:pt idx="678">
                  <c:v>-0.66913060635885901</c:v>
                </c:pt>
                <c:pt idx="679">
                  <c:v>-0.65605902899050761</c:v>
                </c:pt>
                <c:pt idx="680">
                  <c:v>-0.64278760968653903</c:v>
                </c:pt>
                <c:pt idx="681">
                  <c:v>-0.62932039104983806</c:v>
                </c:pt>
                <c:pt idx="682">
                  <c:v>-0.61566147532565829</c:v>
                </c:pt>
                <c:pt idx="683">
                  <c:v>-0.60181502315204782</c:v>
                </c:pt>
                <c:pt idx="684">
                  <c:v>-0.58778525229247347</c:v>
                </c:pt>
                <c:pt idx="685">
                  <c:v>-0.57357643635104594</c:v>
                </c:pt>
                <c:pt idx="686">
                  <c:v>-0.55919290347074757</c:v>
                </c:pt>
                <c:pt idx="687">
                  <c:v>-0.5446390350150272</c:v>
                </c:pt>
                <c:pt idx="688">
                  <c:v>-0.52991926423320457</c:v>
                </c:pt>
                <c:pt idx="689">
                  <c:v>-0.51503807491005471</c:v>
                </c:pt>
                <c:pt idx="690">
                  <c:v>-0.49999999999999989</c:v>
                </c:pt>
                <c:pt idx="691">
                  <c:v>-0.48480962024633789</c:v>
                </c:pt>
                <c:pt idx="692">
                  <c:v>-0.46947156278589103</c:v>
                </c:pt>
                <c:pt idx="693">
                  <c:v>-0.45399049973954642</c:v>
                </c:pt>
                <c:pt idx="694">
                  <c:v>-0.43837114678907801</c:v>
                </c:pt>
                <c:pt idx="695">
                  <c:v>-0.42261826174069944</c:v>
                </c:pt>
                <c:pt idx="696">
                  <c:v>-0.40673664307580121</c:v>
                </c:pt>
                <c:pt idx="697">
                  <c:v>-0.3907311284892741</c:v>
                </c:pt>
                <c:pt idx="698">
                  <c:v>-0.37460659341591174</c:v>
                </c:pt>
                <c:pt idx="699">
                  <c:v>-0.35836794954530099</c:v>
                </c:pt>
                <c:pt idx="700">
                  <c:v>-0.34202014332566882</c:v>
                </c:pt>
                <c:pt idx="701">
                  <c:v>-0.32556815445715609</c:v>
                </c:pt>
                <c:pt idx="702">
                  <c:v>-0.3090169943749479</c:v>
                </c:pt>
                <c:pt idx="703">
                  <c:v>-0.29237170472273655</c:v>
                </c:pt>
                <c:pt idx="704">
                  <c:v>-0.27563735581700005</c:v>
                </c:pt>
                <c:pt idx="705">
                  <c:v>-0.25881904510252096</c:v>
                </c:pt>
                <c:pt idx="706">
                  <c:v>-0.24192189559966723</c:v>
                </c:pt>
                <c:pt idx="707">
                  <c:v>-0.22495105434386556</c:v>
                </c:pt>
                <c:pt idx="708">
                  <c:v>-0.20791169081775923</c:v>
                </c:pt>
                <c:pt idx="709">
                  <c:v>-0.19080899537654578</c:v>
                </c:pt>
                <c:pt idx="710">
                  <c:v>-0.17364817766693064</c:v>
                </c:pt>
                <c:pt idx="711">
                  <c:v>-0.15643446504023048</c:v>
                </c:pt>
                <c:pt idx="712">
                  <c:v>-0.13917310096006613</c:v>
                </c:pt>
                <c:pt idx="713">
                  <c:v>-0.12186934340514748</c:v>
                </c:pt>
                <c:pt idx="714">
                  <c:v>-0.10452846326765454</c:v>
                </c:pt>
                <c:pt idx="715">
                  <c:v>-8.7155742747658554E-2</c:v>
                </c:pt>
                <c:pt idx="716">
                  <c:v>-6.9756473744124997E-2</c:v>
                </c:pt>
                <c:pt idx="717">
                  <c:v>-5.2335956242944619E-2</c:v>
                </c:pt>
                <c:pt idx="718">
                  <c:v>-3.4899496702501066E-2</c:v>
                </c:pt>
                <c:pt idx="719">
                  <c:v>-1.7452406437282918E-2</c:v>
                </c:pt>
                <c:pt idx="720">
                  <c:v>-4.90059381963448E-16</c:v>
                </c:pt>
                <c:pt idx="721">
                  <c:v>1.7452406437283713E-2</c:v>
                </c:pt>
                <c:pt idx="722">
                  <c:v>3.4899496702500088E-2</c:v>
                </c:pt>
                <c:pt idx="723">
                  <c:v>5.233595624294364E-2</c:v>
                </c:pt>
                <c:pt idx="724">
                  <c:v>6.9756473744125788E-2</c:v>
                </c:pt>
                <c:pt idx="725">
                  <c:v>8.7155742747657583E-2</c:v>
                </c:pt>
                <c:pt idx="726">
                  <c:v>0.10452846326765357</c:v>
                </c:pt>
                <c:pt idx="727">
                  <c:v>0.1218693434051465</c:v>
                </c:pt>
                <c:pt idx="728">
                  <c:v>0.13917310096006516</c:v>
                </c:pt>
                <c:pt idx="729">
                  <c:v>0.15643446504023126</c:v>
                </c:pt>
                <c:pt idx="730">
                  <c:v>0.17364817766692967</c:v>
                </c:pt>
                <c:pt idx="731">
                  <c:v>0.1908089953765448</c:v>
                </c:pt>
                <c:pt idx="732">
                  <c:v>0.20791169081775826</c:v>
                </c:pt>
                <c:pt idx="733">
                  <c:v>0.22495105434386461</c:v>
                </c:pt>
                <c:pt idx="734">
                  <c:v>0.24192189559966801</c:v>
                </c:pt>
                <c:pt idx="735">
                  <c:v>0.25881904510252002</c:v>
                </c:pt>
                <c:pt idx="736">
                  <c:v>0.27563735581699911</c:v>
                </c:pt>
                <c:pt idx="737">
                  <c:v>0.29237170472273727</c:v>
                </c:pt>
                <c:pt idx="738">
                  <c:v>0.30901699437494695</c:v>
                </c:pt>
                <c:pt idx="739">
                  <c:v>0.32556815445715687</c:v>
                </c:pt>
                <c:pt idx="740">
                  <c:v>0.34202014332566788</c:v>
                </c:pt>
                <c:pt idx="741">
                  <c:v>0.3583679495453001</c:v>
                </c:pt>
                <c:pt idx="742">
                  <c:v>0.37460659341591246</c:v>
                </c:pt>
                <c:pt idx="743">
                  <c:v>0.39073112848927322</c:v>
                </c:pt>
                <c:pt idx="744">
                  <c:v>0.40673664307580026</c:v>
                </c:pt>
                <c:pt idx="745">
                  <c:v>0.42261826174069855</c:v>
                </c:pt>
                <c:pt idx="746">
                  <c:v>0.43837114678907713</c:v>
                </c:pt>
                <c:pt idx="747">
                  <c:v>0.45399049973954714</c:v>
                </c:pt>
                <c:pt idx="748">
                  <c:v>0.46947156278589014</c:v>
                </c:pt>
                <c:pt idx="749">
                  <c:v>0.484809620246337</c:v>
                </c:pt>
                <c:pt idx="750">
                  <c:v>0.49999999999999906</c:v>
                </c:pt>
                <c:pt idx="751">
                  <c:v>0.51503807491005382</c:v>
                </c:pt>
                <c:pt idx="752">
                  <c:v>0.52991926423320523</c:v>
                </c:pt>
                <c:pt idx="753">
                  <c:v>0.54463903501502642</c:v>
                </c:pt>
                <c:pt idx="754">
                  <c:v>0.55919290347074668</c:v>
                </c:pt>
                <c:pt idx="755">
                  <c:v>0.5735764363510466</c:v>
                </c:pt>
                <c:pt idx="756">
                  <c:v>0.58778525229247269</c:v>
                </c:pt>
                <c:pt idx="757">
                  <c:v>0.60181502315204838</c:v>
                </c:pt>
                <c:pt idx="758">
                  <c:v>0.61566147532565751</c:v>
                </c:pt>
                <c:pt idx="759">
                  <c:v>0.62932039104983728</c:v>
                </c:pt>
                <c:pt idx="760">
                  <c:v>0.6427876096865397</c:v>
                </c:pt>
                <c:pt idx="761">
                  <c:v>0.65605902899050683</c:v>
                </c:pt>
                <c:pt idx="762">
                  <c:v>0.66913060635885824</c:v>
                </c:pt>
                <c:pt idx="763">
                  <c:v>0.68199836006249781</c:v>
                </c:pt>
                <c:pt idx="764">
                  <c:v>0.69465837045899703</c:v>
                </c:pt>
                <c:pt idx="765">
                  <c:v>0.70710678118654779</c:v>
                </c:pt>
                <c:pt idx="766">
                  <c:v>0.71933980033865064</c:v>
                </c:pt>
                <c:pt idx="767">
                  <c:v>0.73135370161917046</c:v>
                </c:pt>
                <c:pt idx="768">
                  <c:v>0.74314482547739469</c:v>
                </c:pt>
                <c:pt idx="769">
                  <c:v>0.75470958022277168</c:v>
                </c:pt>
                <c:pt idx="770">
                  <c:v>0.76604444311897824</c:v>
                </c:pt>
                <c:pt idx="771">
                  <c:v>0.77714596145697035</c:v>
                </c:pt>
                <c:pt idx="772">
                  <c:v>0.7880107536067219</c:v>
                </c:pt>
                <c:pt idx="773">
                  <c:v>0.79863551004729316</c:v>
                </c:pt>
                <c:pt idx="774">
                  <c:v>0.80901699437494712</c:v>
                </c:pt>
                <c:pt idx="775">
                  <c:v>0.81915204428899191</c:v>
                </c:pt>
                <c:pt idx="776">
                  <c:v>0.82903757255504118</c:v>
                </c:pt>
                <c:pt idx="777">
                  <c:v>0.83867056794542394</c:v>
                </c:pt>
                <c:pt idx="778">
                  <c:v>0.84804809615642618</c:v>
                </c:pt>
                <c:pt idx="779">
                  <c:v>0.857167300702112</c:v>
                </c:pt>
                <c:pt idx="780">
                  <c:v>0.86602540378443871</c:v>
                </c:pt>
                <c:pt idx="781">
                  <c:v>0.8746197071393953</c:v>
                </c:pt>
                <c:pt idx="782">
                  <c:v>0.88294759285892677</c:v>
                </c:pt>
                <c:pt idx="783">
                  <c:v>0.89100652418836801</c:v>
                </c:pt>
                <c:pt idx="784">
                  <c:v>0.8987940462991667</c:v>
                </c:pt>
                <c:pt idx="785">
                  <c:v>0.90630778703664994</c:v>
                </c:pt>
                <c:pt idx="786">
                  <c:v>0.9135454576426012</c:v>
                </c:pt>
                <c:pt idx="787">
                  <c:v>0.92050485345244015</c:v>
                </c:pt>
                <c:pt idx="788">
                  <c:v>0.92718385456678754</c:v>
                </c:pt>
                <c:pt idx="789">
                  <c:v>0.93358042649720141</c:v>
                </c:pt>
                <c:pt idx="790">
                  <c:v>0.93969262078590832</c:v>
                </c:pt>
                <c:pt idx="791">
                  <c:v>0.94551857559931696</c:v>
                </c:pt>
                <c:pt idx="792">
                  <c:v>0.95105651629515342</c:v>
                </c:pt>
                <c:pt idx="793">
                  <c:v>0.95630475596303555</c:v>
                </c:pt>
                <c:pt idx="794">
                  <c:v>0.96126169593831856</c:v>
                </c:pt>
                <c:pt idx="795">
                  <c:v>0.9659258262890682</c:v>
                </c:pt>
                <c:pt idx="796">
                  <c:v>0.97029572627599658</c:v>
                </c:pt>
                <c:pt idx="797">
                  <c:v>0.97437006478523513</c:v>
                </c:pt>
                <c:pt idx="798">
                  <c:v>0.97814760073380569</c:v>
                </c:pt>
                <c:pt idx="799">
                  <c:v>0.98162718344766375</c:v>
                </c:pt>
                <c:pt idx="800">
                  <c:v>0.98480775301220802</c:v>
                </c:pt>
                <c:pt idx="801">
                  <c:v>0.98768834059513777</c:v>
                </c:pt>
                <c:pt idx="802">
                  <c:v>0.99026806874157025</c:v>
                </c:pt>
                <c:pt idx="803">
                  <c:v>0.99254615164132198</c:v>
                </c:pt>
                <c:pt idx="804">
                  <c:v>0.9945218953682734</c:v>
                </c:pt>
                <c:pt idx="805">
                  <c:v>0.99619469809174555</c:v>
                </c:pt>
                <c:pt idx="806">
                  <c:v>0.99756405025982431</c:v>
                </c:pt>
                <c:pt idx="807">
                  <c:v>0.99862953475457383</c:v>
                </c:pt>
                <c:pt idx="808">
                  <c:v>0.99939082701909576</c:v>
                </c:pt>
                <c:pt idx="809">
                  <c:v>0.99984769515639127</c:v>
                </c:pt>
                <c:pt idx="810">
                  <c:v>1</c:v>
                </c:pt>
                <c:pt idx="811">
                  <c:v>0.99984769515639127</c:v>
                </c:pt>
                <c:pt idx="812">
                  <c:v>0.99939082701909576</c:v>
                </c:pt>
                <c:pt idx="813">
                  <c:v>0.99862953475457383</c:v>
                </c:pt>
                <c:pt idx="814">
                  <c:v>0.9975640502598242</c:v>
                </c:pt>
                <c:pt idx="815">
                  <c:v>0.99619469809174555</c:v>
                </c:pt>
                <c:pt idx="816">
                  <c:v>0.99452189536827329</c:v>
                </c:pt>
                <c:pt idx="817">
                  <c:v>0.99254615164132221</c:v>
                </c:pt>
                <c:pt idx="818">
                  <c:v>0.99026806874157036</c:v>
                </c:pt>
                <c:pt idx="819">
                  <c:v>0.98768834059513766</c:v>
                </c:pt>
                <c:pt idx="820">
                  <c:v>0.98480775301220824</c:v>
                </c:pt>
                <c:pt idx="821">
                  <c:v>0.98162718344766398</c:v>
                </c:pt>
                <c:pt idx="822">
                  <c:v>0.97814760073380547</c:v>
                </c:pt>
                <c:pt idx="823">
                  <c:v>0.97437006478523536</c:v>
                </c:pt>
                <c:pt idx="824">
                  <c:v>0.97029572627599636</c:v>
                </c:pt>
                <c:pt idx="825">
                  <c:v>0.96592582628906853</c:v>
                </c:pt>
                <c:pt idx="826">
                  <c:v>0.96126169593831889</c:v>
                </c:pt>
                <c:pt idx="827">
                  <c:v>0.95630475596303532</c:v>
                </c:pt>
                <c:pt idx="828">
                  <c:v>0.95105651629515375</c:v>
                </c:pt>
                <c:pt idx="829">
                  <c:v>0.94551857559931674</c:v>
                </c:pt>
                <c:pt idx="830">
                  <c:v>0.93969262078590876</c:v>
                </c:pt>
                <c:pt idx="831">
                  <c:v>0.93358042649720185</c:v>
                </c:pt>
                <c:pt idx="832">
                  <c:v>0.9271838545667872</c:v>
                </c:pt>
                <c:pt idx="833">
                  <c:v>0.9205048534524406</c:v>
                </c:pt>
                <c:pt idx="834">
                  <c:v>0.91354545764260087</c:v>
                </c:pt>
                <c:pt idx="835">
                  <c:v>0.90630778703665038</c:v>
                </c:pt>
                <c:pt idx="836">
                  <c:v>0.89879404629916715</c:v>
                </c:pt>
                <c:pt idx="837">
                  <c:v>0.89100652418836768</c:v>
                </c:pt>
                <c:pt idx="838">
                  <c:v>0.88294759285892732</c:v>
                </c:pt>
                <c:pt idx="839">
                  <c:v>0.87461970713939585</c:v>
                </c:pt>
                <c:pt idx="840">
                  <c:v>0.86602540378443837</c:v>
                </c:pt>
                <c:pt idx="841">
                  <c:v>0.85716730070211256</c:v>
                </c:pt>
                <c:pt idx="842">
                  <c:v>0.84804809615642585</c:v>
                </c:pt>
                <c:pt idx="843">
                  <c:v>0.83867056794542449</c:v>
                </c:pt>
                <c:pt idx="844">
                  <c:v>0.82903757255504185</c:v>
                </c:pt>
                <c:pt idx="845">
                  <c:v>0.81915204428899147</c:v>
                </c:pt>
                <c:pt idx="846">
                  <c:v>0.80901699437494778</c:v>
                </c:pt>
                <c:pt idx="847">
                  <c:v>0.79863551004729283</c:v>
                </c:pt>
                <c:pt idx="848">
                  <c:v>0.78801075360672257</c:v>
                </c:pt>
                <c:pt idx="849">
                  <c:v>0.77714596145697101</c:v>
                </c:pt>
                <c:pt idx="850">
                  <c:v>0.76604444311897779</c:v>
                </c:pt>
                <c:pt idx="851">
                  <c:v>0.75470958022277246</c:v>
                </c:pt>
                <c:pt idx="852">
                  <c:v>0.74314482547739424</c:v>
                </c:pt>
                <c:pt idx="853">
                  <c:v>0.73135370161917124</c:v>
                </c:pt>
                <c:pt idx="854">
                  <c:v>0.71933980033865141</c:v>
                </c:pt>
                <c:pt idx="855">
                  <c:v>0.70710678118654735</c:v>
                </c:pt>
                <c:pt idx="856">
                  <c:v>0.69465837045899781</c:v>
                </c:pt>
                <c:pt idx="857">
                  <c:v>0.68199836006249859</c:v>
                </c:pt>
                <c:pt idx="858">
                  <c:v>0.66913060635885779</c:v>
                </c:pt>
                <c:pt idx="859">
                  <c:v>0.65605902899050761</c:v>
                </c:pt>
                <c:pt idx="860">
                  <c:v>0.64278760968653914</c:v>
                </c:pt>
                <c:pt idx="861">
                  <c:v>0.62932039104983817</c:v>
                </c:pt>
                <c:pt idx="862">
                  <c:v>0.6156614753256584</c:v>
                </c:pt>
                <c:pt idx="863">
                  <c:v>0.60181502315204793</c:v>
                </c:pt>
                <c:pt idx="864">
                  <c:v>0.58778525229247358</c:v>
                </c:pt>
                <c:pt idx="865">
                  <c:v>0.57357643635104605</c:v>
                </c:pt>
                <c:pt idx="866">
                  <c:v>0.55919290347074768</c:v>
                </c:pt>
                <c:pt idx="867">
                  <c:v>0.54463903501502731</c:v>
                </c:pt>
                <c:pt idx="868">
                  <c:v>0.52991926423320457</c:v>
                </c:pt>
                <c:pt idx="869">
                  <c:v>0.51503807491005482</c:v>
                </c:pt>
                <c:pt idx="870">
                  <c:v>0.5</c:v>
                </c:pt>
                <c:pt idx="871">
                  <c:v>0.484809620246338</c:v>
                </c:pt>
                <c:pt idx="872">
                  <c:v>0.46947156278589114</c:v>
                </c:pt>
                <c:pt idx="873">
                  <c:v>0.45399049973954653</c:v>
                </c:pt>
                <c:pt idx="874">
                  <c:v>0.43837114678907813</c:v>
                </c:pt>
                <c:pt idx="875">
                  <c:v>0.42261826174069955</c:v>
                </c:pt>
                <c:pt idx="876">
                  <c:v>0.40673664307579965</c:v>
                </c:pt>
                <c:pt idx="877">
                  <c:v>0.39073112848927422</c:v>
                </c:pt>
                <c:pt idx="878">
                  <c:v>0.37460659341591185</c:v>
                </c:pt>
                <c:pt idx="879">
                  <c:v>0.3583679495453011</c:v>
                </c:pt>
                <c:pt idx="880">
                  <c:v>0.34202014332566893</c:v>
                </c:pt>
                <c:pt idx="881">
                  <c:v>0.3255681544571562</c:v>
                </c:pt>
                <c:pt idx="882">
                  <c:v>0.30901699437494801</c:v>
                </c:pt>
                <c:pt idx="883">
                  <c:v>0.29237170472273666</c:v>
                </c:pt>
                <c:pt idx="884">
                  <c:v>0.27563735581700016</c:v>
                </c:pt>
                <c:pt idx="885">
                  <c:v>0.25881904510252107</c:v>
                </c:pt>
                <c:pt idx="886">
                  <c:v>0.24192189559966734</c:v>
                </c:pt>
                <c:pt idx="887">
                  <c:v>0.22495105434386567</c:v>
                </c:pt>
                <c:pt idx="888">
                  <c:v>0.20791169081775934</c:v>
                </c:pt>
                <c:pt idx="889">
                  <c:v>0.19080899537654589</c:v>
                </c:pt>
                <c:pt idx="890">
                  <c:v>0.17364817766693075</c:v>
                </c:pt>
                <c:pt idx="891">
                  <c:v>0.15643446504023059</c:v>
                </c:pt>
                <c:pt idx="892">
                  <c:v>0.13917310096006624</c:v>
                </c:pt>
                <c:pt idx="893">
                  <c:v>0.1218693434051476</c:v>
                </c:pt>
                <c:pt idx="894">
                  <c:v>0.1045284632676529</c:v>
                </c:pt>
                <c:pt idx="895">
                  <c:v>8.7155742747658679E-2</c:v>
                </c:pt>
                <c:pt idx="896">
                  <c:v>6.9756473744125122E-2</c:v>
                </c:pt>
                <c:pt idx="897">
                  <c:v>5.2335956242944737E-2</c:v>
                </c:pt>
                <c:pt idx="898">
                  <c:v>3.4899496702501191E-2</c:v>
                </c:pt>
                <c:pt idx="899">
                  <c:v>1.745240643728304E-2</c:v>
                </c:pt>
                <c:pt idx="900">
                  <c:v>6.1257422745431001E-16</c:v>
                </c:pt>
                <c:pt idx="901">
                  <c:v>-1.7452406437283591E-2</c:v>
                </c:pt>
                <c:pt idx="902">
                  <c:v>-3.4899496702499963E-2</c:v>
                </c:pt>
                <c:pt idx="903">
                  <c:v>-5.2335956242943515E-2</c:v>
                </c:pt>
                <c:pt idx="904">
                  <c:v>-6.9756473744125677E-2</c:v>
                </c:pt>
                <c:pt idx="905">
                  <c:v>-8.7155742747657458E-2</c:v>
                </c:pt>
                <c:pt idx="906">
                  <c:v>-0.10452846326765344</c:v>
                </c:pt>
                <c:pt idx="907">
                  <c:v>-0.12186934340514638</c:v>
                </c:pt>
                <c:pt idx="908">
                  <c:v>-0.13917310096006502</c:v>
                </c:pt>
                <c:pt idx="909">
                  <c:v>-0.15643446504023115</c:v>
                </c:pt>
                <c:pt idx="910">
                  <c:v>-0.17364817766692955</c:v>
                </c:pt>
                <c:pt idx="911">
                  <c:v>-0.19080899537654469</c:v>
                </c:pt>
                <c:pt idx="912">
                  <c:v>-0.2079116908177599</c:v>
                </c:pt>
                <c:pt idx="913">
                  <c:v>-0.22495105434386448</c:v>
                </c:pt>
                <c:pt idx="914">
                  <c:v>-0.2419218955996679</c:v>
                </c:pt>
                <c:pt idx="915">
                  <c:v>-0.25881904510251985</c:v>
                </c:pt>
                <c:pt idx="916">
                  <c:v>-0.27563735581699894</c:v>
                </c:pt>
                <c:pt idx="917">
                  <c:v>-0.29237170472273549</c:v>
                </c:pt>
                <c:pt idx="918">
                  <c:v>-0.30901699437494851</c:v>
                </c:pt>
                <c:pt idx="919">
                  <c:v>-0.32556815445715676</c:v>
                </c:pt>
                <c:pt idx="920">
                  <c:v>-0.34202014332566777</c:v>
                </c:pt>
                <c:pt idx="921">
                  <c:v>-0.3583679495453016</c:v>
                </c:pt>
                <c:pt idx="922">
                  <c:v>-0.37460659341591235</c:v>
                </c:pt>
                <c:pt idx="923">
                  <c:v>-0.39073112848927311</c:v>
                </c:pt>
                <c:pt idx="924">
                  <c:v>-0.40673664307579854</c:v>
                </c:pt>
                <c:pt idx="925">
                  <c:v>-0.42261826174070005</c:v>
                </c:pt>
                <c:pt idx="926">
                  <c:v>-0.43837114678907702</c:v>
                </c:pt>
                <c:pt idx="927">
                  <c:v>-0.45399049973954542</c:v>
                </c:pt>
                <c:pt idx="928">
                  <c:v>-0.46947156278589164</c:v>
                </c:pt>
                <c:pt idx="929">
                  <c:v>-0.48480962024633689</c:v>
                </c:pt>
                <c:pt idx="930">
                  <c:v>-0.49999999999999895</c:v>
                </c:pt>
                <c:pt idx="931">
                  <c:v>-0.51503807491005527</c:v>
                </c:pt>
                <c:pt idx="932">
                  <c:v>-0.52991926423320512</c:v>
                </c:pt>
                <c:pt idx="933">
                  <c:v>-0.54463903501502631</c:v>
                </c:pt>
                <c:pt idx="934">
                  <c:v>-0.55919290347074513</c:v>
                </c:pt>
                <c:pt idx="935">
                  <c:v>-0.57357643635104649</c:v>
                </c:pt>
                <c:pt idx="936">
                  <c:v>-0.58778525229247258</c:v>
                </c:pt>
                <c:pt idx="937">
                  <c:v>-0.60181502315204694</c:v>
                </c:pt>
                <c:pt idx="938">
                  <c:v>-0.61566147532565885</c:v>
                </c:pt>
                <c:pt idx="939">
                  <c:v>-0.62932039104983717</c:v>
                </c:pt>
                <c:pt idx="940">
                  <c:v>-0.64278760968653825</c:v>
                </c:pt>
                <c:pt idx="941">
                  <c:v>-0.65605902899050805</c:v>
                </c:pt>
                <c:pt idx="942">
                  <c:v>-0.66913060635885813</c:v>
                </c:pt>
                <c:pt idx="943">
                  <c:v>-0.6819983600624977</c:v>
                </c:pt>
                <c:pt idx="944">
                  <c:v>-0.69465837045899825</c:v>
                </c:pt>
                <c:pt idx="945">
                  <c:v>-0.70710678118654768</c:v>
                </c:pt>
                <c:pt idx="946">
                  <c:v>-0.71933980033865053</c:v>
                </c:pt>
                <c:pt idx="947">
                  <c:v>-0.73135370161916913</c:v>
                </c:pt>
                <c:pt idx="948">
                  <c:v>-0.74314482547739458</c:v>
                </c:pt>
                <c:pt idx="949">
                  <c:v>-0.75470958022277168</c:v>
                </c:pt>
                <c:pt idx="950">
                  <c:v>-0.76604444311897701</c:v>
                </c:pt>
                <c:pt idx="951">
                  <c:v>-0.77714596145697146</c:v>
                </c:pt>
                <c:pt idx="952">
                  <c:v>-0.78801075360672179</c:v>
                </c:pt>
                <c:pt idx="953">
                  <c:v>-0.79863551004729205</c:v>
                </c:pt>
                <c:pt idx="954">
                  <c:v>-0.80901699437494812</c:v>
                </c:pt>
                <c:pt idx="955">
                  <c:v>-0.8191520442889918</c:v>
                </c:pt>
                <c:pt idx="956">
                  <c:v>-0.82903757255504107</c:v>
                </c:pt>
                <c:pt idx="957">
                  <c:v>-0.83867056794542483</c:v>
                </c:pt>
                <c:pt idx="958">
                  <c:v>-0.84804809615642618</c:v>
                </c:pt>
                <c:pt idx="959">
                  <c:v>-0.85716730070211189</c:v>
                </c:pt>
                <c:pt idx="960">
                  <c:v>-0.86602540378443771</c:v>
                </c:pt>
                <c:pt idx="961">
                  <c:v>-0.87461970713939607</c:v>
                </c:pt>
                <c:pt idx="962">
                  <c:v>-0.88294759285892677</c:v>
                </c:pt>
                <c:pt idx="963">
                  <c:v>-0.89100652418836712</c:v>
                </c:pt>
                <c:pt idx="964">
                  <c:v>-0.89879404629916737</c:v>
                </c:pt>
                <c:pt idx="965">
                  <c:v>-0.90630778703664994</c:v>
                </c:pt>
                <c:pt idx="966">
                  <c:v>-0.91354545764260042</c:v>
                </c:pt>
                <c:pt idx="967">
                  <c:v>-0.92050485345244082</c:v>
                </c:pt>
                <c:pt idx="968">
                  <c:v>-0.92718385456678742</c:v>
                </c:pt>
                <c:pt idx="969">
                  <c:v>-0.93358042649720141</c:v>
                </c:pt>
                <c:pt idx="970">
                  <c:v>-0.93969262078590765</c:v>
                </c:pt>
                <c:pt idx="971">
                  <c:v>-0.94551857559931696</c:v>
                </c:pt>
                <c:pt idx="972">
                  <c:v>-0.95105651629515342</c:v>
                </c:pt>
                <c:pt idx="973">
                  <c:v>-0.95630475596303499</c:v>
                </c:pt>
                <c:pt idx="974">
                  <c:v>-0.96126169593831901</c:v>
                </c:pt>
                <c:pt idx="975">
                  <c:v>-0.9659258262890682</c:v>
                </c:pt>
                <c:pt idx="976">
                  <c:v>-0.97029572627599614</c:v>
                </c:pt>
                <c:pt idx="977">
                  <c:v>-0.97437006478523547</c:v>
                </c:pt>
                <c:pt idx="978">
                  <c:v>-0.97814760073380558</c:v>
                </c:pt>
                <c:pt idx="979">
                  <c:v>-0.98162718344766375</c:v>
                </c:pt>
                <c:pt idx="980">
                  <c:v>-0.98480775301220824</c:v>
                </c:pt>
                <c:pt idx="981">
                  <c:v>-0.98768834059513777</c:v>
                </c:pt>
                <c:pt idx="982">
                  <c:v>-0.99026806874157014</c:v>
                </c:pt>
                <c:pt idx="983">
                  <c:v>-0.99254615164132176</c:v>
                </c:pt>
                <c:pt idx="984">
                  <c:v>-0.9945218953682734</c:v>
                </c:pt>
                <c:pt idx="985">
                  <c:v>-0.99619469809174543</c:v>
                </c:pt>
                <c:pt idx="986">
                  <c:v>-0.99756405025982409</c:v>
                </c:pt>
                <c:pt idx="987">
                  <c:v>-0.99862953475457394</c:v>
                </c:pt>
                <c:pt idx="988">
                  <c:v>-0.99939082701909576</c:v>
                </c:pt>
                <c:pt idx="989">
                  <c:v>-0.99984769515639127</c:v>
                </c:pt>
                <c:pt idx="990">
                  <c:v>-1</c:v>
                </c:pt>
                <c:pt idx="991">
                  <c:v>-0.99984769515639127</c:v>
                </c:pt>
                <c:pt idx="992">
                  <c:v>-0.99939082701909576</c:v>
                </c:pt>
                <c:pt idx="993">
                  <c:v>-0.99862953475457383</c:v>
                </c:pt>
                <c:pt idx="994">
                  <c:v>-0.9975640502598242</c:v>
                </c:pt>
                <c:pt idx="995">
                  <c:v>-0.99619469809174555</c:v>
                </c:pt>
                <c:pt idx="996">
                  <c:v>-0.99452189536827351</c:v>
                </c:pt>
                <c:pt idx="997">
                  <c:v>-0.99254615164132198</c:v>
                </c:pt>
                <c:pt idx="998">
                  <c:v>-0.99026806874157036</c:v>
                </c:pt>
                <c:pt idx="999">
                  <c:v>-0.98768834059513799</c:v>
                </c:pt>
                <c:pt idx="1000">
                  <c:v>-0.98480775301220791</c:v>
                </c:pt>
                <c:pt idx="1001">
                  <c:v>-0.98162718344766398</c:v>
                </c:pt>
                <c:pt idx="1002">
                  <c:v>-0.97814760073380591</c:v>
                </c:pt>
                <c:pt idx="1003">
                  <c:v>-0.97437006478523491</c:v>
                </c:pt>
                <c:pt idx="1004">
                  <c:v>-0.97029572627599647</c:v>
                </c:pt>
                <c:pt idx="1005">
                  <c:v>-0.96592582628906853</c:v>
                </c:pt>
                <c:pt idx="1006">
                  <c:v>-0.96126169593831945</c:v>
                </c:pt>
                <c:pt idx="1007">
                  <c:v>-0.95630475596303532</c:v>
                </c:pt>
                <c:pt idx="1008">
                  <c:v>-0.95105651629515375</c:v>
                </c:pt>
                <c:pt idx="1009">
                  <c:v>-0.9455185755993174</c:v>
                </c:pt>
                <c:pt idx="1010">
                  <c:v>-0.93969262078590809</c:v>
                </c:pt>
                <c:pt idx="1011">
                  <c:v>-0.93358042649720185</c:v>
                </c:pt>
                <c:pt idx="1012">
                  <c:v>-0.92718385456678798</c:v>
                </c:pt>
                <c:pt idx="1013">
                  <c:v>-0.92050485345243993</c:v>
                </c:pt>
                <c:pt idx="1014">
                  <c:v>-0.91354545764260098</c:v>
                </c:pt>
                <c:pt idx="1015">
                  <c:v>-0.90630778703665049</c:v>
                </c:pt>
                <c:pt idx="1016">
                  <c:v>-0.89879404629916648</c:v>
                </c:pt>
                <c:pt idx="1017">
                  <c:v>-0.89100652418836779</c:v>
                </c:pt>
                <c:pt idx="1018">
                  <c:v>-0.88294759285892732</c:v>
                </c:pt>
                <c:pt idx="1019">
                  <c:v>-0.87461970713939674</c:v>
                </c:pt>
                <c:pt idx="1020">
                  <c:v>-0.86602540378443837</c:v>
                </c:pt>
                <c:pt idx="1021">
                  <c:v>-0.85716730070211256</c:v>
                </c:pt>
                <c:pt idx="1022">
                  <c:v>-0.84804809615642684</c:v>
                </c:pt>
                <c:pt idx="1023">
                  <c:v>-0.83867056794542361</c:v>
                </c:pt>
                <c:pt idx="1024">
                  <c:v>-0.82903757255504185</c:v>
                </c:pt>
                <c:pt idx="1025">
                  <c:v>-0.81915204428899258</c:v>
                </c:pt>
                <c:pt idx="1026">
                  <c:v>-0.80901699437494679</c:v>
                </c:pt>
                <c:pt idx="1027">
                  <c:v>-0.79863551004729283</c:v>
                </c:pt>
                <c:pt idx="1028">
                  <c:v>-0.78801075360672268</c:v>
                </c:pt>
                <c:pt idx="1029">
                  <c:v>-0.77714596145697001</c:v>
                </c:pt>
                <c:pt idx="1030">
                  <c:v>-0.7660444431189779</c:v>
                </c:pt>
                <c:pt idx="1031">
                  <c:v>-0.75470958022277257</c:v>
                </c:pt>
                <c:pt idx="1032">
                  <c:v>-0.74314482547739547</c:v>
                </c:pt>
                <c:pt idx="1033">
                  <c:v>-0.73135370161917013</c:v>
                </c:pt>
                <c:pt idx="1034">
                  <c:v>-0.71933980033865152</c:v>
                </c:pt>
                <c:pt idx="1035">
                  <c:v>-0.70710678118654868</c:v>
                </c:pt>
                <c:pt idx="1036">
                  <c:v>-0.6946583704589967</c:v>
                </c:pt>
                <c:pt idx="1037">
                  <c:v>-0.6819983600624987</c:v>
                </c:pt>
                <c:pt idx="1038">
                  <c:v>-0.66913060635885913</c:v>
                </c:pt>
                <c:pt idx="1039">
                  <c:v>-0.65605902899050639</c:v>
                </c:pt>
                <c:pt idx="1040">
                  <c:v>-0.64278760968653925</c:v>
                </c:pt>
                <c:pt idx="1041">
                  <c:v>-0.62932039104983828</c:v>
                </c:pt>
                <c:pt idx="1042">
                  <c:v>-0.61566147532565718</c:v>
                </c:pt>
                <c:pt idx="1043">
                  <c:v>-0.60181502315204793</c:v>
                </c:pt>
                <c:pt idx="1044">
                  <c:v>-0.58778525229247369</c:v>
                </c:pt>
                <c:pt idx="1045">
                  <c:v>-0.5735764363510476</c:v>
                </c:pt>
                <c:pt idx="1046">
                  <c:v>-0.55919290347074624</c:v>
                </c:pt>
                <c:pt idx="1047">
                  <c:v>-0.54463903501502742</c:v>
                </c:pt>
                <c:pt idx="1048">
                  <c:v>-0.52991926423320623</c:v>
                </c:pt>
                <c:pt idx="1049">
                  <c:v>-0.51503807491005338</c:v>
                </c:pt>
                <c:pt idx="1050">
                  <c:v>-0.50000000000000011</c:v>
                </c:pt>
                <c:pt idx="1051">
                  <c:v>-0.48480962024633811</c:v>
                </c:pt>
                <c:pt idx="1052">
                  <c:v>-0.46947156278588964</c:v>
                </c:pt>
                <c:pt idx="1053">
                  <c:v>-0.45399049973954664</c:v>
                </c:pt>
                <c:pt idx="1054">
                  <c:v>-0.43837114678907824</c:v>
                </c:pt>
                <c:pt idx="1055">
                  <c:v>-0.42261826174070127</c:v>
                </c:pt>
                <c:pt idx="1056">
                  <c:v>-0.40673664307579976</c:v>
                </c:pt>
                <c:pt idx="1057">
                  <c:v>-0.39073112848927433</c:v>
                </c:pt>
                <c:pt idx="1058">
                  <c:v>-0.37460659341591362</c:v>
                </c:pt>
                <c:pt idx="1059">
                  <c:v>-0.35836794954529955</c:v>
                </c:pt>
                <c:pt idx="1060">
                  <c:v>-0.34202014332566905</c:v>
                </c:pt>
                <c:pt idx="1061">
                  <c:v>-0.32556815445715803</c:v>
                </c:pt>
                <c:pt idx="1062">
                  <c:v>-0.3090169943749464</c:v>
                </c:pt>
                <c:pt idx="1063">
                  <c:v>-0.29237170472273677</c:v>
                </c:pt>
                <c:pt idx="1064">
                  <c:v>-0.27563735581700027</c:v>
                </c:pt>
                <c:pt idx="1065">
                  <c:v>-0.25881904510251946</c:v>
                </c:pt>
                <c:pt idx="1066">
                  <c:v>-0.24192189559966748</c:v>
                </c:pt>
                <c:pt idx="1067">
                  <c:v>-0.22495105434386581</c:v>
                </c:pt>
                <c:pt idx="1068">
                  <c:v>-0.2079116908177612</c:v>
                </c:pt>
                <c:pt idx="1069">
                  <c:v>-0.19080899537654428</c:v>
                </c:pt>
                <c:pt idx="1070">
                  <c:v>-0.17364817766693086</c:v>
                </c:pt>
                <c:pt idx="1071">
                  <c:v>-0.15643446504023248</c:v>
                </c:pt>
                <c:pt idx="1072">
                  <c:v>-0.13917310096006461</c:v>
                </c:pt>
                <c:pt idx="1073">
                  <c:v>-0.12186934340514771</c:v>
                </c:pt>
                <c:pt idx="1074">
                  <c:v>-0.10452846326765479</c:v>
                </c:pt>
                <c:pt idx="1075">
                  <c:v>-8.7155742747657028E-2</c:v>
                </c:pt>
                <c:pt idx="1076">
                  <c:v>-6.9756473744125247E-2</c:v>
                </c:pt>
                <c:pt idx="1077">
                  <c:v>-5.2335956242944862E-2</c:v>
                </c:pt>
                <c:pt idx="1078">
                  <c:v>-3.4899496702499533E-2</c:v>
                </c:pt>
                <c:pt idx="1079">
                  <c:v>-1.7452406437283161E-2</c:v>
                </c:pt>
                <c:pt idx="1080">
                  <c:v>-7.3508907294517201E-16</c:v>
                </c:pt>
                <c:pt idx="1081">
                  <c:v>1.745240643728169E-2</c:v>
                </c:pt>
                <c:pt idx="1082">
                  <c:v>3.4899496702501615E-2</c:v>
                </c:pt>
                <c:pt idx="1083">
                  <c:v>5.2335956242943391E-2</c:v>
                </c:pt>
                <c:pt idx="1084">
                  <c:v>6.9756473744123776E-2</c:v>
                </c:pt>
                <c:pt idx="1085">
                  <c:v>8.715574274765911E-2</c:v>
                </c:pt>
                <c:pt idx="1086">
                  <c:v>0.10452846326765333</c:v>
                </c:pt>
                <c:pt idx="1087">
                  <c:v>0.12186934340514625</c:v>
                </c:pt>
                <c:pt idx="1088">
                  <c:v>0.13917310096006666</c:v>
                </c:pt>
                <c:pt idx="1089">
                  <c:v>0.15643446504023101</c:v>
                </c:pt>
                <c:pt idx="1090">
                  <c:v>0.17364817766692942</c:v>
                </c:pt>
                <c:pt idx="1091">
                  <c:v>0.19080899537654283</c:v>
                </c:pt>
                <c:pt idx="1092">
                  <c:v>0.20791169081775976</c:v>
                </c:pt>
                <c:pt idx="1093">
                  <c:v>0.22495105434386437</c:v>
                </c:pt>
                <c:pt idx="1094">
                  <c:v>0.24192189559966604</c:v>
                </c:pt>
                <c:pt idx="1095">
                  <c:v>0.25881904510252146</c:v>
                </c:pt>
                <c:pt idx="1096">
                  <c:v>0.27563735581699883</c:v>
                </c:pt>
                <c:pt idx="1097">
                  <c:v>0.29237170472273533</c:v>
                </c:pt>
                <c:pt idx="1098">
                  <c:v>0.30901699437494839</c:v>
                </c:pt>
                <c:pt idx="1099">
                  <c:v>0.32556815445715659</c:v>
                </c:pt>
                <c:pt idx="1100">
                  <c:v>0.34202014332566766</c:v>
                </c:pt>
                <c:pt idx="1101">
                  <c:v>0.35836794954530149</c:v>
                </c:pt>
                <c:pt idx="1102">
                  <c:v>0.37460659341591224</c:v>
                </c:pt>
                <c:pt idx="1103">
                  <c:v>0.39073112848927299</c:v>
                </c:pt>
                <c:pt idx="1104">
                  <c:v>0.40673664307579843</c:v>
                </c:pt>
                <c:pt idx="1105">
                  <c:v>0.42261826174069994</c:v>
                </c:pt>
                <c:pt idx="1106">
                  <c:v>0.4383711467890769</c:v>
                </c:pt>
                <c:pt idx="1107">
                  <c:v>0.45399049973954531</c:v>
                </c:pt>
                <c:pt idx="1108">
                  <c:v>0.46947156278589153</c:v>
                </c:pt>
                <c:pt idx="1109">
                  <c:v>0.48480962024633678</c:v>
                </c:pt>
                <c:pt idx="1110">
                  <c:v>0.49999999999999883</c:v>
                </c:pt>
                <c:pt idx="1111">
                  <c:v>0.51503807491005515</c:v>
                </c:pt>
                <c:pt idx="1112">
                  <c:v>0.52991926423320501</c:v>
                </c:pt>
                <c:pt idx="1113">
                  <c:v>0.5446390350150262</c:v>
                </c:pt>
                <c:pt idx="1114">
                  <c:v>0.55919290347074802</c:v>
                </c:pt>
                <c:pt idx="1115">
                  <c:v>0.57357643635104638</c:v>
                </c:pt>
                <c:pt idx="1116">
                  <c:v>0.58778525229247247</c:v>
                </c:pt>
                <c:pt idx="1117">
                  <c:v>0.60181502315204682</c:v>
                </c:pt>
                <c:pt idx="1118">
                  <c:v>0.61566147532565874</c:v>
                </c:pt>
                <c:pt idx="1119">
                  <c:v>0.62932039104983706</c:v>
                </c:pt>
                <c:pt idx="1120">
                  <c:v>0.64278760968653814</c:v>
                </c:pt>
                <c:pt idx="1121">
                  <c:v>0.65605902899050794</c:v>
                </c:pt>
                <c:pt idx="1122">
                  <c:v>0.66913060635885813</c:v>
                </c:pt>
                <c:pt idx="1123">
                  <c:v>0.68199836006249759</c:v>
                </c:pt>
                <c:pt idx="1124">
                  <c:v>0.69465837045899814</c:v>
                </c:pt>
                <c:pt idx="1125">
                  <c:v>0.70710678118654757</c:v>
                </c:pt>
                <c:pt idx="1126">
                  <c:v>0.71933980033865041</c:v>
                </c:pt>
                <c:pt idx="1127">
                  <c:v>0.73135370161916913</c:v>
                </c:pt>
                <c:pt idx="1128">
                  <c:v>0.74314482547739447</c:v>
                </c:pt>
                <c:pt idx="1129">
                  <c:v>0.75470958022277157</c:v>
                </c:pt>
                <c:pt idx="1130">
                  <c:v>0.7660444431189769</c:v>
                </c:pt>
                <c:pt idx="1131">
                  <c:v>0.77714596145697135</c:v>
                </c:pt>
                <c:pt idx="1132">
                  <c:v>0.78801075360672168</c:v>
                </c:pt>
                <c:pt idx="1133">
                  <c:v>0.79863551004729194</c:v>
                </c:pt>
                <c:pt idx="1134">
                  <c:v>0.80901699437494801</c:v>
                </c:pt>
                <c:pt idx="1135">
                  <c:v>0.81915204428899169</c:v>
                </c:pt>
                <c:pt idx="1136">
                  <c:v>0.82903757255504107</c:v>
                </c:pt>
                <c:pt idx="1137">
                  <c:v>0.83867056794542472</c:v>
                </c:pt>
                <c:pt idx="1138">
                  <c:v>0.84804809615642607</c:v>
                </c:pt>
                <c:pt idx="1139">
                  <c:v>0.85716730070211189</c:v>
                </c:pt>
                <c:pt idx="1140">
                  <c:v>0.86602540378443771</c:v>
                </c:pt>
                <c:pt idx="1141">
                  <c:v>0.87461970713939607</c:v>
                </c:pt>
                <c:pt idx="1142">
                  <c:v>0.88294759285892666</c:v>
                </c:pt>
                <c:pt idx="1143">
                  <c:v>0.89100652418836712</c:v>
                </c:pt>
                <c:pt idx="1144">
                  <c:v>0.89879404629916737</c:v>
                </c:pt>
                <c:pt idx="1145">
                  <c:v>0.90630778703664983</c:v>
                </c:pt>
                <c:pt idx="1146">
                  <c:v>0.91354545764260031</c:v>
                </c:pt>
                <c:pt idx="1147">
                  <c:v>0.92050485345244071</c:v>
                </c:pt>
                <c:pt idx="1148">
                  <c:v>0.92718385456678742</c:v>
                </c:pt>
                <c:pt idx="1149">
                  <c:v>0.93358042649720141</c:v>
                </c:pt>
                <c:pt idx="1150">
                  <c:v>0.93969262078590887</c:v>
                </c:pt>
                <c:pt idx="1151">
                  <c:v>0.94551857559931696</c:v>
                </c:pt>
                <c:pt idx="1152">
                  <c:v>0.95105651629515331</c:v>
                </c:pt>
                <c:pt idx="1153">
                  <c:v>0.95630475596303488</c:v>
                </c:pt>
                <c:pt idx="1154">
                  <c:v>0.96126169593831901</c:v>
                </c:pt>
                <c:pt idx="1155">
                  <c:v>0.9659258262890682</c:v>
                </c:pt>
                <c:pt idx="1156">
                  <c:v>0.97029572627599614</c:v>
                </c:pt>
                <c:pt idx="1157">
                  <c:v>0.97437006478523547</c:v>
                </c:pt>
                <c:pt idx="1158">
                  <c:v>0.97814760073380558</c:v>
                </c:pt>
                <c:pt idx="1159">
                  <c:v>0.98162718344766375</c:v>
                </c:pt>
                <c:pt idx="1160">
                  <c:v>0.98480775301220824</c:v>
                </c:pt>
                <c:pt idx="1161">
                  <c:v>0.98768834059513777</c:v>
                </c:pt>
                <c:pt idx="1162">
                  <c:v>0.99026806874157014</c:v>
                </c:pt>
                <c:pt idx="1163">
                  <c:v>0.99254615164132176</c:v>
                </c:pt>
                <c:pt idx="1164">
                  <c:v>0.9945218953682734</c:v>
                </c:pt>
                <c:pt idx="1165">
                  <c:v>0.99619469809174543</c:v>
                </c:pt>
                <c:pt idx="1166">
                  <c:v>0.99756405025982409</c:v>
                </c:pt>
                <c:pt idx="1167">
                  <c:v>0.99862953475457394</c:v>
                </c:pt>
                <c:pt idx="1168">
                  <c:v>0.99939082701909576</c:v>
                </c:pt>
                <c:pt idx="1169">
                  <c:v>0.99984769515639116</c:v>
                </c:pt>
                <c:pt idx="1170">
                  <c:v>1</c:v>
                </c:pt>
                <c:pt idx="1171">
                  <c:v>0.99984769515639127</c:v>
                </c:pt>
                <c:pt idx="1172">
                  <c:v>0.99939082701909576</c:v>
                </c:pt>
                <c:pt idx="1173">
                  <c:v>0.99862953475457383</c:v>
                </c:pt>
                <c:pt idx="1174">
                  <c:v>0.9975640502598242</c:v>
                </c:pt>
                <c:pt idx="1175">
                  <c:v>0.99619469809174566</c:v>
                </c:pt>
                <c:pt idx="1176">
                  <c:v>0.99452189536827351</c:v>
                </c:pt>
                <c:pt idx="1177">
                  <c:v>0.99254615164132198</c:v>
                </c:pt>
                <c:pt idx="1178">
                  <c:v>0.99026806874157036</c:v>
                </c:pt>
                <c:pt idx="1179">
                  <c:v>0.98768834059513799</c:v>
                </c:pt>
                <c:pt idx="1180">
                  <c:v>0.98480775301220791</c:v>
                </c:pt>
                <c:pt idx="1181">
                  <c:v>0.98162718344766398</c:v>
                </c:pt>
                <c:pt idx="1182">
                  <c:v>0.97814760073380591</c:v>
                </c:pt>
                <c:pt idx="1183">
                  <c:v>0.97437006478523502</c:v>
                </c:pt>
                <c:pt idx="1184">
                  <c:v>0.97029572627599647</c:v>
                </c:pt>
                <c:pt idx="1185">
                  <c:v>0.96592582628906853</c:v>
                </c:pt>
                <c:pt idx="1186">
                  <c:v>0.96126169593831845</c:v>
                </c:pt>
                <c:pt idx="1187">
                  <c:v>0.95630475596303544</c:v>
                </c:pt>
                <c:pt idx="1188">
                  <c:v>0.95105651629515386</c:v>
                </c:pt>
                <c:pt idx="1189">
                  <c:v>0.9455185755993174</c:v>
                </c:pt>
                <c:pt idx="1190">
                  <c:v>0.93969262078590821</c:v>
                </c:pt>
                <c:pt idx="1191">
                  <c:v>0.93358042649720197</c:v>
                </c:pt>
                <c:pt idx="1192">
                  <c:v>0.92718385456678798</c:v>
                </c:pt>
                <c:pt idx="1193">
                  <c:v>0.92050485345244004</c:v>
                </c:pt>
                <c:pt idx="1194">
                  <c:v>0.91354545764260098</c:v>
                </c:pt>
                <c:pt idx="1195">
                  <c:v>0.90630778703665049</c:v>
                </c:pt>
                <c:pt idx="1196">
                  <c:v>0.89879404629916648</c:v>
                </c:pt>
                <c:pt idx="1197">
                  <c:v>0.89100652418836779</c:v>
                </c:pt>
                <c:pt idx="1198">
                  <c:v>0.88294759285892743</c:v>
                </c:pt>
                <c:pt idx="1199">
                  <c:v>0.87461970713939685</c:v>
                </c:pt>
                <c:pt idx="1200">
                  <c:v>0.86602540378443849</c:v>
                </c:pt>
                <c:pt idx="1201">
                  <c:v>0.85716730070211267</c:v>
                </c:pt>
                <c:pt idx="1202">
                  <c:v>0.84804809615642696</c:v>
                </c:pt>
                <c:pt idx="1203">
                  <c:v>0.83867056794542372</c:v>
                </c:pt>
                <c:pt idx="1204">
                  <c:v>0.82903757255504196</c:v>
                </c:pt>
                <c:pt idx="1205">
                  <c:v>0.81915204428899269</c:v>
                </c:pt>
                <c:pt idx="1206">
                  <c:v>0.8090169943749469</c:v>
                </c:pt>
                <c:pt idx="1207">
                  <c:v>0.79863551004729294</c:v>
                </c:pt>
                <c:pt idx="1208">
                  <c:v>0.78801075360672268</c:v>
                </c:pt>
                <c:pt idx="1209">
                  <c:v>0.77714596145697012</c:v>
                </c:pt>
                <c:pt idx="1210">
                  <c:v>0.7660444431189779</c:v>
                </c:pt>
                <c:pt idx="1211">
                  <c:v>0.75470958022277257</c:v>
                </c:pt>
                <c:pt idx="1212">
                  <c:v>0.74314482547739558</c:v>
                </c:pt>
                <c:pt idx="1213">
                  <c:v>0.73135370161917013</c:v>
                </c:pt>
                <c:pt idx="1214">
                  <c:v>0.71933980033865152</c:v>
                </c:pt>
                <c:pt idx="1215">
                  <c:v>0.70710678118654868</c:v>
                </c:pt>
                <c:pt idx="1216">
                  <c:v>0.6946583704589967</c:v>
                </c:pt>
                <c:pt idx="1217">
                  <c:v>0.6819983600624987</c:v>
                </c:pt>
                <c:pt idx="1218">
                  <c:v>0.66913060635885924</c:v>
                </c:pt>
                <c:pt idx="1219">
                  <c:v>0.6560590289905065</c:v>
                </c:pt>
                <c:pt idx="1220">
                  <c:v>0.64278760968653936</c:v>
                </c:pt>
                <c:pt idx="1221">
                  <c:v>0.62932039104983828</c:v>
                </c:pt>
                <c:pt idx="1222">
                  <c:v>0.61566147532565718</c:v>
                </c:pt>
                <c:pt idx="1223">
                  <c:v>0.60181502315204805</c:v>
                </c:pt>
                <c:pt idx="1224">
                  <c:v>0.5877852522924738</c:v>
                </c:pt>
                <c:pt idx="1225">
                  <c:v>0.57357643635104771</c:v>
                </c:pt>
                <c:pt idx="1226">
                  <c:v>0.55919290347074635</c:v>
                </c:pt>
                <c:pt idx="1227">
                  <c:v>0.54463903501502753</c:v>
                </c:pt>
                <c:pt idx="1228">
                  <c:v>0.52991926423320634</c:v>
                </c:pt>
                <c:pt idx="1229">
                  <c:v>0.51503807491005349</c:v>
                </c:pt>
                <c:pt idx="1230">
                  <c:v>0.50000000000000022</c:v>
                </c:pt>
                <c:pt idx="1231">
                  <c:v>0.48480962024633817</c:v>
                </c:pt>
                <c:pt idx="1232">
                  <c:v>0.46947156278588975</c:v>
                </c:pt>
                <c:pt idx="1233">
                  <c:v>0.45399049973954675</c:v>
                </c:pt>
                <c:pt idx="1234">
                  <c:v>0.43837114678907835</c:v>
                </c:pt>
                <c:pt idx="1235">
                  <c:v>0.42261826174070138</c:v>
                </c:pt>
                <c:pt idx="1236">
                  <c:v>0.40673664307579988</c:v>
                </c:pt>
                <c:pt idx="1237">
                  <c:v>0.39073112848927444</c:v>
                </c:pt>
                <c:pt idx="1238">
                  <c:v>0.37460659341591374</c:v>
                </c:pt>
                <c:pt idx="1239">
                  <c:v>0.35836794954529966</c:v>
                </c:pt>
                <c:pt idx="1240">
                  <c:v>0.34202014332566916</c:v>
                </c:pt>
                <c:pt idx="1241">
                  <c:v>0.32556815445715814</c:v>
                </c:pt>
                <c:pt idx="1242">
                  <c:v>0.30901699437494656</c:v>
                </c:pt>
                <c:pt idx="1243">
                  <c:v>0.29237170472273688</c:v>
                </c:pt>
                <c:pt idx="1244">
                  <c:v>0.27563735581700038</c:v>
                </c:pt>
                <c:pt idx="1245">
                  <c:v>0.25881904510251957</c:v>
                </c:pt>
                <c:pt idx="1246">
                  <c:v>0.24192189559966759</c:v>
                </c:pt>
                <c:pt idx="1247">
                  <c:v>0.22495105434386592</c:v>
                </c:pt>
                <c:pt idx="1248">
                  <c:v>0.20791169081776131</c:v>
                </c:pt>
                <c:pt idx="1249">
                  <c:v>0.19080899537654439</c:v>
                </c:pt>
                <c:pt idx="1250">
                  <c:v>0.173648177666931</c:v>
                </c:pt>
                <c:pt idx="1251">
                  <c:v>0.15643446504023259</c:v>
                </c:pt>
                <c:pt idx="1252">
                  <c:v>0.13917310096006472</c:v>
                </c:pt>
                <c:pt idx="1253">
                  <c:v>0.12186934340514784</c:v>
                </c:pt>
                <c:pt idx="1254">
                  <c:v>0.10452846326765491</c:v>
                </c:pt>
                <c:pt idx="1255">
                  <c:v>8.7155742747657153E-2</c:v>
                </c:pt>
                <c:pt idx="1256">
                  <c:v>6.9756473744125372E-2</c:v>
                </c:pt>
                <c:pt idx="1257">
                  <c:v>5.233595624294498E-2</c:v>
                </c:pt>
                <c:pt idx="1258">
                  <c:v>3.4899496702499658E-2</c:v>
                </c:pt>
                <c:pt idx="1259">
                  <c:v>1.7452406437283283E-2</c:v>
                </c:pt>
                <c:pt idx="1260">
                  <c:v>8.5760391843603401E-16</c:v>
                </c:pt>
                <c:pt idx="1261">
                  <c:v>-1.7452406437281569E-2</c:v>
                </c:pt>
                <c:pt idx="1262">
                  <c:v>-3.4899496702501497E-2</c:v>
                </c:pt>
                <c:pt idx="1263">
                  <c:v>-5.2335956242943273E-2</c:v>
                </c:pt>
                <c:pt idx="1264">
                  <c:v>-6.9756473744123651E-2</c:v>
                </c:pt>
                <c:pt idx="1265">
                  <c:v>-8.7155742747658985E-2</c:v>
                </c:pt>
                <c:pt idx="1266">
                  <c:v>-0.10452846326765321</c:v>
                </c:pt>
                <c:pt idx="1267">
                  <c:v>-0.12186934340514613</c:v>
                </c:pt>
                <c:pt idx="1268">
                  <c:v>-0.13917310096006655</c:v>
                </c:pt>
                <c:pt idx="1269">
                  <c:v>-0.1564344650402309</c:v>
                </c:pt>
                <c:pt idx="1270">
                  <c:v>-0.1736481776669293</c:v>
                </c:pt>
                <c:pt idx="1271">
                  <c:v>-0.19080899537654269</c:v>
                </c:pt>
                <c:pt idx="1272">
                  <c:v>-0.20791169081775965</c:v>
                </c:pt>
                <c:pt idx="1273">
                  <c:v>-0.22495105434386425</c:v>
                </c:pt>
                <c:pt idx="1274">
                  <c:v>-0.24192189559966593</c:v>
                </c:pt>
                <c:pt idx="1275">
                  <c:v>-0.25881904510252135</c:v>
                </c:pt>
                <c:pt idx="1276">
                  <c:v>-0.27563735581699872</c:v>
                </c:pt>
                <c:pt idx="1277">
                  <c:v>-0.29237170472273522</c:v>
                </c:pt>
                <c:pt idx="1278">
                  <c:v>-0.30901699437494828</c:v>
                </c:pt>
                <c:pt idx="1279">
                  <c:v>-0.32556815445715648</c:v>
                </c:pt>
                <c:pt idx="1280">
                  <c:v>-0.34202014332566755</c:v>
                </c:pt>
                <c:pt idx="1281">
                  <c:v>-0.35836794954530138</c:v>
                </c:pt>
                <c:pt idx="1282">
                  <c:v>-0.37460659341591213</c:v>
                </c:pt>
                <c:pt idx="1283">
                  <c:v>-0.39073112848927288</c:v>
                </c:pt>
                <c:pt idx="1284">
                  <c:v>-0.40673664307579832</c:v>
                </c:pt>
                <c:pt idx="1285">
                  <c:v>-0.42261826174069983</c:v>
                </c:pt>
                <c:pt idx="1286">
                  <c:v>-0.43837114678907679</c:v>
                </c:pt>
                <c:pt idx="1287">
                  <c:v>-0.45399049973954519</c:v>
                </c:pt>
                <c:pt idx="1288">
                  <c:v>-0.46947156278589142</c:v>
                </c:pt>
                <c:pt idx="1289">
                  <c:v>-0.48480962024633667</c:v>
                </c:pt>
                <c:pt idx="1290">
                  <c:v>-0.49999999999999872</c:v>
                </c:pt>
                <c:pt idx="1291">
                  <c:v>-0.51503807491005504</c:v>
                </c:pt>
                <c:pt idx="1292">
                  <c:v>-0.5299192642332049</c:v>
                </c:pt>
                <c:pt idx="1293">
                  <c:v>-0.54463903501502609</c:v>
                </c:pt>
                <c:pt idx="1294">
                  <c:v>-0.5591929034707479</c:v>
                </c:pt>
                <c:pt idx="1295">
                  <c:v>-0.57357643635104627</c:v>
                </c:pt>
                <c:pt idx="1296">
                  <c:v>-0.58778525229247247</c:v>
                </c:pt>
                <c:pt idx="1297">
                  <c:v>-0.60181502315204671</c:v>
                </c:pt>
                <c:pt idx="1298">
                  <c:v>-0.61566147532565862</c:v>
                </c:pt>
                <c:pt idx="1299">
                  <c:v>-0.62932039104983695</c:v>
                </c:pt>
                <c:pt idx="1300">
                  <c:v>-0.64278760968653803</c:v>
                </c:pt>
                <c:pt idx="1301">
                  <c:v>-0.65605902899050783</c:v>
                </c:pt>
                <c:pt idx="1302">
                  <c:v>-0.66913060635885802</c:v>
                </c:pt>
                <c:pt idx="1303">
                  <c:v>-0.68199836006249748</c:v>
                </c:pt>
                <c:pt idx="1304">
                  <c:v>-0.69465837045899803</c:v>
                </c:pt>
                <c:pt idx="1305">
                  <c:v>-0.70710678118654757</c:v>
                </c:pt>
                <c:pt idx="1306">
                  <c:v>-0.71933980033865041</c:v>
                </c:pt>
                <c:pt idx="1307">
                  <c:v>-0.73135370161917146</c:v>
                </c:pt>
                <c:pt idx="1308">
                  <c:v>-0.74314482547739447</c:v>
                </c:pt>
                <c:pt idx="1309">
                  <c:v>-0.75470958022277146</c:v>
                </c:pt>
                <c:pt idx="1310">
                  <c:v>-0.76604444311897679</c:v>
                </c:pt>
                <c:pt idx="1311">
                  <c:v>-0.77714596145697123</c:v>
                </c:pt>
                <c:pt idx="1312">
                  <c:v>-0.78801075360672168</c:v>
                </c:pt>
                <c:pt idx="1313">
                  <c:v>-0.79863551004729194</c:v>
                </c:pt>
                <c:pt idx="1314">
                  <c:v>-0.8090169943749479</c:v>
                </c:pt>
                <c:pt idx="1315">
                  <c:v>-0.81915204428899169</c:v>
                </c:pt>
                <c:pt idx="1316">
                  <c:v>-0.82903757255504096</c:v>
                </c:pt>
                <c:pt idx="1317">
                  <c:v>-0.83867056794542472</c:v>
                </c:pt>
                <c:pt idx="1318">
                  <c:v>-0.84804809615642607</c:v>
                </c:pt>
                <c:pt idx="1319">
                  <c:v>-0.85716730070211178</c:v>
                </c:pt>
                <c:pt idx="1320">
                  <c:v>-0.8660254037844376</c:v>
                </c:pt>
                <c:pt idx="1321">
                  <c:v>-0.87461970713939596</c:v>
                </c:pt>
                <c:pt idx="1322">
                  <c:v>-0.88294759285892666</c:v>
                </c:pt>
                <c:pt idx="1323">
                  <c:v>-0.89100652418836701</c:v>
                </c:pt>
                <c:pt idx="1324">
                  <c:v>-0.89879404629916726</c:v>
                </c:pt>
                <c:pt idx="1325">
                  <c:v>-0.90630778703664983</c:v>
                </c:pt>
                <c:pt idx="1326">
                  <c:v>-0.91354545764260031</c:v>
                </c:pt>
                <c:pt idx="1327">
                  <c:v>-0.92050485345244071</c:v>
                </c:pt>
                <c:pt idx="1328">
                  <c:v>-0.92718385456678731</c:v>
                </c:pt>
                <c:pt idx="1329">
                  <c:v>-0.9335804264972013</c:v>
                </c:pt>
                <c:pt idx="1330">
                  <c:v>-0.93969262078590887</c:v>
                </c:pt>
                <c:pt idx="1331">
                  <c:v>-0.94551857559931685</c:v>
                </c:pt>
                <c:pt idx="1332">
                  <c:v>-0.95105651629515331</c:v>
                </c:pt>
                <c:pt idx="1333">
                  <c:v>-0.95630475596303488</c:v>
                </c:pt>
                <c:pt idx="1334">
                  <c:v>-0.96126169593831901</c:v>
                </c:pt>
                <c:pt idx="1335">
                  <c:v>-0.96592582628906809</c:v>
                </c:pt>
                <c:pt idx="1336">
                  <c:v>-0.97029572627599603</c:v>
                </c:pt>
                <c:pt idx="1337">
                  <c:v>-0.97437006478523536</c:v>
                </c:pt>
                <c:pt idx="1338">
                  <c:v>-0.97814760073380558</c:v>
                </c:pt>
                <c:pt idx="1339">
                  <c:v>-0.98162718344766364</c:v>
                </c:pt>
                <c:pt idx="1340">
                  <c:v>-0.98480775301220824</c:v>
                </c:pt>
                <c:pt idx="1341">
                  <c:v>-0.98768834059513777</c:v>
                </c:pt>
                <c:pt idx="1342">
                  <c:v>-0.99026806874157014</c:v>
                </c:pt>
                <c:pt idx="1343">
                  <c:v>-0.99254615164132221</c:v>
                </c:pt>
                <c:pt idx="1344">
                  <c:v>-0.9945218953682734</c:v>
                </c:pt>
                <c:pt idx="1345">
                  <c:v>-0.99619469809174543</c:v>
                </c:pt>
                <c:pt idx="1346">
                  <c:v>-0.99756405025982409</c:v>
                </c:pt>
                <c:pt idx="1347">
                  <c:v>-0.99862953475457394</c:v>
                </c:pt>
                <c:pt idx="1348">
                  <c:v>-0.99939082701909576</c:v>
                </c:pt>
                <c:pt idx="1349">
                  <c:v>-0.99984769515639116</c:v>
                </c:pt>
                <c:pt idx="1350">
                  <c:v>-1</c:v>
                </c:pt>
                <c:pt idx="1351">
                  <c:v>-0.99984769515639127</c:v>
                </c:pt>
                <c:pt idx="1352">
                  <c:v>-0.99939082701909576</c:v>
                </c:pt>
                <c:pt idx="1353">
                  <c:v>-0.99862953475457383</c:v>
                </c:pt>
                <c:pt idx="1354">
                  <c:v>-0.9975640502598242</c:v>
                </c:pt>
                <c:pt idx="1355">
                  <c:v>-0.99619469809174566</c:v>
                </c:pt>
                <c:pt idx="1356">
                  <c:v>-0.99452189536827351</c:v>
                </c:pt>
                <c:pt idx="1357">
                  <c:v>-0.99254615164132198</c:v>
                </c:pt>
                <c:pt idx="1358">
                  <c:v>-0.99026806874157036</c:v>
                </c:pt>
                <c:pt idx="1359">
                  <c:v>-0.98768834059513799</c:v>
                </c:pt>
                <c:pt idx="1360">
                  <c:v>-0.98480775301220791</c:v>
                </c:pt>
                <c:pt idx="1361">
                  <c:v>-0.98162718344766409</c:v>
                </c:pt>
                <c:pt idx="1362">
                  <c:v>-0.97814760073380591</c:v>
                </c:pt>
                <c:pt idx="1363">
                  <c:v>-0.97437006478523502</c:v>
                </c:pt>
                <c:pt idx="1364">
                  <c:v>-0.97029572627599647</c:v>
                </c:pt>
                <c:pt idx="1365">
                  <c:v>-0.96592582628906865</c:v>
                </c:pt>
                <c:pt idx="1366">
                  <c:v>-0.96126169593831856</c:v>
                </c:pt>
                <c:pt idx="1367">
                  <c:v>-0.95630475596303544</c:v>
                </c:pt>
                <c:pt idx="1368">
                  <c:v>-0.95105651629515386</c:v>
                </c:pt>
                <c:pt idx="1369">
                  <c:v>-0.94551857559931751</c:v>
                </c:pt>
                <c:pt idx="1370">
                  <c:v>-0.93969262078590821</c:v>
                </c:pt>
                <c:pt idx="1371">
                  <c:v>-0.93358042649720197</c:v>
                </c:pt>
                <c:pt idx="1372">
                  <c:v>-0.92718385456678809</c:v>
                </c:pt>
                <c:pt idx="1373">
                  <c:v>-0.92050485345244004</c:v>
                </c:pt>
                <c:pt idx="1374">
                  <c:v>-0.91354545764260109</c:v>
                </c:pt>
                <c:pt idx="1375">
                  <c:v>-0.9063077870366506</c:v>
                </c:pt>
                <c:pt idx="1376">
                  <c:v>-0.89879404629916659</c:v>
                </c:pt>
                <c:pt idx="1377">
                  <c:v>-0.8910065241883679</c:v>
                </c:pt>
                <c:pt idx="1378">
                  <c:v>-0.88294759285892743</c:v>
                </c:pt>
                <c:pt idx="1379">
                  <c:v>-0.87461970713939519</c:v>
                </c:pt>
                <c:pt idx="1380">
                  <c:v>-0.86602540378443849</c:v>
                </c:pt>
                <c:pt idx="1381">
                  <c:v>-0.85716730070211267</c:v>
                </c:pt>
                <c:pt idx="1382">
                  <c:v>-0.84804809615642696</c:v>
                </c:pt>
                <c:pt idx="1383">
                  <c:v>-0.83867056794542372</c:v>
                </c:pt>
                <c:pt idx="1384">
                  <c:v>-0.82903757255504196</c:v>
                </c:pt>
                <c:pt idx="1385">
                  <c:v>-0.81915204428899269</c:v>
                </c:pt>
                <c:pt idx="1386">
                  <c:v>-0.8090169943749469</c:v>
                </c:pt>
                <c:pt idx="1387">
                  <c:v>-0.79863551004729305</c:v>
                </c:pt>
                <c:pt idx="1388">
                  <c:v>-0.78801075360672279</c:v>
                </c:pt>
                <c:pt idx="1389">
                  <c:v>-0.77714596145697012</c:v>
                </c:pt>
                <c:pt idx="1390">
                  <c:v>-0.76604444311897801</c:v>
                </c:pt>
                <c:pt idx="1391">
                  <c:v>-0.75470958022277268</c:v>
                </c:pt>
                <c:pt idx="1392">
                  <c:v>-0.74314482547739569</c:v>
                </c:pt>
                <c:pt idx="1393">
                  <c:v>-0.73135370161917024</c:v>
                </c:pt>
                <c:pt idx="1394">
                  <c:v>-0.71933980033865164</c:v>
                </c:pt>
                <c:pt idx="1395">
                  <c:v>-0.70710678118654879</c:v>
                </c:pt>
                <c:pt idx="1396">
                  <c:v>-0.69465837045899681</c:v>
                </c:pt>
                <c:pt idx="1397">
                  <c:v>-0.68199836006249881</c:v>
                </c:pt>
                <c:pt idx="1398">
                  <c:v>-0.66913060635885935</c:v>
                </c:pt>
                <c:pt idx="1399">
                  <c:v>-0.65605902899050661</c:v>
                </c:pt>
                <c:pt idx="1400">
                  <c:v>-0.64278760968653947</c:v>
                </c:pt>
                <c:pt idx="1401">
                  <c:v>-0.62932039104983839</c:v>
                </c:pt>
                <c:pt idx="1402">
                  <c:v>-0.61566147532565729</c:v>
                </c:pt>
                <c:pt idx="1403">
                  <c:v>-0.60181502315204816</c:v>
                </c:pt>
                <c:pt idx="1404">
                  <c:v>-0.58778525229247391</c:v>
                </c:pt>
                <c:pt idx="1405">
                  <c:v>-0.57357643635104771</c:v>
                </c:pt>
                <c:pt idx="1406">
                  <c:v>-0.55919290347074646</c:v>
                </c:pt>
                <c:pt idx="1407">
                  <c:v>-0.54463903501502764</c:v>
                </c:pt>
                <c:pt idx="1408">
                  <c:v>-0.52991926423320646</c:v>
                </c:pt>
                <c:pt idx="1409">
                  <c:v>-0.5150380749100536</c:v>
                </c:pt>
                <c:pt idx="1410">
                  <c:v>-0.50000000000000033</c:v>
                </c:pt>
                <c:pt idx="1411">
                  <c:v>-0.48480962024633828</c:v>
                </c:pt>
                <c:pt idx="1412">
                  <c:v>-0.46947156278588986</c:v>
                </c:pt>
                <c:pt idx="1413">
                  <c:v>-0.45399049973954686</c:v>
                </c:pt>
                <c:pt idx="1414">
                  <c:v>-0.43837114678907846</c:v>
                </c:pt>
                <c:pt idx="1415">
                  <c:v>-0.42261826174069828</c:v>
                </c:pt>
                <c:pt idx="1416">
                  <c:v>-0.40673664307579999</c:v>
                </c:pt>
                <c:pt idx="1417">
                  <c:v>-0.39073112848927455</c:v>
                </c:pt>
                <c:pt idx="1418">
                  <c:v>-0.37460659341591385</c:v>
                </c:pt>
                <c:pt idx="1419">
                  <c:v>-0.35836794954529977</c:v>
                </c:pt>
                <c:pt idx="1420">
                  <c:v>-0.34202014332566927</c:v>
                </c:pt>
                <c:pt idx="1421">
                  <c:v>-0.32556815445715825</c:v>
                </c:pt>
                <c:pt idx="1422">
                  <c:v>-0.30901699437494667</c:v>
                </c:pt>
                <c:pt idx="1423">
                  <c:v>-0.29237170472273699</c:v>
                </c:pt>
                <c:pt idx="1424">
                  <c:v>-0.2756373558170005</c:v>
                </c:pt>
                <c:pt idx="1425">
                  <c:v>-0.25881904510251968</c:v>
                </c:pt>
                <c:pt idx="1426">
                  <c:v>-0.2419218955996677</c:v>
                </c:pt>
                <c:pt idx="1427">
                  <c:v>-0.22495105434386603</c:v>
                </c:pt>
                <c:pt idx="1428">
                  <c:v>-0.20791169081776145</c:v>
                </c:pt>
                <c:pt idx="1429">
                  <c:v>-0.1908089953765445</c:v>
                </c:pt>
                <c:pt idx="1430">
                  <c:v>-0.17364817766693111</c:v>
                </c:pt>
                <c:pt idx="1431">
                  <c:v>-0.1564344650402327</c:v>
                </c:pt>
                <c:pt idx="1432">
                  <c:v>-0.13917310096006485</c:v>
                </c:pt>
                <c:pt idx="1433">
                  <c:v>-0.12186934340514796</c:v>
                </c:pt>
                <c:pt idx="1434">
                  <c:v>-0.10452846326765503</c:v>
                </c:pt>
                <c:pt idx="1435">
                  <c:v>-8.7155742747657278E-2</c:v>
                </c:pt>
                <c:pt idx="1436">
                  <c:v>-6.9756473744125483E-2</c:v>
                </c:pt>
                <c:pt idx="1437">
                  <c:v>-5.2335956242945104E-2</c:v>
                </c:pt>
                <c:pt idx="1438">
                  <c:v>-3.4899496702499783E-2</c:v>
                </c:pt>
                <c:pt idx="1439">
                  <c:v>-1.7452406437283408E-2</c:v>
                </c:pt>
                <c:pt idx="1440">
                  <c:v>-9.8011876392689601E-16</c:v>
                </c:pt>
                <c:pt idx="1441">
                  <c:v>1.7452406437281447E-2</c:v>
                </c:pt>
                <c:pt idx="1442">
                  <c:v>3.4899496702501372E-2</c:v>
                </c:pt>
                <c:pt idx="1443">
                  <c:v>5.2335956242943148E-2</c:v>
                </c:pt>
                <c:pt idx="1444">
                  <c:v>6.9756473744123526E-2</c:v>
                </c:pt>
                <c:pt idx="1445">
                  <c:v>8.715574274765886E-2</c:v>
                </c:pt>
                <c:pt idx="1446">
                  <c:v>0.10452846326765308</c:v>
                </c:pt>
                <c:pt idx="1447">
                  <c:v>0.12186934340514602</c:v>
                </c:pt>
                <c:pt idx="1448">
                  <c:v>0.13917310096006641</c:v>
                </c:pt>
                <c:pt idx="1449">
                  <c:v>0.15643446504023079</c:v>
                </c:pt>
                <c:pt idx="1450">
                  <c:v>0.17364817766692919</c:v>
                </c:pt>
                <c:pt idx="1451">
                  <c:v>0.19080899537654608</c:v>
                </c:pt>
                <c:pt idx="1452">
                  <c:v>0.20791169081775954</c:v>
                </c:pt>
                <c:pt idx="1453">
                  <c:v>0.22495105434386414</c:v>
                </c:pt>
                <c:pt idx="1454">
                  <c:v>0.24192189559966581</c:v>
                </c:pt>
                <c:pt idx="1455">
                  <c:v>0.25881904510252124</c:v>
                </c:pt>
                <c:pt idx="1456">
                  <c:v>0.27563735581699861</c:v>
                </c:pt>
                <c:pt idx="1457">
                  <c:v>0.2923717047227351</c:v>
                </c:pt>
                <c:pt idx="1458">
                  <c:v>0.30901699437494817</c:v>
                </c:pt>
                <c:pt idx="1459">
                  <c:v>0.32556815445715637</c:v>
                </c:pt>
                <c:pt idx="1460">
                  <c:v>0.34202014332566744</c:v>
                </c:pt>
                <c:pt idx="1461">
                  <c:v>0.35836794954530127</c:v>
                </c:pt>
                <c:pt idx="1462">
                  <c:v>0.37460659341591201</c:v>
                </c:pt>
              </c:numCache>
            </c:numRef>
          </c:yVal>
          <c:smooth val="0"/>
          <c:extLst>
            <c:ext xmlns:c16="http://schemas.microsoft.com/office/drawing/2014/chart" uri="{C3380CC4-5D6E-409C-BE32-E72D297353CC}">
              <c16:uniqueId val="{00000000-145A-4B97-A4C0-2DFFFB4E9357}"/>
            </c:ext>
          </c:extLst>
        </c:ser>
        <c:dLbls>
          <c:showLegendKey val="0"/>
          <c:showVal val="0"/>
          <c:showCatName val="0"/>
          <c:showSerName val="0"/>
          <c:showPercent val="0"/>
          <c:showBubbleSize val="0"/>
        </c:dLbls>
        <c:axId val="1205013872"/>
        <c:axId val="1205014352"/>
      </c:scatterChart>
      <c:valAx>
        <c:axId val="1205013872"/>
        <c:scaling>
          <c:orientation val="minMax"/>
        </c:scaling>
        <c:delete val="1"/>
        <c:axPos val="b"/>
        <c:numFmt formatCode="General" sourceLinked="1"/>
        <c:majorTickMark val="none"/>
        <c:minorTickMark val="none"/>
        <c:tickLblPos val="nextTo"/>
        <c:crossAx val="1205014352"/>
        <c:crosses val="autoZero"/>
        <c:crossBetween val="midCat"/>
      </c:valAx>
      <c:valAx>
        <c:axId val="1205014352"/>
        <c:scaling>
          <c:orientation val="minMax"/>
        </c:scaling>
        <c:delete val="1"/>
        <c:axPos val="l"/>
        <c:numFmt formatCode="General" sourceLinked="1"/>
        <c:majorTickMark val="none"/>
        <c:minorTickMark val="none"/>
        <c:tickLblPos val="nextTo"/>
        <c:crossAx val="1205013872"/>
        <c:crosses val="autoZero"/>
        <c:crossBetween val="midCat"/>
      </c:valAx>
      <c:spPr>
        <a:noFill/>
        <a:ln>
          <a:noFill/>
        </a:ln>
        <a:effectLst/>
      </c:spPr>
    </c:plotArea>
    <c:plotVisOnly val="1"/>
    <c:dispBlanksAs val="gap"/>
    <c:showDLblsOverMax val="0"/>
  </c:chart>
  <c:spPr>
    <a:noFill/>
    <a:ln>
      <a:noFill/>
    </a:ln>
    <a:effectLst/>
  </c:spPr>
  <c:txPr>
    <a:bodyPr/>
    <a:lstStyle/>
    <a:p>
      <a:pPr>
        <a:defRPr/>
      </a:pPr>
      <a:endParaRPr lang="ja-JP"/>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1058" name="Rectangle 2">
            <a:extLst>
              <a:ext uri="{FF2B5EF4-FFF2-40B4-BE49-F238E27FC236}">
                <a16:creationId xmlns:a16="http://schemas.microsoft.com/office/drawing/2014/main" id="{40CE95F9-B18D-B941-B9AB-B106ED18F67C}"/>
              </a:ext>
            </a:extLst>
          </p:cNvPr>
          <p:cNvSpPr>
            <a:spLocks noGrp="1" noChangeArrowheads="1"/>
          </p:cNvSpPr>
          <p:nvPr>
            <p:ph type="hdr" sz="quarter"/>
          </p:nvPr>
        </p:nvSpPr>
        <p:spPr bwMode="auto">
          <a:xfrm>
            <a:off x="0" y="0"/>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lvl1pPr defTabSz="946150">
              <a:defRPr i="0">
                <a:latin typeface="Times" charset="0"/>
                <a:ea typeface="ＭＳ Ｐゴシック" charset="-128"/>
                <a:cs typeface="+mn-cs"/>
              </a:defRPr>
            </a:lvl1pPr>
          </a:lstStyle>
          <a:p>
            <a:pPr>
              <a:defRPr/>
            </a:pPr>
            <a:endParaRPr lang="en-US" altLang="zh-TW"/>
          </a:p>
        </p:txBody>
      </p:sp>
      <p:sp>
        <p:nvSpPr>
          <p:cNvPr id="301059" name="Rectangle 3">
            <a:extLst>
              <a:ext uri="{FF2B5EF4-FFF2-40B4-BE49-F238E27FC236}">
                <a16:creationId xmlns:a16="http://schemas.microsoft.com/office/drawing/2014/main" id="{811AF85E-B0EB-5941-AD48-D28E5234FC53}"/>
              </a:ext>
            </a:extLst>
          </p:cNvPr>
          <p:cNvSpPr>
            <a:spLocks noGrp="1" noChangeArrowheads="1"/>
          </p:cNvSpPr>
          <p:nvPr>
            <p:ph type="dt" sz="quarter" idx="1"/>
          </p:nvPr>
        </p:nvSpPr>
        <p:spPr bwMode="auto">
          <a:xfrm>
            <a:off x="4025900" y="0"/>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lvl1pPr algn="r" defTabSz="946150">
              <a:defRPr i="0">
                <a:latin typeface="Times" charset="0"/>
                <a:ea typeface="ＭＳ Ｐゴシック" charset="-128"/>
                <a:cs typeface="+mn-cs"/>
              </a:defRPr>
            </a:lvl1pPr>
          </a:lstStyle>
          <a:p>
            <a:pPr>
              <a:defRPr/>
            </a:pPr>
            <a:endParaRPr lang="en-US" altLang="zh-TW"/>
          </a:p>
        </p:txBody>
      </p:sp>
      <p:sp>
        <p:nvSpPr>
          <p:cNvPr id="301060" name="Rectangle 4">
            <a:extLst>
              <a:ext uri="{FF2B5EF4-FFF2-40B4-BE49-F238E27FC236}">
                <a16:creationId xmlns:a16="http://schemas.microsoft.com/office/drawing/2014/main" id="{AAF776BE-7AD6-4A43-820E-452D40BB6836}"/>
              </a:ext>
            </a:extLst>
          </p:cNvPr>
          <p:cNvSpPr>
            <a:spLocks noGrp="1" noChangeArrowheads="1"/>
          </p:cNvSpPr>
          <p:nvPr>
            <p:ph type="ftr" sz="quarter" idx="2"/>
          </p:nvPr>
        </p:nvSpPr>
        <p:spPr bwMode="auto">
          <a:xfrm>
            <a:off x="0" y="9723438"/>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b" anchorCtr="0" compatLnSpc="1">
            <a:prstTxWarp prst="textNoShape">
              <a:avLst/>
            </a:prstTxWarp>
          </a:bodyPr>
          <a:lstStyle>
            <a:lvl1pPr defTabSz="946150">
              <a:defRPr i="0">
                <a:latin typeface="Times" charset="0"/>
                <a:ea typeface="ＭＳ Ｐゴシック" charset="-128"/>
                <a:cs typeface="+mn-cs"/>
              </a:defRPr>
            </a:lvl1pPr>
          </a:lstStyle>
          <a:p>
            <a:pPr>
              <a:defRPr/>
            </a:pPr>
            <a:endParaRPr lang="en-US" altLang="zh-TW"/>
          </a:p>
        </p:txBody>
      </p:sp>
      <p:sp>
        <p:nvSpPr>
          <p:cNvPr id="301061" name="Rectangle 5">
            <a:extLst>
              <a:ext uri="{FF2B5EF4-FFF2-40B4-BE49-F238E27FC236}">
                <a16:creationId xmlns:a16="http://schemas.microsoft.com/office/drawing/2014/main" id="{2E70A17A-2DD5-3C41-9DB9-800606EEA79C}"/>
              </a:ext>
            </a:extLst>
          </p:cNvPr>
          <p:cNvSpPr>
            <a:spLocks noGrp="1" noChangeArrowheads="1"/>
          </p:cNvSpPr>
          <p:nvPr>
            <p:ph type="sldNum" sz="quarter" idx="3"/>
          </p:nvPr>
        </p:nvSpPr>
        <p:spPr bwMode="auto">
          <a:xfrm>
            <a:off x="4025900" y="9723438"/>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b" anchorCtr="0" compatLnSpc="1">
            <a:prstTxWarp prst="textNoShape">
              <a:avLst/>
            </a:prstTxWarp>
          </a:bodyPr>
          <a:lstStyle>
            <a:lvl1pPr algn="r" defTabSz="946150">
              <a:defRPr i="0">
                <a:latin typeface="Times" charset="0"/>
                <a:ea typeface="ＭＳ Ｐゴシック" charset="-128"/>
              </a:defRPr>
            </a:lvl1pPr>
          </a:lstStyle>
          <a:p>
            <a:pPr>
              <a:defRPr/>
            </a:pPr>
            <a:fld id="{647B9DDB-074F-8749-A193-A6ECBCC9CB7A}" type="slidenum">
              <a:rPr lang="en-US" altLang="zh-TW"/>
              <a:pPr>
                <a:defRPr/>
              </a:pPr>
              <a:t>‹#›</a:t>
            </a:fld>
            <a:endParaRPr lang="en-US" altLang="zh-TW"/>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8594" name="Rectangle 2">
            <a:extLst>
              <a:ext uri="{FF2B5EF4-FFF2-40B4-BE49-F238E27FC236}">
                <a16:creationId xmlns:a16="http://schemas.microsoft.com/office/drawing/2014/main" id="{9D147860-33D1-AA45-A593-8412E167BDDE}"/>
              </a:ext>
            </a:extLst>
          </p:cNvPr>
          <p:cNvSpPr>
            <a:spLocks noGrp="1" noChangeArrowheads="1"/>
          </p:cNvSpPr>
          <p:nvPr>
            <p:ph type="hdr" sz="quarter"/>
          </p:nvPr>
        </p:nvSpPr>
        <p:spPr bwMode="auto">
          <a:xfrm>
            <a:off x="0" y="0"/>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lvl1pPr defTabSz="946150">
              <a:defRPr i="0">
                <a:latin typeface="Times" charset="0"/>
                <a:ea typeface="ＭＳ Ｐゴシック" charset="-128"/>
                <a:cs typeface="+mn-cs"/>
              </a:defRPr>
            </a:lvl1pPr>
          </a:lstStyle>
          <a:p>
            <a:pPr>
              <a:defRPr/>
            </a:pPr>
            <a:endParaRPr lang="en-US"/>
          </a:p>
        </p:txBody>
      </p:sp>
      <p:sp>
        <p:nvSpPr>
          <p:cNvPr id="238595" name="Rectangle 3">
            <a:extLst>
              <a:ext uri="{FF2B5EF4-FFF2-40B4-BE49-F238E27FC236}">
                <a16:creationId xmlns:a16="http://schemas.microsoft.com/office/drawing/2014/main" id="{E025B5F2-9015-3F45-9FB7-6E64498DB93E}"/>
              </a:ext>
            </a:extLst>
          </p:cNvPr>
          <p:cNvSpPr>
            <a:spLocks noGrp="1" noChangeArrowheads="1"/>
          </p:cNvSpPr>
          <p:nvPr>
            <p:ph type="dt" idx="1"/>
          </p:nvPr>
        </p:nvSpPr>
        <p:spPr bwMode="auto">
          <a:xfrm>
            <a:off x="4025900" y="0"/>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lvl1pPr algn="r" defTabSz="946150">
              <a:defRPr i="0">
                <a:latin typeface="Times" charset="0"/>
                <a:ea typeface="ＭＳ Ｐゴシック" charset="-128"/>
                <a:cs typeface="+mn-cs"/>
              </a:defRPr>
            </a:lvl1pPr>
          </a:lstStyle>
          <a:p>
            <a:pPr>
              <a:defRPr/>
            </a:pPr>
            <a:endParaRPr lang="en-US"/>
          </a:p>
        </p:txBody>
      </p:sp>
      <p:sp>
        <p:nvSpPr>
          <p:cNvPr id="3076" name="Rectangle 4">
            <a:extLst>
              <a:ext uri="{FF2B5EF4-FFF2-40B4-BE49-F238E27FC236}">
                <a16:creationId xmlns:a16="http://schemas.microsoft.com/office/drawing/2014/main" id="{4C78FB87-C515-2841-AFDA-D14F1517C101}"/>
              </a:ext>
            </a:extLst>
          </p:cNvPr>
          <p:cNvSpPr>
            <a:spLocks noGrp="1" noRot="1" noChangeAspect="1" noChangeArrowheads="1" noTextEdit="1"/>
          </p:cNvSpPr>
          <p:nvPr>
            <p:ph type="sldImg" idx="2"/>
          </p:nvPr>
        </p:nvSpPr>
        <p:spPr bwMode="auto">
          <a:xfrm>
            <a:off x="144463" y="768350"/>
            <a:ext cx="6818312"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8597" name="Rectangle 5">
            <a:extLst>
              <a:ext uri="{FF2B5EF4-FFF2-40B4-BE49-F238E27FC236}">
                <a16:creationId xmlns:a16="http://schemas.microsoft.com/office/drawing/2014/main" id="{B138E057-BABF-B746-BE9A-A7BF53C324A0}"/>
              </a:ext>
            </a:extLst>
          </p:cNvPr>
          <p:cNvSpPr>
            <a:spLocks noGrp="1" noChangeArrowheads="1"/>
          </p:cNvSpPr>
          <p:nvPr>
            <p:ph type="body" sz="quarter" idx="3"/>
          </p:nvPr>
        </p:nvSpPr>
        <p:spPr bwMode="auto">
          <a:xfrm>
            <a:off x="947738" y="4860925"/>
            <a:ext cx="5208587" cy="4605338"/>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t" anchorCtr="0" compatLnSpc="1">
            <a:prstTxWarp prst="textNoShape">
              <a:avLst/>
            </a:prstTxWarp>
          </a:bodyPr>
          <a:lstStyle/>
          <a:p>
            <a:pPr lvl="0"/>
            <a:r>
              <a:rPr lang="en-US" altLang="ja-JP" noProof="0"/>
              <a:t>Click to edit Master text styles</a:t>
            </a:r>
          </a:p>
          <a:p>
            <a:pPr lvl="1"/>
            <a:r>
              <a:rPr lang="en-US" altLang="ja-JP" noProof="0"/>
              <a:t>Second level</a:t>
            </a:r>
          </a:p>
          <a:p>
            <a:pPr lvl="2"/>
            <a:r>
              <a:rPr lang="en-US" altLang="ja-JP" noProof="0"/>
              <a:t>Third level</a:t>
            </a:r>
          </a:p>
          <a:p>
            <a:pPr lvl="3"/>
            <a:r>
              <a:rPr lang="en-US" altLang="ja-JP" noProof="0"/>
              <a:t>Fourth level</a:t>
            </a:r>
          </a:p>
          <a:p>
            <a:pPr lvl="4"/>
            <a:r>
              <a:rPr lang="en-US" altLang="ja-JP" noProof="0"/>
              <a:t>Fifth level</a:t>
            </a:r>
          </a:p>
        </p:txBody>
      </p:sp>
      <p:sp>
        <p:nvSpPr>
          <p:cNvPr id="238598" name="Rectangle 6">
            <a:extLst>
              <a:ext uri="{FF2B5EF4-FFF2-40B4-BE49-F238E27FC236}">
                <a16:creationId xmlns:a16="http://schemas.microsoft.com/office/drawing/2014/main" id="{83A8390D-5E71-0246-9CD4-100FDFEB49F9}"/>
              </a:ext>
            </a:extLst>
          </p:cNvPr>
          <p:cNvSpPr>
            <a:spLocks noGrp="1" noChangeArrowheads="1"/>
          </p:cNvSpPr>
          <p:nvPr>
            <p:ph type="ftr" sz="quarter" idx="4"/>
          </p:nvPr>
        </p:nvSpPr>
        <p:spPr bwMode="auto">
          <a:xfrm>
            <a:off x="0" y="9723438"/>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b" anchorCtr="0" compatLnSpc="1">
            <a:prstTxWarp prst="textNoShape">
              <a:avLst/>
            </a:prstTxWarp>
          </a:bodyPr>
          <a:lstStyle>
            <a:lvl1pPr defTabSz="946150">
              <a:defRPr i="0">
                <a:latin typeface="Times" charset="0"/>
                <a:ea typeface="ＭＳ Ｐゴシック" charset="-128"/>
                <a:cs typeface="+mn-cs"/>
              </a:defRPr>
            </a:lvl1pPr>
          </a:lstStyle>
          <a:p>
            <a:pPr>
              <a:defRPr/>
            </a:pPr>
            <a:endParaRPr lang="en-US"/>
          </a:p>
        </p:txBody>
      </p:sp>
      <p:sp>
        <p:nvSpPr>
          <p:cNvPr id="238599" name="Rectangle 7">
            <a:extLst>
              <a:ext uri="{FF2B5EF4-FFF2-40B4-BE49-F238E27FC236}">
                <a16:creationId xmlns:a16="http://schemas.microsoft.com/office/drawing/2014/main" id="{7FB1BCCD-D179-4149-AB3B-56146B26F53A}"/>
              </a:ext>
            </a:extLst>
          </p:cNvPr>
          <p:cNvSpPr>
            <a:spLocks noGrp="1" noChangeArrowheads="1"/>
          </p:cNvSpPr>
          <p:nvPr>
            <p:ph type="sldNum" sz="quarter" idx="5"/>
          </p:nvPr>
        </p:nvSpPr>
        <p:spPr bwMode="auto">
          <a:xfrm>
            <a:off x="4025900" y="9723438"/>
            <a:ext cx="3078163" cy="511175"/>
          </a:xfrm>
          <a:prstGeom prst="rect">
            <a:avLst/>
          </a:prstGeom>
          <a:noFill/>
          <a:ln>
            <a:noFill/>
          </a:ln>
          <a:effectLst/>
          <a:extLst>
            <a:ext uri="{909E8E84-426E-40dd-AFC4-6F175D3DCCD1}"/>
            <a:ext uri="{91240B29-F687-4f45-9708-019B960494DF}"/>
            <a:ext uri="{AF507438-7753-43e0-B8FC-AC1667EBCBE1}"/>
          </a:extLst>
        </p:spPr>
        <p:txBody>
          <a:bodyPr vert="horz" wrap="square" lIns="94667" tIns="47332" rIns="94667" bIns="47332" numCol="1" anchor="b" anchorCtr="0" compatLnSpc="1">
            <a:prstTxWarp prst="textNoShape">
              <a:avLst/>
            </a:prstTxWarp>
          </a:bodyPr>
          <a:lstStyle>
            <a:lvl1pPr algn="r" defTabSz="946150">
              <a:defRPr i="0">
                <a:latin typeface="Times" charset="0"/>
                <a:ea typeface="ＭＳ Ｐゴシック" charset="-128"/>
              </a:defRPr>
            </a:lvl1pPr>
          </a:lstStyle>
          <a:p>
            <a:pPr>
              <a:defRPr/>
            </a:pPr>
            <a:fld id="{D389AF18-AA3C-A74D-A98A-39385926BE4C}"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charset="0"/>
        <a:ea typeface="ＭＳ Ｐゴシック" charset="-128"/>
        <a:cs typeface="ＭＳ Ｐゴシック" charset="0"/>
      </a:defRPr>
    </a:lvl1pPr>
    <a:lvl2pPr marL="457200" algn="l" rtl="0" eaLnBrk="0" fontAlgn="base" hangingPunct="0">
      <a:spcBef>
        <a:spcPct val="30000"/>
      </a:spcBef>
      <a:spcAft>
        <a:spcPct val="0"/>
      </a:spcAft>
      <a:defRPr kumimoji="1" sz="1200" kern="1200">
        <a:solidFill>
          <a:schemeClr val="tx1"/>
        </a:solidFill>
        <a:latin typeface="Times" charset="0"/>
        <a:ea typeface="ＭＳ Ｐゴシック" charset="-128"/>
        <a:cs typeface="+mn-cs"/>
      </a:defRPr>
    </a:lvl2pPr>
    <a:lvl3pPr marL="914400" algn="l" rtl="0" eaLnBrk="0" fontAlgn="base" hangingPunct="0">
      <a:spcBef>
        <a:spcPct val="30000"/>
      </a:spcBef>
      <a:spcAft>
        <a:spcPct val="0"/>
      </a:spcAft>
      <a:defRPr kumimoji="1" sz="1200" kern="1200">
        <a:solidFill>
          <a:schemeClr val="tx1"/>
        </a:solidFill>
        <a:latin typeface="Times" charset="0"/>
        <a:ea typeface="ＭＳ Ｐゴシック" charset="-128"/>
        <a:cs typeface="+mn-cs"/>
      </a:defRPr>
    </a:lvl3pPr>
    <a:lvl4pPr marL="1371600" algn="l" rtl="0" eaLnBrk="0" fontAlgn="base" hangingPunct="0">
      <a:spcBef>
        <a:spcPct val="30000"/>
      </a:spcBef>
      <a:spcAft>
        <a:spcPct val="0"/>
      </a:spcAft>
      <a:defRPr kumimoji="1" sz="1200" kern="1200">
        <a:solidFill>
          <a:schemeClr val="tx1"/>
        </a:solidFill>
        <a:latin typeface="Times" charset="0"/>
        <a:ea typeface="ＭＳ Ｐゴシック" charset="-128"/>
        <a:cs typeface="+mn-cs"/>
      </a:defRPr>
    </a:lvl4pPr>
    <a:lvl5pPr marL="1828800" algn="l" rtl="0" eaLnBrk="0" fontAlgn="base" hangingPunct="0">
      <a:spcBef>
        <a:spcPct val="30000"/>
      </a:spcBef>
      <a:spcAft>
        <a:spcPct val="0"/>
      </a:spcAft>
      <a:defRPr kumimoji="1" sz="1200" kern="1200">
        <a:solidFill>
          <a:schemeClr val="tx1"/>
        </a:solidFill>
        <a:latin typeface="Times" charset="0"/>
        <a:ea typeface="ＭＳ Ｐゴシック"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2">
            <a:extLst>
              <a:ext uri="{FF2B5EF4-FFF2-40B4-BE49-F238E27FC236}">
                <a16:creationId xmlns:a16="http://schemas.microsoft.com/office/drawing/2014/main" id="{8F02D090-7EB3-764E-8EBD-B0EBEF07D542}"/>
              </a:ext>
            </a:extLst>
          </p:cNvPr>
          <p:cNvSpPr>
            <a:spLocks noGrp="1" noRot="1" noChangeAspect="1" noChangeArrowheads="1" noTextEdit="1"/>
          </p:cNvSpPr>
          <p:nvPr>
            <p:ph type="sldImg"/>
          </p:nvPr>
        </p:nvSpPr>
        <p:spPr>
          <a:xfrm>
            <a:off x="144463" y="768350"/>
            <a:ext cx="6818312" cy="3836988"/>
          </a:xfrm>
          <a:ln/>
        </p:spPr>
      </p:sp>
      <p:sp>
        <p:nvSpPr>
          <p:cNvPr id="6146" name="Rectangle 3">
            <a:extLst>
              <a:ext uri="{FF2B5EF4-FFF2-40B4-BE49-F238E27FC236}">
                <a16:creationId xmlns:a16="http://schemas.microsoft.com/office/drawing/2014/main" id="{CB416B68-3666-D24D-B990-AE35952FC54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ja-JP" altLang="en-US" dirty="0">
                <a:latin typeface="Times" pitchFamily="2" charset="0"/>
                <a:ea typeface="ＭＳ Ｐゴシック" panose="020B0600070205080204" pitchFamily="34" charset="-128"/>
              </a:rPr>
              <a:t>キーワードは太字</a:t>
            </a:r>
            <a:r>
              <a:rPr kumimoji="0" lang="en-US" altLang="ja-JP" dirty="0">
                <a:latin typeface="Times" pitchFamily="2" charset="0"/>
                <a:ea typeface="ＭＳ Ｐゴシック" panose="020B0600070205080204" pitchFamily="34" charset="-128"/>
              </a:rPr>
              <a:t>+</a:t>
            </a:r>
            <a:r>
              <a:rPr kumimoji="0" lang="ja-JP" altLang="en-US" dirty="0">
                <a:latin typeface="Times" pitchFamily="2" charset="0"/>
                <a:ea typeface="ＭＳ Ｐゴシック" panose="020B0600070205080204" pitchFamily="34" charset="-128"/>
              </a:rPr>
              <a:t>デカ文字　理論的に大事なところは赤文字</a:t>
            </a:r>
            <a:r>
              <a:rPr kumimoji="0" lang="en-US" altLang="ja-JP" dirty="0">
                <a:latin typeface="Times" pitchFamily="2" charset="0"/>
                <a:ea typeface="ＭＳ Ｐゴシック" panose="020B0600070205080204" pitchFamily="34" charset="-128"/>
              </a:rPr>
              <a:t>+</a:t>
            </a:r>
            <a:r>
              <a:rPr kumimoji="0" lang="ja-JP" altLang="en-US" dirty="0">
                <a:latin typeface="Times" pitchFamily="2" charset="0"/>
                <a:ea typeface="ＭＳ Ｐゴシック" panose="020B0600070205080204" pitchFamily="34" charset="-128"/>
              </a:rPr>
              <a:t>アンダー　</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研究の核になる部分は赤字</a:t>
            </a:r>
            <a:r>
              <a:rPr kumimoji="0" lang="en-US" altLang="ja-JP" dirty="0">
                <a:latin typeface="Times" pitchFamily="2" charset="0"/>
                <a:ea typeface="ＭＳ Ｐゴシック" panose="020B0600070205080204" pitchFamily="34" charset="-128"/>
              </a:rPr>
              <a:t>+</a:t>
            </a:r>
            <a:r>
              <a:rPr kumimoji="0" lang="ja-JP" altLang="en-US" dirty="0">
                <a:latin typeface="Times" pitchFamily="2" charset="0"/>
                <a:ea typeface="ＭＳ Ｐゴシック" panose="020B0600070205080204" pitchFamily="34" charset="-128"/>
              </a:rPr>
              <a:t>太字＋アンダー　</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発表するときは，しっかり立って，無意味な手癖を出さないようにする</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タイトル，所属，名前，「では，緒言からです」で発表を始める</a:t>
            </a:r>
            <a:endParaRPr kumimoji="0" lang="en-US" altLang="ja-JP" dirty="0">
              <a:latin typeface="Times" pitchFamily="2" charset="0"/>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a:r>
              <a:rPr kumimoji="1" lang="ja-JP" altLang="en-US" sz="1200" i="0" kern="1200" dirty="0">
                <a:solidFill>
                  <a:schemeClr val="tx1"/>
                </a:solidFill>
                <a:latin typeface="+mn-ea"/>
                <a:ea typeface="ＭＳ Ｐゴシック" charset="-128"/>
                <a:cs typeface="ＭＳ Ｐゴシック" charset="0"/>
              </a:rPr>
              <a:t>まずは緒言からです</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日本は災害大国として知られています</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地震や津波，洪水などの災害現場での調査や復興作業では二次災害が絶えません</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現在日本では，二次災害を予防するために，災害現場のような不整地で人の代わりに作業するロボットが求められています</a:t>
            </a:r>
            <a:endParaRPr kumimoji="1" lang="en-US" altLang="ja-JP" sz="1200" i="0" kern="1200" dirty="0">
              <a:solidFill>
                <a:schemeClr val="tx1"/>
              </a:solidFill>
              <a:latin typeface="+mn-ea"/>
              <a:ea typeface="ＭＳ Ｐゴシック" charset="-128"/>
              <a:cs typeface="ＭＳ Ｐゴシック" charset="0"/>
            </a:endParaRPr>
          </a:p>
          <a:p>
            <a:pPr algn="l"/>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災害現場こういうのがありますね　画像を複数載せる（画像は被害者が写っているかどうかを確認する．</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二次災害こんなのありますね　被爆，余震，火災，津波，地割れ，漏電，崩落等</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こんな災害現場では，大型の建機を持ち込むためには分解しなくてはいけない</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また，復興現場では二次災害の危険がある（ひばく，がれきに埋もれる，突発的な火災等）</a:t>
            </a:r>
            <a:endParaRPr kumimoji="1" lang="en-US" altLang="ja-JP" sz="1200" i="0" kern="1200" dirty="0">
              <a:solidFill>
                <a:schemeClr val="tx1"/>
              </a:solidFill>
              <a:latin typeface="+mn-ea"/>
              <a:ea typeface="ＭＳ Ｐゴシック" charset="-128"/>
              <a:cs typeface="ＭＳ Ｐゴシック" charset="0"/>
            </a:endParaRPr>
          </a:p>
          <a:p>
            <a:pPr algn="l"/>
            <a:r>
              <a:rPr kumimoji="1" lang="ja-JP" altLang="en-US" sz="1200" i="0" kern="1200" dirty="0">
                <a:solidFill>
                  <a:schemeClr val="tx1"/>
                </a:solidFill>
                <a:latin typeface="+mn-ea"/>
                <a:ea typeface="ＭＳ Ｐゴシック" charset="-128"/>
                <a:cs typeface="ＭＳ Ｐゴシック" charset="0"/>
              </a:rPr>
              <a:t>だから持ち運びのしやすい中型・小型のロボットの価値は高い</a:t>
            </a:r>
            <a:endParaRPr kumimoji="1" lang="en-US" altLang="ja-JP" sz="1200" i="0" kern="1200" dirty="0">
              <a:solidFill>
                <a:schemeClr val="tx1"/>
              </a:solidFill>
              <a:latin typeface="+mn-ea"/>
              <a:ea typeface="ＭＳ Ｐゴシック" charset="-128"/>
              <a:cs typeface="ＭＳ Ｐゴシック" charset="0"/>
            </a:endParaRPr>
          </a:p>
          <a:p>
            <a:r>
              <a:rPr kumimoji="1" lang="ja-JP" altLang="en-US" dirty="0"/>
              <a:t>人が行くのが危険という（災害現場で二次災害による死亡率等）データが隠しスライドにあるといいかも</a:t>
            </a:r>
            <a:endParaRPr kumimoji="1" lang="en-US" altLang="ja-JP" dirty="0"/>
          </a:p>
          <a:p>
            <a:endParaRPr kumimoji="1" lang="en-US" altLang="ja-JP" dirty="0"/>
          </a:p>
          <a:p>
            <a:endParaRPr kumimoji="1"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2</a:t>
            </a:fld>
            <a:endParaRPr lang="en-US" altLang="ja-JP"/>
          </a:p>
        </p:txBody>
      </p:sp>
    </p:spTree>
    <p:extLst>
      <p:ext uri="{BB962C8B-B14F-4D97-AF65-F5344CB8AC3E}">
        <p14:creationId xmlns:p14="http://schemas.microsoft.com/office/powerpoint/2010/main" val="726461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84362-673D-A2F0-3876-B4CF3063514E}"/>
            </a:ext>
          </a:extLst>
        </p:cNvPr>
        <p:cNvGrpSpPr/>
        <p:nvPr/>
      </p:nvGrpSpPr>
      <p:grpSpPr>
        <a:xfrm>
          <a:off x="0" y="0"/>
          <a:ext cx="0" cy="0"/>
          <a:chOff x="0" y="0"/>
          <a:chExt cx="0" cy="0"/>
        </a:xfrm>
      </p:grpSpPr>
      <p:sp>
        <p:nvSpPr>
          <p:cNvPr id="8193" name="Rectangle 7">
            <a:extLst>
              <a:ext uri="{FF2B5EF4-FFF2-40B4-BE49-F238E27FC236}">
                <a16:creationId xmlns:a16="http://schemas.microsoft.com/office/drawing/2014/main" id="{C152564C-B9FB-6BDA-A494-35C6E5A18EBB}"/>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67" tIns="47332" rIns="94667" bIns="47332" anchor="b"/>
          <a:lstStyle>
            <a:lvl1pPr defTabSz="946150">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defTabSz="9461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defTabSz="94615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defTabSz="94615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defTabSz="94615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r"/>
            <a:fld id="{10429634-35DA-6648-90B0-7D9EFFA1B907}" type="slidenum">
              <a:rPr lang="en-US" altLang="ja-JP" i="0">
                <a:latin typeface="Times" pitchFamily="2" charset="0"/>
              </a:rPr>
              <a:pPr algn="r"/>
              <a:t>3</a:t>
            </a:fld>
            <a:endParaRPr lang="en-US" altLang="ja-JP" i="0">
              <a:latin typeface="Times" pitchFamily="2" charset="0"/>
            </a:endParaRPr>
          </a:p>
        </p:txBody>
      </p:sp>
      <p:sp>
        <p:nvSpPr>
          <p:cNvPr id="8194" name="Rectangle 2">
            <a:extLst>
              <a:ext uri="{FF2B5EF4-FFF2-40B4-BE49-F238E27FC236}">
                <a16:creationId xmlns:a16="http://schemas.microsoft.com/office/drawing/2014/main" id="{8803D0FD-4A93-0593-A7A5-BB533B9A986B}"/>
              </a:ext>
            </a:extLst>
          </p:cNvPr>
          <p:cNvSpPr>
            <a:spLocks noGrp="1" noRot="1" noChangeAspect="1" noChangeArrowheads="1" noTextEdit="1"/>
          </p:cNvSpPr>
          <p:nvPr>
            <p:ph type="sldImg"/>
          </p:nvPr>
        </p:nvSpPr>
        <p:spPr>
          <a:xfrm>
            <a:off x="144463" y="768350"/>
            <a:ext cx="6818312" cy="3836988"/>
          </a:xfrm>
          <a:ln/>
        </p:spPr>
      </p:sp>
      <p:sp>
        <p:nvSpPr>
          <p:cNvPr id="8195" name="Rectangle 3">
            <a:extLst>
              <a:ext uri="{FF2B5EF4-FFF2-40B4-BE49-F238E27FC236}">
                <a16:creationId xmlns:a16="http://schemas.microsoft.com/office/drawing/2014/main" id="{28538F5A-11DC-8B86-75A6-76E5406680E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ja-JP" altLang="en-US" dirty="0">
                <a:latin typeface="Times" pitchFamily="2" charset="0"/>
                <a:ea typeface="ＭＳ Ｐゴシック" panose="020B0600070205080204" pitchFamily="34" charset="-128"/>
              </a:rPr>
              <a:t>しかし，災害現場は単純な不整地とは一味違います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既存のロボットが活躍する不整地というのは事前に状況を把握することができるため，どのように走るかを予測可能ですが</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災害対応ロボットが行く不整地というのは現場に着くまで状況が全くわからないため，地形の形状も状態も，どのように走るかも予測できません</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このように事前に予測が不可能な環境を未知環境といいます．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このような問題から，未知環境でどのようにロボットが走行するのかはわからないのです．</a:t>
            </a:r>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不整地の中でも，災害現場のような事前に予測することができない不整地を未知環境という</a:t>
            </a:r>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言いたいことは</a:t>
            </a:r>
            <a:r>
              <a:rPr kumimoji="0" lang="en-US" altLang="ja-JP" dirty="0">
                <a:latin typeface="Times" pitchFamily="2" charset="0"/>
                <a:ea typeface="ＭＳ Ｐゴシック" panose="020B0600070205080204" pitchFamily="34" charset="-128"/>
              </a:rPr>
              <a:t>1</a:t>
            </a:r>
            <a:r>
              <a:rPr kumimoji="0" lang="ja-JP" altLang="en-US" dirty="0">
                <a:latin typeface="Times" pitchFamily="2" charset="0"/>
                <a:ea typeface="ＭＳ Ｐゴシック" panose="020B0600070205080204" pitchFamily="34" charset="-128"/>
              </a:rPr>
              <a:t>スライドで１つにしよう！</a:t>
            </a:r>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災害現場で自在に動けるロボットが欲しい→災害現場はみちかんきょう，みちかんきょうとはこういうもので，事前によそくできない</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→アイデア→目的</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どうやってやるのか→現状→まとめ</a:t>
            </a:r>
          </a:p>
        </p:txBody>
      </p:sp>
    </p:spTree>
    <p:extLst>
      <p:ext uri="{BB962C8B-B14F-4D97-AF65-F5344CB8AC3E}">
        <p14:creationId xmlns:p14="http://schemas.microsoft.com/office/powerpoint/2010/main" val="2441022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9D6C8-E601-FE21-A9FE-088BB559A80B}"/>
            </a:ext>
          </a:extLst>
        </p:cNvPr>
        <p:cNvGrpSpPr/>
        <p:nvPr/>
      </p:nvGrpSpPr>
      <p:grpSpPr>
        <a:xfrm>
          <a:off x="0" y="0"/>
          <a:ext cx="0" cy="0"/>
          <a:chOff x="0" y="0"/>
          <a:chExt cx="0" cy="0"/>
        </a:xfrm>
      </p:grpSpPr>
      <p:sp>
        <p:nvSpPr>
          <p:cNvPr id="8193" name="Rectangle 7">
            <a:extLst>
              <a:ext uri="{FF2B5EF4-FFF2-40B4-BE49-F238E27FC236}">
                <a16:creationId xmlns:a16="http://schemas.microsoft.com/office/drawing/2014/main" id="{8AC906AB-9B37-AA9D-2422-6AB5E915C294}"/>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67" tIns="47332" rIns="94667" bIns="47332" anchor="b"/>
          <a:lstStyle>
            <a:lvl1pPr defTabSz="946150">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defTabSz="9461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defTabSz="94615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defTabSz="94615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defTabSz="94615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r"/>
            <a:fld id="{10429634-35DA-6648-90B0-7D9EFFA1B907}" type="slidenum">
              <a:rPr lang="en-US" altLang="ja-JP" i="0">
                <a:latin typeface="Times" pitchFamily="2" charset="0"/>
              </a:rPr>
              <a:pPr algn="r"/>
              <a:t>4</a:t>
            </a:fld>
            <a:endParaRPr lang="en-US" altLang="ja-JP" i="0">
              <a:latin typeface="Times" pitchFamily="2" charset="0"/>
            </a:endParaRPr>
          </a:p>
        </p:txBody>
      </p:sp>
      <p:sp>
        <p:nvSpPr>
          <p:cNvPr id="8194" name="Rectangle 2">
            <a:extLst>
              <a:ext uri="{FF2B5EF4-FFF2-40B4-BE49-F238E27FC236}">
                <a16:creationId xmlns:a16="http://schemas.microsoft.com/office/drawing/2014/main" id="{761A3C39-5629-BBF6-055B-53E24B76A1E6}"/>
              </a:ext>
            </a:extLst>
          </p:cNvPr>
          <p:cNvSpPr>
            <a:spLocks noGrp="1" noRot="1" noChangeAspect="1" noChangeArrowheads="1" noTextEdit="1"/>
          </p:cNvSpPr>
          <p:nvPr>
            <p:ph type="sldImg"/>
          </p:nvPr>
        </p:nvSpPr>
        <p:spPr>
          <a:xfrm>
            <a:off x="144463" y="768350"/>
            <a:ext cx="6818312" cy="3836988"/>
          </a:xfrm>
          <a:ln/>
        </p:spPr>
      </p:sp>
      <p:sp>
        <p:nvSpPr>
          <p:cNvPr id="8195" name="Rectangle 3">
            <a:extLst>
              <a:ext uri="{FF2B5EF4-FFF2-40B4-BE49-F238E27FC236}">
                <a16:creationId xmlns:a16="http://schemas.microsoft.com/office/drawing/2014/main" id="{3B88D1CE-E2A0-3386-A63A-0EE113B672F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ja-JP" altLang="en-US" dirty="0">
                <a:latin typeface="Times" pitchFamily="2" charset="0"/>
                <a:ea typeface="ＭＳ Ｐゴシック" panose="020B0600070205080204" pitchFamily="34" charset="-128"/>
              </a:rPr>
              <a:t>そこで，本研究ではこのようなアイデアを提案します．ある未知環境の地形が十分滑らかで連続していると仮定したとき，</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その未知環境をフーリエ変換によって角周波数帯の正弦波に分解した地形を考えます．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このとき，各正弦波上を走行させたときの走行性能をフーリエ変換の応用で重ね合わせれば，元の未知環境での走行性能を表現できるのではないか，というものです．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ここでいう走行性能とは，速度，加速度，変位，走破できるのか，</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この理論が成立するのであれば，単純な基礎地形の走行性能の重ね合わせで未知環境の走行性能を事前に予測することが可能になります</a:t>
            </a:r>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重ね合わせ，と一言ではなくて，どのような法則で重ね合わせが成立するのか，についてをしっかり書こう</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不整地での走行性能が，正弦波の基礎地形の重ね合わせでわかるかどうか，が非常に正しい説明</a:t>
            </a:r>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基本的な地形で走らせれば不整地でも走行性能がわかるかもしれない</a:t>
            </a:r>
            <a:endParaRPr kumimoji="0" lang="en-US" altLang="ja-JP" dirty="0">
              <a:latin typeface="Times" pitchFamily="2" charset="0"/>
              <a:ea typeface="ＭＳ Ｐゴシック" panose="020B0600070205080204" pitchFamily="34" charset="-128"/>
            </a:endParaRPr>
          </a:p>
        </p:txBody>
      </p:sp>
    </p:spTree>
    <p:extLst>
      <p:ext uri="{BB962C8B-B14F-4D97-AF65-F5344CB8AC3E}">
        <p14:creationId xmlns:p14="http://schemas.microsoft.com/office/powerpoint/2010/main" val="23393841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A35F1-F47A-65A8-0E2E-E492D1D6DA2D}"/>
            </a:ext>
          </a:extLst>
        </p:cNvPr>
        <p:cNvGrpSpPr/>
        <p:nvPr/>
      </p:nvGrpSpPr>
      <p:grpSpPr>
        <a:xfrm>
          <a:off x="0" y="0"/>
          <a:ext cx="0" cy="0"/>
          <a:chOff x="0" y="0"/>
          <a:chExt cx="0" cy="0"/>
        </a:xfrm>
      </p:grpSpPr>
      <p:sp>
        <p:nvSpPr>
          <p:cNvPr id="8193" name="Rectangle 7">
            <a:extLst>
              <a:ext uri="{FF2B5EF4-FFF2-40B4-BE49-F238E27FC236}">
                <a16:creationId xmlns:a16="http://schemas.microsoft.com/office/drawing/2014/main" id="{7D94F5DE-C37B-9D0A-4533-E8E51E20AC5F}"/>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67" tIns="47332" rIns="94667" bIns="47332" anchor="b"/>
          <a:lstStyle>
            <a:lvl1pPr defTabSz="946150">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defTabSz="9461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defTabSz="94615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defTabSz="94615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defTabSz="94615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r"/>
            <a:fld id="{10429634-35DA-6648-90B0-7D9EFFA1B907}" type="slidenum">
              <a:rPr lang="en-US" altLang="ja-JP" i="0">
                <a:latin typeface="Times" pitchFamily="2" charset="0"/>
              </a:rPr>
              <a:pPr algn="r"/>
              <a:t>5</a:t>
            </a:fld>
            <a:endParaRPr lang="en-US" altLang="ja-JP" i="0">
              <a:latin typeface="Times" pitchFamily="2" charset="0"/>
            </a:endParaRPr>
          </a:p>
        </p:txBody>
      </p:sp>
      <p:sp>
        <p:nvSpPr>
          <p:cNvPr id="8194" name="Rectangle 2">
            <a:extLst>
              <a:ext uri="{FF2B5EF4-FFF2-40B4-BE49-F238E27FC236}">
                <a16:creationId xmlns:a16="http://schemas.microsoft.com/office/drawing/2014/main" id="{DA24B983-201A-6840-5DC3-8115A29CD83B}"/>
              </a:ext>
            </a:extLst>
          </p:cNvPr>
          <p:cNvSpPr>
            <a:spLocks noGrp="1" noRot="1" noChangeAspect="1" noChangeArrowheads="1" noTextEdit="1"/>
          </p:cNvSpPr>
          <p:nvPr>
            <p:ph type="sldImg"/>
          </p:nvPr>
        </p:nvSpPr>
        <p:spPr>
          <a:xfrm>
            <a:off x="144463" y="768350"/>
            <a:ext cx="6818312" cy="3836988"/>
          </a:xfrm>
          <a:ln/>
        </p:spPr>
      </p:sp>
      <p:sp>
        <p:nvSpPr>
          <p:cNvPr id="8195" name="Rectangle 3">
            <a:extLst>
              <a:ext uri="{FF2B5EF4-FFF2-40B4-BE49-F238E27FC236}">
                <a16:creationId xmlns:a16="http://schemas.microsoft.com/office/drawing/2014/main" id="{EBB13D61-FDFE-AA8A-049C-72959DA488E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kumimoji="0" lang="ja-JP" altLang="en-US" dirty="0">
                <a:latin typeface="Times" pitchFamily="2" charset="0"/>
                <a:ea typeface="ＭＳ Ｐゴシック" panose="020B0600070205080204" pitchFamily="34" charset="-128"/>
              </a:rPr>
              <a:t>本研究の目的は，先ほど紹介したアイデアを使って，未知環境での走行性能を予測する“手法”を確立することにあります．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具体的には，基礎地形それぞれを走行させて，その走行性能を重ね合わせます．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そして，その基礎地形を重ね合わせた地形における走行性能を調べます</a:t>
            </a:r>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最後に，この２つの走行性能が一致するのかどうかを検証します．</a:t>
            </a:r>
            <a:endParaRPr kumimoji="0" lang="en-US" altLang="ja-JP" dirty="0">
              <a:latin typeface="Times" pitchFamily="2" charset="0"/>
              <a:ea typeface="ＭＳ Ｐゴシック" panose="020B0600070205080204" pitchFamily="34" charset="-128"/>
            </a:endParaRPr>
          </a:p>
          <a:p>
            <a:endParaRPr kumimoji="0" lang="en-US" altLang="ja-JP" dirty="0">
              <a:latin typeface="Times" pitchFamily="2" charset="0"/>
              <a:ea typeface="ＭＳ Ｐゴシック" panose="020B0600070205080204" pitchFamily="34" charset="-128"/>
            </a:endParaRPr>
          </a:p>
          <a:p>
            <a:r>
              <a:rPr kumimoji="0" lang="ja-JP" altLang="en-US" dirty="0">
                <a:latin typeface="Times" pitchFamily="2" charset="0"/>
                <a:ea typeface="ＭＳ Ｐゴシック" panose="020B0600070205080204" pitchFamily="34" charset="-128"/>
              </a:rPr>
              <a:t>事前にわからない未知環境でも事前に予測して設計，調整できるようになるのが目標</a:t>
            </a:r>
          </a:p>
        </p:txBody>
      </p:sp>
    </p:spTree>
    <p:extLst>
      <p:ext uri="{BB962C8B-B14F-4D97-AF65-F5344CB8AC3E}">
        <p14:creationId xmlns:p14="http://schemas.microsoft.com/office/powerpoint/2010/main" val="3491055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a:t>実験は初期段階として理論検証を目的として三次元地面形状でやる前に，二次元地面形状で行います　</a:t>
            </a: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a:t>ただ，車体を変更したり，地形を変更するなどの実験条件が考えられるため，何回も実機で検証するのは大変　網羅したい</a:t>
            </a: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a:t>このため，非常に多くの組み合わせを網羅できるように，シミュレーションを用いて検証を行います．</a:t>
            </a: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a:t>また，大量のデータを収集するために，試行回数を稼ぎやすいシミュレーションソフトを用いて検証　使用するのはＭｕＪｏＣｏというブラックボックスシミュレーション</a:t>
            </a:r>
            <a:endParaRPr kumimoji="1" lang="en-US" altLang="ja-JP" dirty="0"/>
          </a:p>
          <a:p>
            <a:r>
              <a:rPr kumimoji="1" lang="ja-JP" altLang="en-US" dirty="0"/>
              <a:t>内部で起こっている事象のモデル解析ではなく，不整地を車両が走るという入力に対して，どのような結果（出力）が返ってくるのかだけを知りたいため，ブラックボックスシミュレーションを用いる</a:t>
            </a:r>
            <a:endParaRPr kumimoji="1" lang="en-US" altLang="ja-JP" dirty="0"/>
          </a:p>
          <a:p>
            <a:endParaRPr kumimoji="1" lang="en-US" altLang="ja-JP" dirty="0"/>
          </a:p>
          <a:p>
            <a:r>
              <a:rPr kumimoji="1" lang="ja-JP" altLang="en-US" dirty="0"/>
              <a:t>地形の形に対する，車両重心の軌跡をみる</a:t>
            </a:r>
            <a:endParaRPr kumimoji="1" lang="en-US" altLang="ja-JP" dirty="0"/>
          </a:p>
          <a:p>
            <a:r>
              <a:rPr kumimoji="1" lang="ja-JP" altLang="en-US" dirty="0"/>
              <a:t>複数車輪，前後で違う車輪径なんかも走らせてみよう</a:t>
            </a:r>
            <a:endParaRPr kumimoji="1" lang="en-US" altLang="ja-JP" dirty="0"/>
          </a:p>
          <a:p>
            <a:endParaRPr kumimoji="1" lang="en-US" altLang="ja-JP" dirty="0"/>
          </a:p>
          <a:p>
            <a:endParaRPr kumimoji="1" lang="en-US" altLang="ja-JP" dirty="0"/>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7</a:t>
            </a:fld>
            <a:endParaRPr lang="en-US" altLang="ja-JP"/>
          </a:p>
        </p:txBody>
      </p:sp>
    </p:spTree>
    <p:extLst>
      <p:ext uri="{BB962C8B-B14F-4D97-AF65-F5344CB8AC3E}">
        <p14:creationId xmlns:p14="http://schemas.microsoft.com/office/powerpoint/2010/main" val="3730263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8</a:t>
            </a:fld>
            <a:endParaRPr lang="en-US" altLang="ja-JP"/>
          </a:p>
        </p:txBody>
      </p:sp>
    </p:spTree>
    <p:extLst>
      <p:ext uri="{BB962C8B-B14F-4D97-AF65-F5344CB8AC3E}">
        <p14:creationId xmlns:p14="http://schemas.microsoft.com/office/powerpoint/2010/main" val="19424752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少しだけ喋れそうなときは，研究目的と今後の展望について述べて終わる</a:t>
            </a:r>
            <a:endParaRPr kumimoji="1" lang="en-US" altLang="ja-JP" dirty="0"/>
          </a:p>
          <a:p>
            <a:r>
              <a:rPr kumimoji="1" lang="ja-JP" altLang="en-US" dirty="0"/>
              <a:t>時間が足りないときは，「これがまとめと今後の発表です．」として発表を終わる</a:t>
            </a:r>
            <a:endParaRPr kumimoji="1" lang="en-US" altLang="ja-JP" dirty="0"/>
          </a:p>
          <a:p>
            <a:r>
              <a:rPr kumimoji="1" lang="ja-JP" altLang="en-US" dirty="0"/>
              <a:t>終わりは，「これで本研究の発表を終わります．ありがとうございました．」とする</a:t>
            </a:r>
            <a:endParaRPr kumimoji="1" lang="en-US" altLang="ja-JP" dirty="0"/>
          </a:p>
          <a:p>
            <a:endParaRPr kumimoji="1" lang="en-US" altLang="ja-JP" dirty="0"/>
          </a:p>
          <a:p>
            <a:r>
              <a:rPr kumimoji="1" lang="ja-JP" altLang="en-US" dirty="0"/>
              <a:t>文字をでかくする</a:t>
            </a:r>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9</a:t>
            </a:fld>
            <a:endParaRPr lang="en-US" altLang="ja-JP"/>
          </a:p>
        </p:txBody>
      </p:sp>
    </p:spTree>
    <p:extLst>
      <p:ext uri="{BB962C8B-B14F-4D97-AF65-F5344CB8AC3E}">
        <p14:creationId xmlns:p14="http://schemas.microsoft.com/office/powerpoint/2010/main" val="458043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1C2CB-504B-8FBD-3EA1-8D896E046E1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7161B17-9A9A-957C-A0C1-9F4585CB689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F81A85-5199-AD7A-C7EE-2882F31B3E71}"/>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a:t>実験は初期段階として理論検証を目的として三次元地面形状でやる前に，二次元地面形状で行います　</a:t>
            </a: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a:t>ただ，車体を変更したり，地形を変更するなどの実験条件が考えられるため，何回も実機で検証するのは大変　網羅したい</a:t>
            </a: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a:t>このため，非常に多くの組み合わせを網羅できるように，シミュレーションを用いて検証を行います．</a:t>
            </a: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endParaRPr kumimoji="1" lang="en-US" altLang="ja-JP" dirty="0"/>
          </a:p>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ja-JP" altLang="en-US" dirty="0"/>
              <a:t>また，大量のデータを収集するために，試行回数を稼ぎやすいシミュレーションソフトを用いて検証　使用するのはＭｕＪｏＣｏというブラックボックスシミュレーション</a:t>
            </a:r>
            <a:endParaRPr kumimoji="1" lang="en-US" altLang="ja-JP" dirty="0"/>
          </a:p>
          <a:p>
            <a:r>
              <a:rPr kumimoji="1" lang="ja-JP" altLang="en-US" dirty="0"/>
              <a:t>内部で起こっている事象のモデル解析ではなく，不整地を車両が走るという入力に対して，どのような結果（出力）が返ってくるのかだけを知りたいため，ブラックボックスシミュレーションを用いる</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3618842B-8ECC-E8B7-959B-00B1094D3C34}"/>
              </a:ext>
            </a:extLst>
          </p:cNvPr>
          <p:cNvSpPr>
            <a:spLocks noGrp="1"/>
          </p:cNvSpPr>
          <p:nvPr>
            <p:ph type="sldNum" sz="quarter" idx="5"/>
          </p:nvPr>
        </p:nvSpPr>
        <p:spPr/>
        <p:txBody>
          <a:bodyPr/>
          <a:lstStyle/>
          <a:p>
            <a:pPr>
              <a:defRPr/>
            </a:pPr>
            <a:fld id="{D389AF18-AA3C-A74D-A98A-39385926BE4C}" type="slidenum">
              <a:rPr lang="en-US" altLang="ja-JP" smtClean="0"/>
              <a:pPr>
                <a:defRPr/>
              </a:pPr>
              <a:t>11</a:t>
            </a:fld>
            <a:endParaRPr lang="en-US" altLang="ja-JP"/>
          </a:p>
        </p:txBody>
      </p:sp>
    </p:spTree>
    <p:extLst>
      <p:ext uri="{BB962C8B-B14F-4D97-AF65-F5344CB8AC3E}">
        <p14:creationId xmlns:p14="http://schemas.microsoft.com/office/powerpoint/2010/main" val="32283081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本研究では</a:t>
            </a:r>
            <a:r>
              <a:rPr kumimoji="1" lang="en-US" altLang="ja-JP" dirty="0" err="1"/>
              <a:t>mujoco</a:t>
            </a:r>
            <a:r>
              <a:rPr kumimoji="1" lang="ja-JP" altLang="en-US" dirty="0"/>
              <a:t>というシミュレーションソフトを用いることにしました．</a:t>
            </a:r>
            <a:endParaRPr kumimoji="1" lang="en-US" altLang="ja-JP" dirty="0"/>
          </a:p>
          <a:p>
            <a:r>
              <a:rPr kumimoji="1" lang="en-US" altLang="ja-JP" dirty="0" err="1"/>
              <a:t>Mujoco</a:t>
            </a:r>
            <a:r>
              <a:rPr kumimoji="1" lang="ja-JP" altLang="en-US" dirty="0"/>
              <a:t>は物体の接触や干渉に特化したシミュレーションソフトです．また，今後多数のシミュレーションを行う関係上</a:t>
            </a:r>
            <a:endParaRPr kumimoji="1" lang="en-US" altLang="ja-JP" dirty="0"/>
          </a:p>
          <a:p>
            <a:r>
              <a:rPr kumimoji="1" lang="ja-JP" altLang="en-US" dirty="0"/>
              <a:t>シミュレーション全体を自動化する必要があるため，</a:t>
            </a:r>
            <a:r>
              <a:rPr kumimoji="1" lang="en-US" altLang="ja-JP" dirty="0"/>
              <a:t>python</a:t>
            </a:r>
            <a:r>
              <a:rPr kumimoji="1" lang="ja-JP" altLang="en-US" dirty="0"/>
              <a:t>と連携可能なことも</a:t>
            </a:r>
            <a:r>
              <a:rPr kumimoji="1" lang="en-US" altLang="ja-JP" dirty="0" err="1"/>
              <a:t>mujoco</a:t>
            </a:r>
            <a:r>
              <a:rPr kumimoji="1" lang="ja-JP" altLang="en-US" dirty="0"/>
              <a:t>の強みです</a:t>
            </a:r>
            <a:endParaRPr kumimoji="1" lang="en-US" altLang="ja-JP" dirty="0"/>
          </a:p>
          <a:p>
            <a:r>
              <a:rPr kumimoji="1" lang="ja-JP" altLang="en-US" dirty="0"/>
              <a:t>現在は数ある組み合わせの</a:t>
            </a:r>
            <a:r>
              <a:rPr kumimoji="1" lang="en-US" altLang="ja-JP" dirty="0"/>
              <a:t>1</a:t>
            </a:r>
            <a:r>
              <a:rPr kumimoji="1" lang="ja-JP" altLang="en-US" dirty="0"/>
              <a:t>つのパターンについてはシミュレーションを行うことができています．</a:t>
            </a:r>
            <a:endParaRPr kumimoji="1" lang="en-US" altLang="ja-JP" dirty="0"/>
          </a:p>
          <a:p>
            <a:endParaRPr kumimoji="1" lang="en-US" altLang="ja-JP" dirty="0"/>
          </a:p>
          <a:p>
            <a:r>
              <a:rPr kumimoji="1" lang="en-US" altLang="ja-JP" dirty="0" err="1"/>
              <a:t>Mujoco</a:t>
            </a:r>
            <a:r>
              <a:rPr kumimoji="1" lang="ja-JP" altLang="en-US" dirty="0"/>
              <a:t>は接触に特化したシミュレーションソフト</a:t>
            </a:r>
            <a:endParaRPr kumimoji="1" lang="en-US" altLang="ja-JP" dirty="0"/>
          </a:p>
          <a:p>
            <a:r>
              <a:rPr kumimoji="1" lang="en-US" altLang="ja-JP" dirty="0" err="1"/>
              <a:t>MuJoCo</a:t>
            </a:r>
            <a:r>
              <a:rPr kumimoji="1" lang="ja-JP" altLang="en-US" dirty="0"/>
              <a:t>についての簡単な説明を書く．選んだ理由は口頭でおけ</a:t>
            </a:r>
            <a:endParaRPr kumimoji="1" lang="en-US" altLang="ja-JP" dirty="0"/>
          </a:p>
          <a:p>
            <a:r>
              <a:rPr kumimoji="1" lang="en-US" altLang="ja-JP" dirty="0"/>
              <a:t>Python</a:t>
            </a:r>
            <a:r>
              <a:rPr kumimoji="1" lang="ja-JP" altLang="en-US" dirty="0"/>
              <a:t>と連携できる強みの理由　最終的に全自動化を考えているから</a:t>
            </a:r>
            <a:endParaRPr kumimoji="1" lang="en-US" altLang="ja-JP" dirty="0"/>
          </a:p>
          <a:p>
            <a:r>
              <a:rPr kumimoji="1" lang="ja-JP" altLang="en-US" dirty="0"/>
              <a:t>数あるうちの一つのパターンについてできていることをアピールする</a:t>
            </a:r>
            <a:endParaRPr kumimoji="1" lang="en-US" altLang="ja-JP" dirty="0"/>
          </a:p>
          <a:p>
            <a:r>
              <a:rPr kumimoji="1" lang="ja-JP" altLang="en-US" dirty="0"/>
              <a:t>グラフも入れる</a:t>
            </a:r>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12</a:t>
            </a:fld>
            <a:endParaRPr lang="en-US" altLang="ja-JP"/>
          </a:p>
        </p:txBody>
      </p:sp>
    </p:spTree>
    <p:extLst>
      <p:ext uri="{BB962C8B-B14F-4D97-AF65-F5344CB8AC3E}">
        <p14:creationId xmlns:p14="http://schemas.microsoft.com/office/powerpoint/2010/main" val="39493789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a:extLst>
              <a:ext uri="{FF2B5EF4-FFF2-40B4-BE49-F238E27FC236}">
                <a16:creationId xmlns:a16="http://schemas.microsoft.com/office/drawing/2014/main" id="{17F7406B-228F-3A44-8E42-C07FA937DE1F}"/>
              </a:ext>
            </a:extLst>
          </p:cNvPr>
          <p:cNvSpPr txBox="1">
            <a:spLocks noGrp="1" noChangeArrowheads="1"/>
          </p:cNvSpPr>
          <p:nvPr/>
        </p:nvSpPr>
        <p:spPr bwMode="auto">
          <a:xfrm>
            <a:off x="4025900" y="9723438"/>
            <a:ext cx="3078163"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4667" tIns="47332" rIns="94667" bIns="47332" anchor="b"/>
          <a:lstStyle>
            <a:lvl1pPr defTabSz="946150">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defTabSz="9461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defTabSz="94615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defTabSz="94615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defTabSz="94615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defTabSz="94615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r"/>
            <a:fld id="{10429634-35DA-6648-90B0-7D9EFFA1B907}" type="slidenum">
              <a:rPr lang="en-US" altLang="ja-JP" i="0">
                <a:latin typeface="Times" pitchFamily="2" charset="0"/>
              </a:rPr>
              <a:pPr algn="r"/>
              <a:t>16</a:t>
            </a:fld>
            <a:endParaRPr lang="en-US" altLang="ja-JP" i="0">
              <a:latin typeface="Times" pitchFamily="2" charset="0"/>
            </a:endParaRPr>
          </a:p>
        </p:txBody>
      </p:sp>
      <p:sp>
        <p:nvSpPr>
          <p:cNvPr id="8194" name="Rectangle 2">
            <a:extLst>
              <a:ext uri="{FF2B5EF4-FFF2-40B4-BE49-F238E27FC236}">
                <a16:creationId xmlns:a16="http://schemas.microsoft.com/office/drawing/2014/main" id="{9E9FB00C-BCBA-5F40-8E11-9E98AD41D352}"/>
              </a:ext>
            </a:extLst>
          </p:cNvPr>
          <p:cNvSpPr>
            <a:spLocks noGrp="1" noRot="1" noChangeAspect="1" noChangeArrowheads="1" noTextEdit="1"/>
          </p:cNvSpPr>
          <p:nvPr>
            <p:ph type="sldImg"/>
          </p:nvPr>
        </p:nvSpPr>
        <p:spPr>
          <a:xfrm>
            <a:off x="144463" y="768350"/>
            <a:ext cx="6818312" cy="3836988"/>
          </a:xfrm>
          <a:ln/>
        </p:spPr>
      </p:sp>
      <p:sp>
        <p:nvSpPr>
          <p:cNvPr id="8195" name="Rectangle 3">
            <a:extLst>
              <a:ext uri="{FF2B5EF4-FFF2-40B4-BE49-F238E27FC236}">
                <a16:creationId xmlns:a16="http://schemas.microsoft.com/office/drawing/2014/main" id="{01AE6E40-E10F-8B44-802E-8EE6326954E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0" lang="ja-JP" altLang="en-US" dirty="0">
              <a:latin typeface="Times" pitchFamily="2"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17</a:t>
            </a:fld>
            <a:endParaRPr lang="en-US" altLang="ja-JP"/>
          </a:p>
        </p:txBody>
      </p:sp>
    </p:spTree>
    <p:extLst>
      <p:ext uri="{BB962C8B-B14F-4D97-AF65-F5344CB8AC3E}">
        <p14:creationId xmlns:p14="http://schemas.microsoft.com/office/powerpoint/2010/main" val="30072567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pPr>
              <a:defRPr/>
            </a:pPr>
            <a:fld id="{D389AF18-AA3C-A74D-A98A-39385926BE4C}" type="slidenum">
              <a:rPr lang="en-US" altLang="ja-JP" smtClean="0"/>
              <a:pPr>
                <a:defRPr/>
              </a:pPr>
              <a:t>19</a:t>
            </a:fld>
            <a:endParaRPr lang="en-US" altLang="ja-JP"/>
          </a:p>
        </p:txBody>
      </p:sp>
    </p:spTree>
    <p:extLst>
      <p:ext uri="{BB962C8B-B14F-4D97-AF65-F5344CB8AC3E}">
        <p14:creationId xmlns:p14="http://schemas.microsoft.com/office/powerpoint/2010/main" val="21083769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1_タイトル スライド">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DB0A8DCB-8837-AA44-8B19-67A82A078622}"/>
              </a:ext>
            </a:extLst>
          </p:cNvPr>
          <p:cNvSpPr>
            <a:spLocks noChangeArrowheads="1"/>
          </p:cNvSpPr>
          <p:nvPr userDrawn="1"/>
        </p:nvSpPr>
        <p:spPr bwMode="auto">
          <a:xfrm>
            <a:off x="0" y="6538913"/>
            <a:ext cx="12192000" cy="317500"/>
          </a:xfrm>
          <a:prstGeom prst="rect">
            <a:avLst/>
          </a:prstGeom>
          <a:solidFill>
            <a:srgbClr val="E8320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3" name="Text Box 45">
            <a:extLst>
              <a:ext uri="{FF2B5EF4-FFF2-40B4-BE49-F238E27FC236}">
                <a16:creationId xmlns:a16="http://schemas.microsoft.com/office/drawing/2014/main" id="{9CD4A681-2507-D948-8BFE-EAC06447273B}"/>
              </a:ext>
            </a:extLst>
          </p:cNvPr>
          <p:cNvSpPr txBox="1">
            <a:spLocks noChangeArrowheads="1"/>
          </p:cNvSpPr>
          <p:nvPr userDrawn="1"/>
        </p:nvSpPr>
        <p:spPr bwMode="auto">
          <a:xfrm>
            <a:off x="237067" y="6627814"/>
            <a:ext cx="2457404" cy="123111"/>
          </a:xfrm>
          <a:prstGeom prst="rect">
            <a:avLst/>
          </a:prstGeom>
          <a:solidFill>
            <a:schemeClr val="tx1">
              <a:alpha val="0"/>
            </a:schemeClr>
          </a:solidFill>
          <a:ln>
            <a:noFill/>
          </a:ln>
          <a:effectLst/>
          <a:extLst>
            <a:ext uri="{91240B29-F687-4f45-9708-019B960494DF}"/>
            <a:ext uri="{AF507438-7753-43e0-B8FC-AC1667EBCBE1}"/>
          </a:extLst>
        </p:spPr>
        <p:txBody>
          <a:bodyPr wrap="none" lIns="0" tIns="0" rIns="0" bIns="0">
            <a:spAutoFit/>
          </a:bodyPr>
          <a:lstStyle>
            <a:lvl1pPr>
              <a:defRPr sz="1200" i="1">
                <a:solidFill>
                  <a:schemeClr val="tx1"/>
                </a:solidFill>
                <a:latin typeface="ＭＳ Ｐゴシック" charset="-128"/>
                <a:ea typeface="ＭＳ Ｐゴシック" charset="-128"/>
              </a:defRPr>
            </a:lvl1pPr>
            <a:lvl2pPr marL="742950" indent="-285750">
              <a:defRPr sz="1200" i="1">
                <a:solidFill>
                  <a:schemeClr val="tx1"/>
                </a:solidFill>
                <a:latin typeface="ＭＳ Ｐゴシック" charset="-128"/>
                <a:ea typeface="ＭＳ Ｐゴシック" charset="-128"/>
              </a:defRPr>
            </a:lvl2pPr>
            <a:lvl3pPr marL="1143000" indent="-228600">
              <a:defRPr sz="1200" i="1">
                <a:solidFill>
                  <a:schemeClr val="tx1"/>
                </a:solidFill>
                <a:latin typeface="ＭＳ Ｐゴシック" charset="-128"/>
                <a:ea typeface="ＭＳ Ｐゴシック" charset="-128"/>
              </a:defRPr>
            </a:lvl3pPr>
            <a:lvl4pPr marL="1600200" indent="-228600">
              <a:defRPr sz="1200" i="1">
                <a:solidFill>
                  <a:schemeClr val="tx1"/>
                </a:solidFill>
                <a:latin typeface="ＭＳ Ｐゴシック" charset="-128"/>
                <a:ea typeface="ＭＳ Ｐゴシック" charset="-128"/>
              </a:defRPr>
            </a:lvl4pPr>
            <a:lvl5pPr marL="2057400" indent="-228600">
              <a:defRPr sz="1200" i="1">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sz="1200" i="1">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sz="1200" i="1">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sz="1200" i="1">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sz="1200" i="1">
                <a:solidFill>
                  <a:schemeClr val="tx1"/>
                </a:solidFill>
                <a:latin typeface="ＭＳ Ｐゴシック" charset="-128"/>
                <a:ea typeface="ＭＳ Ｐゴシック" charset="-128"/>
              </a:defRPr>
            </a:lvl9pPr>
          </a:lstStyle>
          <a:p>
            <a:pPr>
              <a:defRPr/>
            </a:pPr>
            <a:r>
              <a:rPr lang="en-US" altLang="ja-JP" sz="800" b="1" i="0">
                <a:solidFill>
                  <a:schemeClr val="bg1"/>
                </a:solidFill>
              </a:rPr>
              <a:t>© Hokkaido University of Science  All Rights Reserved.</a:t>
            </a:r>
          </a:p>
        </p:txBody>
      </p:sp>
      <p:pic>
        <p:nvPicPr>
          <p:cNvPr id="4" name="Picture 56" descr="HUS_SH_Color">
            <a:extLst>
              <a:ext uri="{FF2B5EF4-FFF2-40B4-BE49-F238E27FC236}">
                <a16:creationId xmlns:a16="http://schemas.microsoft.com/office/drawing/2014/main" id="{06F97475-FA5A-474F-A9AD-03C043BF093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327401" y="5340350"/>
            <a:ext cx="4798484"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50434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914400" y="2130426"/>
            <a:ext cx="10363200" cy="1470025"/>
          </a:xfrm>
        </p:spPr>
        <p:txBody>
          <a:bodyPr/>
          <a:lstStyle/>
          <a:p>
            <a:r>
              <a:rPr lang="ja-JP" altLang="en-US"/>
              <a:t>マスター タイトルの書式設定</a:t>
            </a:r>
          </a:p>
        </p:txBody>
      </p:sp>
      <p:sp>
        <p:nvSpPr>
          <p:cNvPr id="3" name="サブタイトル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ja-JP" altLang="en-US"/>
              <a:t>マスター サブタイトルの書式設定</a:t>
            </a:r>
          </a:p>
        </p:txBody>
      </p:sp>
    </p:spTree>
    <p:extLst>
      <p:ext uri="{BB962C8B-B14F-4D97-AF65-F5344CB8AC3E}">
        <p14:creationId xmlns:p14="http://schemas.microsoft.com/office/powerpoint/2010/main" val="2615073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77104324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Tree>
    <p:extLst>
      <p:ext uri="{BB962C8B-B14F-4D97-AF65-F5344CB8AC3E}">
        <p14:creationId xmlns:p14="http://schemas.microsoft.com/office/powerpoint/2010/main" val="226842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914400" y="1828800"/>
            <a:ext cx="50800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6197600" y="1828800"/>
            <a:ext cx="50800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958630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0" y="274638"/>
            <a:ext cx="10972800" cy="1143000"/>
          </a:xfrm>
        </p:spPr>
        <p:txBody>
          <a:bodyPr/>
          <a:lstStyle>
            <a:lvl1pPr>
              <a:defRPr/>
            </a:lvl1pPr>
          </a:lstStyle>
          <a:p>
            <a:r>
              <a:rPr lang="ja-JP" altLang="en-US"/>
              <a:t>マスター タイトルの書式設定</a:t>
            </a:r>
          </a:p>
        </p:txBody>
      </p:sp>
      <p:sp>
        <p:nvSpPr>
          <p:cNvPr id="3" name="テキスト プレースホルダー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3483231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Tree>
    <p:extLst>
      <p:ext uri="{BB962C8B-B14F-4D97-AF65-F5344CB8AC3E}">
        <p14:creationId xmlns:p14="http://schemas.microsoft.com/office/powerpoint/2010/main" val="3502601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895760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273050"/>
            <a:ext cx="4011084" cy="1162050"/>
          </a:xfrm>
        </p:spPr>
        <p:txBody>
          <a:bodyPr anchor="b"/>
          <a:lstStyle>
            <a:lvl1pPr algn="l">
              <a:defRPr sz="2000" b="1"/>
            </a:lvl1pPr>
          </a:lstStyle>
          <a:p>
            <a:r>
              <a:rPr lang="ja-JP" altLang="en-US"/>
              <a:t>マスター タイトルの書式設定</a:t>
            </a:r>
          </a:p>
        </p:txBody>
      </p:sp>
      <p:sp>
        <p:nvSpPr>
          <p:cNvPr id="3" name="コンテンツ プレースホルダー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extLst>
      <p:ext uri="{BB962C8B-B14F-4D97-AF65-F5344CB8AC3E}">
        <p14:creationId xmlns:p14="http://schemas.microsoft.com/office/powerpoint/2010/main" val="1046320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2389717" y="612775"/>
            <a:ext cx="7315200" cy="4114800"/>
          </a:xfrm>
        </p:spPr>
        <p:txBody>
          <a:bodyPr lIns="91440" tIns="45720" rIns="91440" bIns="4572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ー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extLst>
      <p:ext uri="{BB962C8B-B14F-4D97-AF65-F5344CB8AC3E}">
        <p14:creationId xmlns:p14="http://schemas.microsoft.com/office/powerpoint/2010/main" val="581767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1452428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686800" y="152400"/>
            <a:ext cx="2590800" cy="5943600"/>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914400" y="152400"/>
            <a:ext cx="7569200" cy="5943600"/>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722198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18">
            <a:extLst>
              <a:ext uri="{FF2B5EF4-FFF2-40B4-BE49-F238E27FC236}">
                <a16:creationId xmlns:a16="http://schemas.microsoft.com/office/drawing/2014/main" id="{F344F1B7-7C42-5D4C-B55C-7065D9B6410A}"/>
              </a:ext>
            </a:extLst>
          </p:cNvPr>
          <p:cNvSpPr>
            <a:spLocks noChangeArrowheads="1"/>
          </p:cNvSpPr>
          <p:nvPr userDrawn="1"/>
        </p:nvSpPr>
        <p:spPr bwMode="auto">
          <a:xfrm>
            <a:off x="0" y="6538914"/>
            <a:ext cx="12192000" cy="319087"/>
          </a:xfrm>
          <a:prstGeom prst="rect">
            <a:avLst/>
          </a:prstGeom>
          <a:solidFill>
            <a:srgbClr val="E8320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lgn="ctr">
              <a:defRPr/>
            </a:pPr>
            <a:endParaRPr lang="ja-JP" altLang="en-US" sz="1200" i="0"/>
          </a:p>
        </p:txBody>
      </p:sp>
      <p:pic>
        <p:nvPicPr>
          <p:cNvPr id="1027" name="Picture 17" descr="TopBar">
            <a:extLst>
              <a:ext uri="{FF2B5EF4-FFF2-40B4-BE49-F238E27FC236}">
                <a16:creationId xmlns:a16="http://schemas.microsoft.com/office/drawing/2014/main" id="{FF4838CD-9835-3B42-A54C-9E68C2642E97}"/>
              </a:ext>
            </a:extLst>
          </p:cNvPr>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0"/>
            <a:ext cx="12192000" cy="1277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8" name="Rectangle 3">
            <a:extLst>
              <a:ext uri="{FF2B5EF4-FFF2-40B4-BE49-F238E27FC236}">
                <a16:creationId xmlns:a16="http://schemas.microsoft.com/office/drawing/2014/main" id="{63559436-3DAE-C346-9D1C-6A1330C0FF23}"/>
              </a:ext>
            </a:extLst>
          </p:cNvPr>
          <p:cNvSpPr>
            <a:spLocks noGrp="1" noChangeArrowheads="1"/>
          </p:cNvSpPr>
          <p:nvPr>
            <p:ph type="body" idx="1"/>
          </p:nvPr>
        </p:nvSpPr>
        <p:spPr bwMode="auto">
          <a:xfrm>
            <a:off x="867833" y="1435101"/>
            <a:ext cx="10447867"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ja-JP" altLang="en-US"/>
              <a:t>マスタ</a:t>
            </a:r>
            <a:r>
              <a:rPr lang="en-US" altLang="ja-JP"/>
              <a:t> </a:t>
            </a:r>
            <a:r>
              <a:rPr lang="ja-JP" altLang="en-US"/>
              <a:t>テキストの書式設定</a:t>
            </a:r>
            <a:endParaRPr lang="en-US" altLang="ja-JP"/>
          </a:p>
          <a:p>
            <a:pPr lvl="1"/>
            <a:r>
              <a:rPr lang="ja-JP" altLang="en-US"/>
              <a:t>第</a:t>
            </a:r>
            <a:r>
              <a:rPr lang="en-US" altLang="ja-JP"/>
              <a:t> 2 </a:t>
            </a:r>
            <a:r>
              <a:rPr lang="ja-JP" altLang="en-US"/>
              <a:t>レベル</a:t>
            </a:r>
            <a:endParaRPr lang="en-US" altLang="ja-JP"/>
          </a:p>
          <a:p>
            <a:pPr lvl="2"/>
            <a:r>
              <a:rPr lang="ja-JP" altLang="en-US"/>
              <a:t>第</a:t>
            </a:r>
            <a:r>
              <a:rPr lang="en-US" altLang="ja-JP"/>
              <a:t> 3 </a:t>
            </a:r>
            <a:r>
              <a:rPr lang="ja-JP" altLang="en-US"/>
              <a:t>レベル</a:t>
            </a:r>
            <a:endParaRPr lang="en-US" altLang="ja-JP"/>
          </a:p>
          <a:p>
            <a:pPr lvl="3"/>
            <a:r>
              <a:rPr lang="ja-JP" altLang="en-US"/>
              <a:t>第</a:t>
            </a:r>
            <a:r>
              <a:rPr lang="en-US" altLang="ja-JP"/>
              <a:t> 4 </a:t>
            </a:r>
            <a:r>
              <a:rPr lang="ja-JP" altLang="en-US"/>
              <a:t>レベル</a:t>
            </a:r>
            <a:endParaRPr lang="en-US" altLang="ja-JP"/>
          </a:p>
          <a:p>
            <a:pPr lvl="4"/>
            <a:r>
              <a:rPr lang="ja-JP" altLang="en-US"/>
              <a:t>第</a:t>
            </a:r>
            <a:r>
              <a:rPr lang="en-US" altLang="ja-JP"/>
              <a:t> 5 </a:t>
            </a:r>
            <a:r>
              <a:rPr lang="ja-JP" altLang="en-US"/>
              <a:t>レベル</a:t>
            </a:r>
            <a:endParaRPr lang="en-US" altLang="ja-JP"/>
          </a:p>
        </p:txBody>
      </p:sp>
      <p:sp>
        <p:nvSpPr>
          <p:cNvPr id="1029" name="Rectangle 25">
            <a:extLst>
              <a:ext uri="{FF2B5EF4-FFF2-40B4-BE49-F238E27FC236}">
                <a16:creationId xmlns:a16="http://schemas.microsoft.com/office/drawing/2014/main" id="{389D8CEA-3D5C-934A-BB7E-2BED31B1C438}"/>
              </a:ext>
            </a:extLst>
          </p:cNvPr>
          <p:cNvSpPr>
            <a:spLocks noGrp="1" noChangeArrowheads="1"/>
          </p:cNvSpPr>
          <p:nvPr>
            <p:ph type="title"/>
          </p:nvPr>
        </p:nvSpPr>
        <p:spPr bwMode="auto">
          <a:xfrm>
            <a:off x="867833" y="330200"/>
            <a:ext cx="10447867"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bodyPr>
          <a:lstStyle/>
          <a:p>
            <a:pPr lvl="0"/>
            <a:r>
              <a:rPr lang="ja-JP" altLang="en-US"/>
              <a:t>マスタ</a:t>
            </a:r>
            <a:r>
              <a:rPr lang="en-US" altLang="ja-JP" dirty="0"/>
              <a:t> </a:t>
            </a:r>
            <a:r>
              <a:rPr lang="ja-JP" altLang="en-US"/>
              <a:t>タイトルの書式設定</a:t>
            </a:r>
            <a:endParaRPr lang="en-US" altLang="ja-JP" dirty="0"/>
          </a:p>
        </p:txBody>
      </p:sp>
      <p:sp>
        <p:nvSpPr>
          <p:cNvPr id="1030" name="Rectangle 34">
            <a:extLst>
              <a:ext uri="{FF2B5EF4-FFF2-40B4-BE49-F238E27FC236}">
                <a16:creationId xmlns:a16="http://schemas.microsoft.com/office/drawing/2014/main" id="{A8AE3897-8F22-604F-ACF3-D874BBB69AC3}"/>
              </a:ext>
            </a:extLst>
          </p:cNvPr>
          <p:cNvSpPr>
            <a:spLocks noChangeArrowheads="1"/>
          </p:cNvSpPr>
          <p:nvPr userDrawn="1"/>
        </p:nvSpPr>
        <p:spPr bwMode="auto">
          <a:xfrm>
            <a:off x="11379200" y="6553200"/>
            <a:ext cx="609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sz="1200" i="1">
                <a:solidFill>
                  <a:schemeClr val="tx1"/>
                </a:solidFill>
                <a:latin typeface="ＭＳ Ｐゴシック" charset="-128"/>
                <a:ea typeface="ＭＳ Ｐゴシック" charset="-128"/>
              </a:defRPr>
            </a:lvl1pPr>
            <a:lvl2pPr marL="742950" indent="-285750">
              <a:defRPr sz="1200" i="1">
                <a:solidFill>
                  <a:schemeClr val="tx1"/>
                </a:solidFill>
                <a:latin typeface="ＭＳ Ｐゴシック" charset="-128"/>
                <a:ea typeface="ＭＳ Ｐゴシック" charset="-128"/>
              </a:defRPr>
            </a:lvl2pPr>
            <a:lvl3pPr marL="1143000" indent="-228600">
              <a:defRPr sz="1200" i="1">
                <a:solidFill>
                  <a:schemeClr val="tx1"/>
                </a:solidFill>
                <a:latin typeface="ＭＳ Ｐゴシック" charset="-128"/>
                <a:ea typeface="ＭＳ Ｐゴシック" charset="-128"/>
              </a:defRPr>
            </a:lvl3pPr>
            <a:lvl4pPr marL="1600200" indent="-228600">
              <a:defRPr sz="1200" i="1">
                <a:solidFill>
                  <a:schemeClr val="tx1"/>
                </a:solidFill>
                <a:latin typeface="ＭＳ Ｐゴシック" charset="-128"/>
                <a:ea typeface="ＭＳ Ｐゴシック" charset="-128"/>
              </a:defRPr>
            </a:lvl4pPr>
            <a:lvl5pPr marL="2057400" indent="-228600">
              <a:defRPr sz="1200" i="1">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sz="1200" i="1">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sz="1200" i="1">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sz="1200" i="1">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sz="1200" i="1">
                <a:solidFill>
                  <a:schemeClr val="tx1"/>
                </a:solidFill>
                <a:latin typeface="ＭＳ Ｐゴシック" charset="-128"/>
                <a:ea typeface="ＭＳ Ｐゴシック" charset="-128"/>
              </a:defRPr>
            </a:lvl9pPr>
          </a:lstStyle>
          <a:p>
            <a:pPr algn="r" eaLnBrk="1" hangingPunct="1">
              <a:defRPr/>
            </a:pPr>
            <a:fld id="{A99629CA-AE9C-AD4C-9B90-1C8C7A36BB56}" type="slidenum">
              <a:rPr kumimoji="1" lang="en-US" altLang="ja-JP" sz="1000" i="0" smtClean="0">
                <a:solidFill>
                  <a:schemeClr val="bg1"/>
                </a:solidFill>
                <a:latin typeface="Arial" charset="0"/>
              </a:rPr>
              <a:pPr algn="r" eaLnBrk="1" hangingPunct="1">
                <a:defRPr/>
              </a:pPr>
              <a:t>‹#›</a:t>
            </a:fld>
            <a:endParaRPr kumimoji="1" lang="en-US" altLang="ja-JP" sz="1000" i="0">
              <a:solidFill>
                <a:schemeClr val="bg1"/>
              </a:solidFill>
              <a:latin typeface="Arial" charset="0"/>
            </a:endParaRPr>
          </a:p>
        </p:txBody>
      </p:sp>
      <p:sp>
        <p:nvSpPr>
          <p:cNvPr id="1031" name="Text Box 20">
            <a:extLst>
              <a:ext uri="{FF2B5EF4-FFF2-40B4-BE49-F238E27FC236}">
                <a16:creationId xmlns:a16="http://schemas.microsoft.com/office/drawing/2014/main" id="{D9EF32B9-69A1-DB48-8670-9C676BBDD250}"/>
              </a:ext>
            </a:extLst>
          </p:cNvPr>
          <p:cNvSpPr txBox="1">
            <a:spLocks noChangeArrowheads="1"/>
          </p:cNvSpPr>
          <p:nvPr userDrawn="1"/>
        </p:nvSpPr>
        <p:spPr bwMode="auto">
          <a:xfrm>
            <a:off x="237067" y="6627814"/>
            <a:ext cx="2457404" cy="123111"/>
          </a:xfrm>
          <a:prstGeom prst="rect">
            <a:avLst/>
          </a:prstGeom>
          <a:solidFill>
            <a:schemeClr val="tx1">
              <a:alpha val="0"/>
            </a:schemeClr>
          </a:solidFill>
          <a:ln>
            <a:noFill/>
          </a:ln>
          <a:effectLst/>
          <a:extLst>
            <a:ext uri="{91240B29-F687-4f45-9708-019B960494DF}"/>
            <a:ext uri="{AF507438-7753-43e0-B8FC-AC1667EBCBE1}"/>
          </a:extLst>
        </p:spPr>
        <p:txBody>
          <a:bodyPr wrap="none" lIns="0" tIns="0" rIns="0" bIns="0">
            <a:spAutoFit/>
          </a:bodyPr>
          <a:lstStyle>
            <a:lvl1pPr>
              <a:defRPr sz="1200" i="1">
                <a:solidFill>
                  <a:schemeClr val="tx1"/>
                </a:solidFill>
                <a:latin typeface="ＭＳ Ｐゴシック" charset="-128"/>
                <a:ea typeface="ＭＳ Ｐゴシック" charset="-128"/>
              </a:defRPr>
            </a:lvl1pPr>
            <a:lvl2pPr marL="742950" indent="-285750">
              <a:defRPr sz="1200" i="1">
                <a:solidFill>
                  <a:schemeClr val="tx1"/>
                </a:solidFill>
                <a:latin typeface="ＭＳ Ｐゴシック" charset="-128"/>
                <a:ea typeface="ＭＳ Ｐゴシック" charset="-128"/>
              </a:defRPr>
            </a:lvl2pPr>
            <a:lvl3pPr marL="1143000" indent="-228600">
              <a:defRPr sz="1200" i="1">
                <a:solidFill>
                  <a:schemeClr val="tx1"/>
                </a:solidFill>
                <a:latin typeface="ＭＳ Ｐゴシック" charset="-128"/>
                <a:ea typeface="ＭＳ Ｐゴシック" charset="-128"/>
              </a:defRPr>
            </a:lvl3pPr>
            <a:lvl4pPr marL="1600200" indent="-228600">
              <a:defRPr sz="1200" i="1">
                <a:solidFill>
                  <a:schemeClr val="tx1"/>
                </a:solidFill>
                <a:latin typeface="ＭＳ Ｐゴシック" charset="-128"/>
                <a:ea typeface="ＭＳ Ｐゴシック" charset="-128"/>
              </a:defRPr>
            </a:lvl4pPr>
            <a:lvl5pPr marL="2057400" indent="-228600">
              <a:defRPr sz="1200" i="1">
                <a:solidFill>
                  <a:schemeClr val="tx1"/>
                </a:solidFill>
                <a:latin typeface="ＭＳ Ｐゴシック" charset="-128"/>
                <a:ea typeface="ＭＳ Ｐゴシック" charset="-128"/>
              </a:defRPr>
            </a:lvl5pPr>
            <a:lvl6pPr marL="2514600" indent="-228600" eaLnBrk="0" fontAlgn="base" hangingPunct="0">
              <a:spcBef>
                <a:spcPct val="0"/>
              </a:spcBef>
              <a:spcAft>
                <a:spcPct val="0"/>
              </a:spcAft>
              <a:defRPr sz="1200" i="1">
                <a:solidFill>
                  <a:schemeClr val="tx1"/>
                </a:solidFill>
                <a:latin typeface="ＭＳ Ｐゴシック" charset="-128"/>
                <a:ea typeface="ＭＳ Ｐゴシック" charset="-128"/>
              </a:defRPr>
            </a:lvl6pPr>
            <a:lvl7pPr marL="2971800" indent="-228600" eaLnBrk="0" fontAlgn="base" hangingPunct="0">
              <a:spcBef>
                <a:spcPct val="0"/>
              </a:spcBef>
              <a:spcAft>
                <a:spcPct val="0"/>
              </a:spcAft>
              <a:defRPr sz="1200" i="1">
                <a:solidFill>
                  <a:schemeClr val="tx1"/>
                </a:solidFill>
                <a:latin typeface="ＭＳ Ｐゴシック" charset="-128"/>
                <a:ea typeface="ＭＳ Ｐゴシック" charset="-128"/>
              </a:defRPr>
            </a:lvl7pPr>
            <a:lvl8pPr marL="3429000" indent="-228600" eaLnBrk="0" fontAlgn="base" hangingPunct="0">
              <a:spcBef>
                <a:spcPct val="0"/>
              </a:spcBef>
              <a:spcAft>
                <a:spcPct val="0"/>
              </a:spcAft>
              <a:defRPr sz="1200" i="1">
                <a:solidFill>
                  <a:schemeClr val="tx1"/>
                </a:solidFill>
                <a:latin typeface="ＭＳ Ｐゴシック" charset="-128"/>
                <a:ea typeface="ＭＳ Ｐゴシック" charset="-128"/>
              </a:defRPr>
            </a:lvl8pPr>
            <a:lvl9pPr marL="3886200" indent="-228600" eaLnBrk="0" fontAlgn="base" hangingPunct="0">
              <a:spcBef>
                <a:spcPct val="0"/>
              </a:spcBef>
              <a:spcAft>
                <a:spcPct val="0"/>
              </a:spcAft>
              <a:defRPr sz="1200" i="1">
                <a:solidFill>
                  <a:schemeClr val="tx1"/>
                </a:solidFill>
                <a:latin typeface="ＭＳ Ｐゴシック" charset="-128"/>
                <a:ea typeface="ＭＳ Ｐゴシック" charset="-128"/>
              </a:defRPr>
            </a:lvl9pPr>
          </a:lstStyle>
          <a:p>
            <a:pPr>
              <a:defRPr/>
            </a:pPr>
            <a:r>
              <a:rPr lang="en-US" altLang="ja-JP" sz="800" b="1" i="0">
                <a:solidFill>
                  <a:schemeClr val="bg1"/>
                </a:solidFill>
              </a:rPr>
              <a:t>© Hokkaido University of Science  All Rights Reserved.</a:t>
            </a:r>
          </a:p>
        </p:txBody>
      </p:sp>
      <p:sp>
        <p:nvSpPr>
          <p:cNvPr id="1032" name="Rectangle 23">
            <a:extLst>
              <a:ext uri="{FF2B5EF4-FFF2-40B4-BE49-F238E27FC236}">
                <a16:creationId xmlns:a16="http://schemas.microsoft.com/office/drawing/2014/main" id="{D36D9B91-974E-1A4E-B2F7-BFEC752096FE}"/>
              </a:ext>
            </a:extLst>
          </p:cNvPr>
          <p:cNvSpPr>
            <a:spLocks noChangeArrowheads="1"/>
          </p:cNvSpPr>
          <p:nvPr userDrawn="1"/>
        </p:nvSpPr>
        <p:spPr bwMode="auto">
          <a:xfrm>
            <a:off x="10888134" y="6538914"/>
            <a:ext cx="427567" cy="319087"/>
          </a:xfrm>
          <a:prstGeom prst="rect">
            <a:avLst/>
          </a:prstGeom>
          <a:solidFill>
            <a:srgbClr val="F6AB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3" name="Rectangle 24">
            <a:extLst>
              <a:ext uri="{FF2B5EF4-FFF2-40B4-BE49-F238E27FC236}">
                <a16:creationId xmlns:a16="http://schemas.microsoft.com/office/drawing/2014/main" id="{C4DD7468-7F99-3E43-9BD5-BA8803838881}"/>
              </a:ext>
            </a:extLst>
          </p:cNvPr>
          <p:cNvSpPr>
            <a:spLocks noChangeArrowheads="1"/>
          </p:cNvSpPr>
          <p:nvPr userDrawn="1"/>
        </p:nvSpPr>
        <p:spPr bwMode="auto">
          <a:xfrm>
            <a:off x="12031133" y="6538914"/>
            <a:ext cx="160867" cy="319087"/>
          </a:xfrm>
          <a:prstGeom prst="rect">
            <a:avLst/>
          </a:prstGeom>
          <a:solidFill>
            <a:srgbClr val="5063A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4" name="Rectangle 25">
            <a:extLst>
              <a:ext uri="{FF2B5EF4-FFF2-40B4-BE49-F238E27FC236}">
                <a16:creationId xmlns:a16="http://schemas.microsoft.com/office/drawing/2014/main" id="{D496687F-0E5A-F540-AB21-10D916553ADB}"/>
              </a:ext>
            </a:extLst>
          </p:cNvPr>
          <p:cNvSpPr>
            <a:spLocks noChangeArrowheads="1"/>
          </p:cNvSpPr>
          <p:nvPr userDrawn="1"/>
        </p:nvSpPr>
        <p:spPr bwMode="auto">
          <a:xfrm>
            <a:off x="10947401" y="6538914"/>
            <a:ext cx="80433" cy="319087"/>
          </a:xfrm>
          <a:prstGeom prst="rect">
            <a:avLst/>
          </a:prstGeom>
          <a:solidFill>
            <a:srgbClr val="E5005A"/>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5" name="Rectangle 26">
            <a:extLst>
              <a:ext uri="{FF2B5EF4-FFF2-40B4-BE49-F238E27FC236}">
                <a16:creationId xmlns:a16="http://schemas.microsoft.com/office/drawing/2014/main" id="{776164EF-8824-A940-B4A6-602D2BE419ED}"/>
              </a:ext>
            </a:extLst>
          </p:cNvPr>
          <p:cNvSpPr>
            <a:spLocks noChangeArrowheads="1"/>
          </p:cNvSpPr>
          <p:nvPr userDrawn="1"/>
        </p:nvSpPr>
        <p:spPr bwMode="auto">
          <a:xfrm>
            <a:off x="10608734" y="6538914"/>
            <a:ext cx="283633" cy="319087"/>
          </a:xfrm>
          <a:prstGeom prst="rect">
            <a:avLst/>
          </a:prstGeom>
          <a:solidFill>
            <a:srgbClr val="00B9EF"/>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6" name="Rectangle 27">
            <a:extLst>
              <a:ext uri="{FF2B5EF4-FFF2-40B4-BE49-F238E27FC236}">
                <a16:creationId xmlns:a16="http://schemas.microsoft.com/office/drawing/2014/main" id="{30C270E6-BC4F-AA4E-9C86-8F2E26B57A3E}"/>
              </a:ext>
            </a:extLst>
          </p:cNvPr>
          <p:cNvSpPr>
            <a:spLocks noChangeArrowheads="1"/>
          </p:cNvSpPr>
          <p:nvPr userDrawn="1"/>
        </p:nvSpPr>
        <p:spPr bwMode="auto">
          <a:xfrm>
            <a:off x="10687051" y="6538914"/>
            <a:ext cx="57149" cy="319087"/>
          </a:xfrm>
          <a:prstGeom prst="rect">
            <a:avLst/>
          </a:prstGeom>
          <a:solidFill>
            <a:srgbClr val="EC6D81"/>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7" name="Rectangle 28">
            <a:extLst>
              <a:ext uri="{FF2B5EF4-FFF2-40B4-BE49-F238E27FC236}">
                <a16:creationId xmlns:a16="http://schemas.microsoft.com/office/drawing/2014/main" id="{91FBDF80-03C5-4547-8DA4-9B0E5473CA99}"/>
              </a:ext>
            </a:extLst>
          </p:cNvPr>
          <p:cNvSpPr>
            <a:spLocks noChangeArrowheads="1"/>
          </p:cNvSpPr>
          <p:nvPr userDrawn="1"/>
        </p:nvSpPr>
        <p:spPr bwMode="auto">
          <a:xfrm>
            <a:off x="10204452" y="6538914"/>
            <a:ext cx="196849" cy="319087"/>
          </a:xfrm>
          <a:prstGeom prst="rect">
            <a:avLst/>
          </a:prstGeom>
          <a:solidFill>
            <a:srgbClr val="8FC32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8" name="Rectangle 29">
            <a:extLst>
              <a:ext uri="{FF2B5EF4-FFF2-40B4-BE49-F238E27FC236}">
                <a16:creationId xmlns:a16="http://schemas.microsoft.com/office/drawing/2014/main" id="{645329F5-1A93-094A-8DB7-EE7BF2206FB0}"/>
              </a:ext>
            </a:extLst>
          </p:cNvPr>
          <p:cNvSpPr>
            <a:spLocks noChangeArrowheads="1"/>
          </p:cNvSpPr>
          <p:nvPr userDrawn="1"/>
        </p:nvSpPr>
        <p:spPr bwMode="auto">
          <a:xfrm>
            <a:off x="10576984" y="6538914"/>
            <a:ext cx="57149" cy="319087"/>
          </a:xfrm>
          <a:prstGeom prst="rect">
            <a:avLst/>
          </a:prstGeom>
          <a:solidFill>
            <a:srgbClr val="118C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39" name="Rectangle 31">
            <a:extLst>
              <a:ext uri="{FF2B5EF4-FFF2-40B4-BE49-F238E27FC236}">
                <a16:creationId xmlns:a16="http://schemas.microsoft.com/office/drawing/2014/main" id="{A00135D7-D610-B948-BF30-3734846142DF}"/>
              </a:ext>
            </a:extLst>
          </p:cNvPr>
          <p:cNvSpPr>
            <a:spLocks noChangeArrowheads="1"/>
          </p:cNvSpPr>
          <p:nvPr userDrawn="1"/>
        </p:nvSpPr>
        <p:spPr bwMode="auto">
          <a:xfrm>
            <a:off x="10071101" y="6538914"/>
            <a:ext cx="139700" cy="319087"/>
          </a:xfrm>
          <a:prstGeom prst="rect">
            <a:avLst/>
          </a:prstGeom>
          <a:solidFill>
            <a:srgbClr val="14A73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0" name="Rectangle 32">
            <a:extLst>
              <a:ext uri="{FF2B5EF4-FFF2-40B4-BE49-F238E27FC236}">
                <a16:creationId xmlns:a16="http://schemas.microsoft.com/office/drawing/2014/main" id="{A8359E1A-0B8F-AF45-99B5-9C2DD03E7449}"/>
              </a:ext>
            </a:extLst>
          </p:cNvPr>
          <p:cNvSpPr>
            <a:spLocks noChangeArrowheads="1"/>
          </p:cNvSpPr>
          <p:nvPr userDrawn="1"/>
        </p:nvSpPr>
        <p:spPr bwMode="auto">
          <a:xfrm>
            <a:off x="10026651" y="6538914"/>
            <a:ext cx="63500" cy="319087"/>
          </a:xfrm>
          <a:prstGeom prst="rect">
            <a:avLst/>
          </a:prstGeom>
          <a:solidFill>
            <a:srgbClr val="5DB7E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1" name="Rectangle 33">
            <a:extLst>
              <a:ext uri="{FF2B5EF4-FFF2-40B4-BE49-F238E27FC236}">
                <a16:creationId xmlns:a16="http://schemas.microsoft.com/office/drawing/2014/main" id="{271525D1-2023-7942-B61E-62BA817F0FAB}"/>
              </a:ext>
            </a:extLst>
          </p:cNvPr>
          <p:cNvSpPr>
            <a:spLocks noChangeArrowheads="1"/>
          </p:cNvSpPr>
          <p:nvPr userDrawn="1"/>
        </p:nvSpPr>
        <p:spPr bwMode="auto">
          <a:xfrm>
            <a:off x="9891185" y="6538914"/>
            <a:ext cx="139700" cy="319087"/>
          </a:xfrm>
          <a:prstGeom prst="rect">
            <a:avLst/>
          </a:prstGeom>
          <a:solidFill>
            <a:srgbClr val="A4001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2" name="Rectangle 34">
            <a:extLst>
              <a:ext uri="{FF2B5EF4-FFF2-40B4-BE49-F238E27FC236}">
                <a16:creationId xmlns:a16="http://schemas.microsoft.com/office/drawing/2014/main" id="{71753C7F-D4C3-754B-B54A-67104A2086BC}"/>
              </a:ext>
            </a:extLst>
          </p:cNvPr>
          <p:cNvSpPr>
            <a:spLocks noChangeArrowheads="1"/>
          </p:cNvSpPr>
          <p:nvPr userDrawn="1"/>
        </p:nvSpPr>
        <p:spPr bwMode="auto">
          <a:xfrm>
            <a:off x="9575800" y="6538914"/>
            <a:ext cx="211667" cy="319087"/>
          </a:xfrm>
          <a:prstGeom prst="rect">
            <a:avLst/>
          </a:prstGeom>
          <a:solidFill>
            <a:srgbClr val="B863A4"/>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3" name="Rectangle 35">
            <a:extLst>
              <a:ext uri="{FF2B5EF4-FFF2-40B4-BE49-F238E27FC236}">
                <a16:creationId xmlns:a16="http://schemas.microsoft.com/office/drawing/2014/main" id="{5671A5F1-4CCB-BE46-9A32-D1D889164DA6}"/>
              </a:ext>
            </a:extLst>
          </p:cNvPr>
          <p:cNvSpPr>
            <a:spLocks noChangeArrowheads="1"/>
          </p:cNvSpPr>
          <p:nvPr userDrawn="1"/>
        </p:nvSpPr>
        <p:spPr bwMode="auto">
          <a:xfrm>
            <a:off x="9495367" y="6538914"/>
            <a:ext cx="88900" cy="319087"/>
          </a:xfrm>
          <a:prstGeom prst="rect">
            <a:avLst/>
          </a:prstGeom>
          <a:solidFill>
            <a:srgbClr val="598F35"/>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4" name="Rectangle 36">
            <a:extLst>
              <a:ext uri="{FF2B5EF4-FFF2-40B4-BE49-F238E27FC236}">
                <a16:creationId xmlns:a16="http://schemas.microsoft.com/office/drawing/2014/main" id="{CFEF8CC8-58DD-8347-9EDC-36A6D5E794FD}"/>
              </a:ext>
            </a:extLst>
          </p:cNvPr>
          <p:cNvSpPr>
            <a:spLocks noChangeArrowheads="1"/>
          </p:cNvSpPr>
          <p:nvPr userDrawn="1"/>
        </p:nvSpPr>
        <p:spPr bwMode="auto">
          <a:xfrm>
            <a:off x="9438218" y="6538914"/>
            <a:ext cx="57149" cy="319087"/>
          </a:xfrm>
          <a:prstGeom prst="rect">
            <a:avLst/>
          </a:prstGeom>
          <a:solidFill>
            <a:srgbClr val="006428"/>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5" name="Rectangle 37">
            <a:extLst>
              <a:ext uri="{FF2B5EF4-FFF2-40B4-BE49-F238E27FC236}">
                <a16:creationId xmlns:a16="http://schemas.microsoft.com/office/drawing/2014/main" id="{A2E9CB85-2D75-F54F-923F-75D7E55D2C2F}"/>
              </a:ext>
            </a:extLst>
          </p:cNvPr>
          <p:cNvSpPr>
            <a:spLocks noChangeArrowheads="1"/>
          </p:cNvSpPr>
          <p:nvPr userDrawn="1"/>
        </p:nvSpPr>
        <p:spPr bwMode="auto">
          <a:xfrm>
            <a:off x="9309101" y="6538914"/>
            <a:ext cx="139700" cy="319087"/>
          </a:xfrm>
          <a:prstGeom prst="rect">
            <a:avLst/>
          </a:prstGeom>
          <a:solidFill>
            <a:srgbClr val="C3D6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6" name="Rectangle 38">
            <a:extLst>
              <a:ext uri="{FF2B5EF4-FFF2-40B4-BE49-F238E27FC236}">
                <a16:creationId xmlns:a16="http://schemas.microsoft.com/office/drawing/2014/main" id="{BC62E006-87AE-6844-B685-DC0FFDEB8363}"/>
              </a:ext>
            </a:extLst>
          </p:cNvPr>
          <p:cNvSpPr>
            <a:spLocks noChangeArrowheads="1"/>
          </p:cNvSpPr>
          <p:nvPr userDrawn="1"/>
        </p:nvSpPr>
        <p:spPr bwMode="auto">
          <a:xfrm>
            <a:off x="9169401" y="6538914"/>
            <a:ext cx="139700" cy="319087"/>
          </a:xfrm>
          <a:prstGeom prst="rect">
            <a:avLst/>
          </a:prstGeom>
          <a:solidFill>
            <a:srgbClr val="36407B"/>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7" name="Rectangle 39">
            <a:extLst>
              <a:ext uri="{FF2B5EF4-FFF2-40B4-BE49-F238E27FC236}">
                <a16:creationId xmlns:a16="http://schemas.microsoft.com/office/drawing/2014/main" id="{3C6EAACA-1570-0447-ACC0-3E0ECC26F199}"/>
              </a:ext>
            </a:extLst>
          </p:cNvPr>
          <p:cNvSpPr>
            <a:spLocks noChangeArrowheads="1"/>
          </p:cNvSpPr>
          <p:nvPr userDrawn="1"/>
        </p:nvSpPr>
        <p:spPr bwMode="auto">
          <a:xfrm>
            <a:off x="9108018" y="6538914"/>
            <a:ext cx="69849" cy="319087"/>
          </a:xfrm>
          <a:prstGeom prst="rect">
            <a:avLst/>
          </a:prstGeom>
          <a:solidFill>
            <a:srgbClr val="FFF1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8" name="Rectangle 40">
            <a:extLst>
              <a:ext uri="{FF2B5EF4-FFF2-40B4-BE49-F238E27FC236}">
                <a16:creationId xmlns:a16="http://schemas.microsoft.com/office/drawing/2014/main" id="{AE03D2C4-E9C9-5749-8C4E-384D2D4A1E5E}"/>
              </a:ext>
            </a:extLst>
          </p:cNvPr>
          <p:cNvSpPr>
            <a:spLocks noChangeArrowheads="1"/>
          </p:cNvSpPr>
          <p:nvPr userDrawn="1"/>
        </p:nvSpPr>
        <p:spPr bwMode="auto">
          <a:xfrm>
            <a:off x="8771467" y="6538914"/>
            <a:ext cx="57151" cy="319087"/>
          </a:xfrm>
          <a:prstGeom prst="rect">
            <a:avLst/>
          </a:prstGeom>
          <a:solidFill>
            <a:srgbClr val="FDD1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49" name="Rectangle 41">
            <a:extLst>
              <a:ext uri="{FF2B5EF4-FFF2-40B4-BE49-F238E27FC236}">
                <a16:creationId xmlns:a16="http://schemas.microsoft.com/office/drawing/2014/main" id="{61191F66-2C36-C649-8169-497D075AB78F}"/>
              </a:ext>
            </a:extLst>
          </p:cNvPr>
          <p:cNvSpPr>
            <a:spLocks noChangeArrowheads="1"/>
          </p:cNvSpPr>
          <p:nvPr userDrawn="1"/>
        </p:nvSpPr>
        <p:spPr bwMode="auto">
          <a:xfrm>
            <a:off x="8970434" y="6538914"/>
            <a:ext cx="139700" cy="319087"/>
          </a:xfrm>
          <a:prstGeom prst="rect">
            <a:avLst/>
          </a:prstGeom>
          <a:solidFill>
            <a:srgbClr val="8FC32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0" name="Rectangle 42">
            <a:extLst>
              <a:ext uri="{FF2B5EF4-FFF2-40B4-BE49-F238E27FC236}">
                <a16:creationId xmlns:a16="http://schemas.microsoft.com/office/drawing/2014/main" id="{3DA6D410-AF6E-1743-830F-1881FD7BCB9D}"/>
              </a:ext>
            </a:extLst>
          </p:cNvPr>
          <p:cNvSpPr>
            <a:spLocks noChangeArrowheads="1"/>
          </p:cNvSpPr>
          <p:nvPr userDrawn="1"/>
        </p:nvSpPr>
        <p:spPr bwMode="auto">
          <a:xfrm>
            <a:off x="8921751" y="6538914"/>
            <a:ext cx="57149" cy="319087"/>
          </a:xfrm>
          <a:prstGeom prst="rect">
            <a:avLst/>
          </a:prstGeom>
          <a:solidFill>
            <a:srgbClr val="23B8B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1" name="Rectangle 43">
            <a:extLst>
              <a:ext uri="{FF2B5EF4-FFF2-40B4-BE49-F238E27FC236}">
                <a16:creationId xmlns:a16="http://schemas.microsoft.com/office/drawing/2014/main" id="{0B6E51A2-5C77-954D-B14A-0C1B57810551}"/>
              </a:ext>
            </a:extLst>
          </p:cNvPr>
          <p:cNvSpPr>
            <a:spLocks noChangeArrowheads="1"/>
          </p:cNvSpPr>
          <p:nvPr userDrawn="1"/>
        </p:nvSpPr>
        <p:spPr bwMode="auto">
          <a:xfrm>
            <a:off x="8640234" y="6538914"/>
            <a:ext cx="139700" cy="319087"/>
          </a:xfrm>
          <a:prstGeom prst="rect">
            <a:avLst/>
          </a:prstGeom>
          <a:solidFill>
            <a:srgbClr val="8847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2" name="Rectangle 44">
            <a:extLst>
              <a:ext uri="{FF2B5EF4-FFF2-40B4-BE49-F238E27FC236}">
                <a16:creationId xmlns:a16="http://schemas.microsoft.com/office/drawing/2014/main" id="{57CADA32-EFEB-9D42-8131-63F2E52994B6}"/>
              </a:ext>
            </a:extLst>
          </p:cNvPr>
          <p:cNvSpPr>
            <a:spLocks noChangeArrowheads="1"/>
          </p:cNvSpPr>
          <p:nvPr userDrawn="1"/>
        </p:nvSpPr>
        <p:spPr bwMode="auto">
          <a:xfrm>
            <a:off x="8502651" y="6538914"/>
            <a:ext cx="74083" cy="319087"/>
          </a:xfrm>
          <a:prstGeom prst="rect">
            <a:avLst/>
          </a:prstGeom>
          <a:solidFill>
            <a:srgbClr val="584A4F"/>
          </a:solidFill>
          <a:ln>
            <a:noFill/>
          </a:ln>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3" name="Rectangle 45">
            <a:extLst>
              <a:ext uri="{FF2B5EF4-FFF2-40B4-BE49-F238E27FC236}">
                <a16:creationId xmlns:a16="http://schemas.microsoft.com/office/drawing/2014/main" id="{4166E70F-E677-E54A-B0F5-BA1A51FDC871}"/>
              </a:ext>
            </a:extLst>
          </p:cNvPr>
          <p:cNvSpPr>
            <a:spLocks noChangeArrowheads="1"/>
          </p:cNvSpPr>
          <p:nvPr userDrawn="1"/>
        </p:nvSpPr>
        <p:spPr bwMode="auto">
          <a:xfrm>
            <a:off x="8445500" y="6538914"/>
            <a:ext cx="67733" cy="319087"/>
          </a:xfrm>
          <a:prstGeom prst="rect">
            <a:avLst/>
          </a:prstGeom>
          <a:solidFill>
            <a:srgbClr val="F6AB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4" name="Rectangle 46">
            <a:extLst>
              <a:ext uri="{FF2B5EF4-FFF2-40B4-BE49-F238E27FC236}">
                <a16:creationId xmlns:a16="http://schemas.microsoft.com/office/drawing/2014/main" id="{04972545-8AC9-594A-9DAB-5DCFC6D209F6}"/>
              </a:ext>
            </a:extLst>
          </p:cNvPr>
          <p:cNvSpPr>
            <a:spLocks noChangeArrowheads="1"/>
          </p:cNvSpPr>
          <p:nvPr userDrawn="1"/>
        </p:nvSpPr>
        <p:spPr bwMode="auto">
          <a:xfrm>
            <a:off x="8339667" y="6538914"/>
            <a:ext cx="57151" cy="319087"/>
          </a:xfrm>
          <a:prstGeom prst="rect">
            <a:avLst/>
          </a:prstGeom>
          <a:solidFill>
            <a:srgbClr val="8FC32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
        <p:nvSpPr>
          <p:cNvPr id="1055" name="Rectangle 47">
            <a:extLst>
              <a:ext uri="{FF2B5EF4-FFF2-40B4-BE49-F238E27FC236}">
                <a16:creationId xmlns:a16="http://schemas.microsoft.com/office/drawing/2014/main" id="{5002826A-63B8-474F-BFEE-905AE9A54A7A}"/>
              </a:ext>
            </a:extLst>
          </p:cNvPr>
          <p:cNvSpPr>
            <a:spLocks noChangeArrowheads="1"/>
          </p:cNvSpPr>
          <p:nvPr userDrawn="1"/>
        </p:nvSpPr>
        <p:spPr bwMode="auto">
          <a:xfrm>
            <a:off x="8390467" y="6538914"/>
            <a:ext cx="57151" cy="319087"/>
          </a:xfrm>
          <a:prstGeom prst="rect">
            <a:avLst/>
          </a:prstGeom>
          <a:solidFill>
            <a:srgbClr val="118CC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1200" i="1">
                <a:solidFill>
                  <a:schemeClr val="tx1"/>
                </a:solidFill>
                <a:latin typeface="ＭＳ Ｐゴシック" panose="020B0600070205080204" pitchFamily="34" charset="-128"/>
                <a:ea typeface="ＭＳ Ｐゴシック" panose="020B0600070205080204" pitchFamily="34" charset="-128"/>
              </a:defRPr>
            </a:lvl1pPr>
            <a:lvl2pPr marL="742950" indent="-285750">
              <a:defRPr sz="1200" i="1">
                <a:solidFill>
                  <a:schemeClr val="tx1"/>
                </a:solidFill>
                <a:latin typeface="ＭＳ Ｐゴシック" panose="020B0600070205080204" pitchFamily="34" charset="-128"/>
                <a:ea typeface="ＭＳ Ｐゴシック" panose="020B0600070205080204" pitchFamily="34" charset="-128"/>
              </a:defRPr>
            </a:lvl2pPr>
            <a:lvl3pPr marL="1143000" indent="-228600">
              <a:defRPr sz="1200" i="1">
                <a:solidFill>
                  <a:schemeClr val="tx1"/>
                </a:solidFill>
                <a:latin typeface="ＭＳ Ｐゴシック" panose="020B0600070205080204" pitchFamily="34" charset="-128"/>
                <a:ea typeface="ＭＳ Ｐゴシック" panose="020B0600070205080204" pitchFamily="34" charset="-128"/>
              </a:defRPr>
            </a:lvl3pPr>
            <a:lvl4pPr marL="1600200" indent="-228600">
              <a:defRPr sz="1200" i="1">
                <a:solidFill>
                  <a:schemeClr val="tx1"/>
                </a:solidFill>
                <a:latin typeface="ＭＳ Ｐゴシック" panose="020B0600070205080204" pitchFamily="34" charset="-128"/>
                <a:ea typeface="ＭＳ Ｐゴシック" panose="020B0600070205080204" pitchFamily="34" charset="-128"/>
              </a:defRPr>
            </a:lvl4pPr>
            <a:lvl5pPr marL="2057400" indent="-228600">
              <a:defRPr sz="1200" i="1">
                <a:solidFill>
                  <a:schemeClr val="tx1"/>
                </a:solidFill>
                <a:latin typeface="ＭＳ Ｐゴシック" panose="020B0600070205080204" pitchFamily="34" charset="-128"/>
                <a:ea typeface="ＭＳ Ｐゴシック" panose="020B0600070205080204" pitchFamily="34" charset="-128"/>
              </a:defRPr>
            </a:lvl5pPr>
            <a:lvl6pPr marL="25146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6pPr>
            <a:lvl7pPr marL="29718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7pPr>
            <a:lvl8pPr marL="34290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8pPr>
            <a:lvl9pPr marL="3886200" indent="-228600" eaLnBrk="0" fontAlgn="base" hangingPunct="0">
              <a:spcBef>
                <a:spcPct val="0"/>
              </a:spcBef>
              <a:spcAft>
                <a:spcPct val="0"/>
              </a:spcAft>
              <a:defRPr sz="1200" i="1">
                <a:solidFill>
                  <a:schemeClr val="tx1"/>
                </a:solidFill>
                <a:latin typeface="ＭＳ Ｐゴシック" panose="020B0600070205080204" pitchFamily="34" charset="-128"/>
                <a:ea typeface="ＭＳ Ｐゴシック" panose="020B0600070205080204" pitchFamily="34" charset="-128"/>
              </a:defRPr>
            </a:lvl9pPr>
          </a:lstStyle>
          <a:p>
            <a:pPr>
              <a:defRPr/>
            </a:pPr>
            <a:endParaRPr lang="ja-JP" altLang="en-US" sz="1200"/>
          </a:p>
        </p:txBody>
      </p:sp>
    </p:spTree>
  </p:cSld>
  <p:clrMap bg1="lt1" tx1="dk1" bg2="lt2" tx2="dk2" accent1="accent1" accent2="accent2" accent3="accent3" accent4="accent4" accent5="accent5" accent6="accent6" hlink="hlink" folHlink="folHlink"/>
  <p:sldLayoutIdLst>
    <p:sldLayoutId id="2147483725"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Lst>
  <p:txStyles>
    <p:titleStyle>
      <a:lvl1pPr algn="l" rtl="0" eaLnBrk="0" fontAlgn="base" hangingPunct="0">
        <a:spcBef>
          <a:spcPct val="0"/>
        </a:spcBef>
        <a:spcAft>
          <a:spcPct val="0"/>
        </a:spcAft>
        <a:defRPr kumimoji="1" sz="2800" b="0" i="0">
          <a:solidFill>
            <a:schemeClr val="tx1"/>
          </a:solidFill>
          <a:latin typeface="Meiryo" panose="020B0604030504040204" pitchFamily="34" charset="-128"/>
          <a:ea typeface="Meiryo" panose="020B0604030504040204" pitchFamily="34" charset="-128"/>
          <a:cs typeface="Meiryo" panose="020B0604030504040204" pitchFamily="34" charset="-128"/>
        </a:defRPr>
      </a:lvl1pPr>
      <a:lvl2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2pPr>
      <a:lvl3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3pPr>
      <a:lvl4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4pPr>
      <a:lvl5pPr algn="l" rtl="0" eaLnBrk="0" fontAlgn="base" hangingPunct="0">
        <a:spcBef>
          <a:spcPct val="0"/>
        </a:spcBef>
        <a:spcAft>
          <a:spcPct val="0"/>
        </a:spcAft>
        <a:defRPr kumimoji="1" sz="2400">
          <a:solidFill>
            <a:schemeClr val="tx1"/>
          </a:solidFill>
          <a:latin typeface="Times" charset="0"/>
          <a:ea typeface="ＭＳ Ｐゴシック" charset="-128"/>
          <a:cs typeface="ＭＳ Ｐゴシック" charset="0"/>
        </a:defRPr>
      </a:lvl5pPr>
      <a:lvl6pPr marL="457200" algn="l" rtl="0" eaLnBrk="0" fontAlgn="base" hangingPunct="0">
        <a:spcBef>
          <a:spcPct val="0"/>
        </a:spcBef>
        <a:spcAft>
          <a:spcPct val="0"/>
        </a:spcAft>
        <a:defRPr sz="2400">
          <a:solidFill>
            <a:schemeClr val="tx1"/>
          </a:solidFill>
          <a:latin typeface="Times" charset="0"/>
          <a:ea typeface="ＭＳ Ｐゴシック" charset="-128"/>
        </a:defRPr>
      </a:lvl6pPr>
      <a:lvl7pPr marL="914400" algn="l" rtl="0" eaLnBrk="0" fontAlgn="base" hangingPunct="0">
        <a:spcBef>
          <a:spcPct val="0"/>
        </a:spcBef>
        <a:spcAft>
          <a:spcPct val="0"/>
        </a:spcAft>
        <a:defRPr sz="2400">
          <a:solidFill>
            <a:schemeClr val="tx1"/>
          </a:solidFill>
          <a:latin typeface="Times" charset="0"/>
          <a:ea typeface="ＭＳ Ｐゴシック" charset="-128"/>
        </a:defRPr>
      </a:lvl7pPr>
      <a:lvl8pPr marL="1371600" algn="l" rtl="0" eaLnBrk="0" fontAlgn="base" hangingPunct="0">
        <a:spcBef>
          <a:spcPct val="0"/>
        </a:spcBef>
        <a:spcAft>
          <a:spcPct val="0"/>
        </a:spcAft>
        <a:defRPr sz="2400">
          <a:solidFill>
            <a:schemeClr val="tx1"/>
          </a:solidFill>
          <a:latin typeface="Times" charset="0"/>
          <a:ea typeface="ＭＳ Ｐゴシック" charset="-128"/>
        </a:defRPr>
      </a:lvl8pPr>
      <a:lvl9pPr marL="1828800" algn="l" rtl="0" eaLnBrk="0" fontAlgn="base" hangingPunct="0">
        <a:spcBef>
          <a:spcPct val="0"/>
        </a:spcBef>
        <a:spcAft>
          <a:spcPct val="0"/>
        </a:spcAft>
        <a:defRPr sz="2400">
          <a:solidFill>
            <a:schemeClr val="tx1"/>
          </a:solidFill>
          <a:latin typeface="Times" charset="0"/>
          <a:ea typeface="ＭＳ Ｐゴシック" charset="-128"/>
        </a:defRPr>
      </a:lvl9pPr>
    </p:titleStyle>
    <p:bodyStyle>
      <a:lvl1pPr marL="342900" indent="-34290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cs typeface="Meiryo" panose="020B0604030504040204" pitchFamily="34" charset="-128"/>
        </a:defRPr>
      </a:lvl1pPr>
      <a:lvl2pPr marL="742950" indent="-28575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defRPr>
      </a:lvl2pPr>
      <a:lvl3pPr marL="1143000" indent="-22860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defRPr>
      </a:lvl3pPr>
      <a:lvl4pPr marL="1600200" indent="-22860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defRPr>
      </a:lvl4pPr>
      <a:lvl5pPr marL="2057400" indent="-228600" algn="l" rtl="0" eaLnBrk="0" fontAlgn="base" hangingPunct="0">
        <a:lnSpc>
          <a:spcPct val="150000"/>
        </a:lnSpc>
        <a:spcBef>
          <a:spcPts val="300"/>
        </a:spcBef>
        <a:spcAft>
          <a:spcPct val="0"/>
        </a:spcAft>
        <a:buChar char="»"/>
        <a:defRPr kumimoji="1">
          <a:solidFill>
            <a:schemeClr val="tx1"/>
          </a:solidFill>
          <a:latin typeface="Meiryo" panose="020B0604030504040204" pitchFamily="34" charset="-128"/>
          <a:ea typeface="Meiryo" panose="020B0604030504040204" pitchFamily="34" charset="-128"/>
        </a:defRPr>
      </a:lvl5pPr>
      <a:lvl6pPr marL="2514600" indent="-228600" algn="l" rtl="0" eaLnBrk="0" fontAlgn="base" hangingPunct="0">
        <a:spcBef>
          <a:spcPct val="20000"/>
        </a:spcBef>
        <a:spcAft>
          <a:spcPct val="0"/>
        </a:spcAft>
        <a:buChar char="»"/>
        <a:defRPr>
          <a:solidFill>
            <a:schemeClr val="tx1"/>
          </a:solidFill>
          <a:latin typeface="+mn-lt"/>
          <a:ea typeface="+mn-ea"/>
        </a:defRPr>
      </a:lvl6pPr>
      <a:lvl7pPr marL="2971800" indent="-228600" algn="l" rtl="0" eaLnBrk="0" fontAlgn="base" hangingPunct="0">
        <a:spcBef>
          <a:spcPct val="20000"/>
        </a:spcBef>
        <a:spcAft>
          <a:spcPct val="0"/>
        </a:spcAft>
        <a:buChar char="»"/>
        <a:defRPr>
          <a:solidFill>
            <a:schemeClr val="tx1"/>
          </a:solidFill>
          <a:latin typeface="+mn-lt"/>
          <a:ea typeface="+mn-ea"/>
        </a:defRPr>
      </a:lvl7pPr>
      <a:lvl8pPr marL="3429000" indent="-228600" algn="l" rtl="0" eaLnBrk="0" fontAlgn="base" hangingPunct="0">
        <a:spcBef>
          <a:spcPct val="20000"/>
        </a:spcBef>
        <a:spcAft>
          <a:spcPct val="0"/>
        </a:spcAft>
        <a:buChar char="»"/>
        <a:defRPr>
          <a:solidFill>
            <a:schemeClr val="tx1"/>
          </a:solidFill>
          <a:latin typeface="+mn-lt"/>
          <a:ea typeface="+mn-ea"/>
        </a:defRPr>
      </a:lvl8pPr>
      <a:lvl9pPr marL="3886200" indent="-228600" algn="l" rtl="0" eaLnBrk="0" fontAlgn="base" hangingPunct="0">
        <a:spcBef>
          <a:spcPct val="20000"/>
        </a:spcBef>
        <a:spcAft>
          <a:spcPct val="0"/>
        </a:spcAft>
        <a:buChar char="»"/>
        <a:defRPr>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7" Type="http://schemas.openxmlformats.org/officeDocument/2006/relationships/chart" Target="../charts/chart4.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chart" Target="../charts/chart3.xml"/><Relationship Id="rId5" Type="http://schemas.openxmlformats.org/officeDocument/2006/relationships/image" Target="../media/image5.png"/><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chart" Target="../charts/chart6.xml"/><Relationship Id="rId4" Type="http://schemas.openxmlformats.org/officeDocument/2006/relationships/chart" Target="../charts/char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chart" Target="../charts/char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11.jpg"/><Relationship Id="rId4" Type="http://schemas.openxmlformats.org/officeDocument/2006/relationships/image" Target="../media/image4.jpe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image" Target="../media/image12.png"/><Relationship Id="rId1" Type="http://schemas.openxmlformats.org/officeDocument/2006/relationships/slideLayout" Target="../slideLayouts/slideLayout3.xml"/><Relationship Id="rId5" Type="http://schemas.openxmlformats.org/officeDocument/2006/relationships/chart" Target="../charts/chart11.xml"/><Relationship Id="rId4" Type="http://schemas.openxmlformats.org/officeDocument/2006/relationships/chart" Target="../charts/char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FACE77F5-4186-2003-8203-B71334AA4630}"/>
              </a:ext>
            </a:extLst>
          </p:cNvPr>
          <p:cNvSpPr txBox="1">
            <a:spLocks noChangeArrowheads="1"/>
          </p:cNvSpPr>
          <p:nvPr/>
        </p:nvSpPr>
        <p:spPr bwMode="auto">
          <a:xfrm>
            <a:off x="1046065" y="1699464"/>
            <a:ext cx="10099865"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a:spcBef>
                <a:spcPct val="20000"/>
              </a:spcBef>
              <a:buChar char="•"/>
              <a:defRPr kumimoji="1">
                <a:solidFill>
                  <a:schemeClr val="tx1"/>
                </a:solidFill>
                <a:latin typeface="Times" pitchFamily="2" charset="0"/>
                <a:ea typeface="ＭＳ Ｐゴシック" panose="020B0600070205080204" pitchFamily="34" charset="-128"/>
              </a:defRPr>
            </a:lvl1pPr>
            <a:lvl2pPr marL="742950" indent="-285750">
              <a:spcBef>
                <a:spcPct val="20000"/>
              </a:spcBef>
              <a:buChar char="–"/>
              <a:defRPr kumimoji="1">
                <a:solidFill>
                  <a:schemeClr val="tx1"/>
                </a:solidFill>
                <a:latin typeface="Times" pitchFamily="2" charset="0"/>
                <a:ea typeface="ＭＳ Ｐゴシック" panose="020B0600070205080204" pitchFamily="34" charset="-128"/>
              </a:defRPr>
            </a:lvl2pPr>
            <a:lvl3pPr marL="1143000" indent="-228600">
              <a:spcBef>
                <a:spcPct val="20000"/>
              </a:spcBef>
              <a:buChar char="•"/>
              <a:defRPr kumimoji="1">
                <a:solidFill>
                  <a:schemeClr val="tx1"/>
                </a:solidFill>
                <a:latin typeface="Times" pitchFamily="2" charset="0"/>
                <a:ea typeface="ＭＳ Ｐゴシック" panose="020B0600070205080204" pitchFamily="34" charset="-128"/>
              </a:defRPr>
            </a:lvl3pPr>
            <a:lvl4pPr marL="1600200" indent="-228600">
              <a:spcBef>
                <a:spcPct val="20000"/>
              </a:spcBef>
              <a:buChar char="–"/>
              <a:defRPr kumimoji="1">
                <a:solidFill>
                  <a:schemeClr val="tx1"/>
                </a:solidFill>
                <a:latin typeface="Times" pitchFamily="2" charset="0"/>
                <a:ea typeface="ＭＳ Ｐゴシック" panose="020B0600070205080204" pitchFamily="34" charset="-128"/>
              </a:defRPr>
            </a:lvl4pPr>
            <a:lvl5pPr marL="2057400" indent="-228600">
              <a:spcBef>
                <a:spcPct val="20000"/>
              </a:spcBef>
              <a:buChar char="»"/>
              <a:defRPr kumimoji="1">
                <a:solidFill>
                  <a:schemeClr val="tx1"/>
                </a:solidFill>
                <a:latin typeface="Times" pitchFamily="2" charset="0"/>
                <a:ea typeface="ＭＳ Ｐゴシック" panose="020B0600070205080204" pitchFamily="34" charset="-128"/>
              </a:defRPr>
            </a:lvl5pPr>
            <a:lvl6pPr marL="2514600" indent="-228600" eaLnBrk="0" fontAlgn="base" hangingPunct="0">
              <a:spcBef>
                <a:spcPct val="20000"/>
              </a:spcBef>
              <a:spcAft>
                <a:spcPct val="0"/>
              </a:spcAft>
              <a:buChar char="»"/>
              <a:defRPr kumimoji="1">
                <a:solidFill>
                  <a:schemeClr val="tx1"/>
                </a:solidFill>
                <a:latin typeface="Times" pitchFamily="2" charset="0"/>
                <a:ea typeface="ＭＳ Ｐゴシック" panose="020B0600070205080204" pitchFamily="34" charset="-128"/>
              </a:defRPr>
            </a:lvl6pPr>
            <a:lvl7pPr marL="2971800" indent="-228600" eaLnBrk="0" fontAlgn="base" hangingPunct="0">
              <a:spcBef>
                <a:spcPct val="20000"/>
              </a:spcBef>
              <a:spcAft>
                <a:spcPct val="0"/>
              </a:spcAft>
              <a:buChar char="»"/>
              <a:defRPr kumimoji="1">
                <a:solidFill>
                  <a:schemeClr val="tx1"/>
                </a:solidFill>
                <a:latin typeface="Times" pitchFamily="2" charset="0"/>
                <a:ea typeface="ＭＳ Ｐゴシック" panose="020B0600070205080204" pitchFamily="34" charset="-128"/>
              </a:defRPr>
            </a:lvl7pPr>
            <a:lvl8pPr marL="3429000" indent="-228600" eaLnBrk="0" fontAlgn="base" hangingPunct="0">
              <a:spcBef>
                <a:spcPct val="20000"/>
              </a:spcBef>
              <a:spcAft>
                <a:spcPct val="0"/>
              </a:spcAft>
              <a:buChar char="»"/>
              <a:defRPr kumimoji="1">
                <a:solidFill>
                  <a:schemeClr val="tx1"/>
                </a:solidFill>
                <a:latin typeface="Times" pitchFamily="2" charset="0"/>
                <a:ea typeface="ＭＳ Ｐゴシック" panose="020B0600070205080204" pitchFamily="34" charset="-128"/>
              </a:defRPr>
            </a:lvl8pPr>
            <a:lvl9pPr marL="3886200" indent="-228600" eaLnBrk="0" fontAlgn="base" hangingPunct="0">
              <a:spcBef>
                <a:spcPct val="20000"/>
              </a:spcBef>
              <a:spcAft>
                <a:spcPct val="0"/>
              </a:spcAft>
              <a:buChar char="»"/>
              <a:defRPr kumimoji="1">
                <a:solidFill>
                  <a:schemeClr val="tx1"/>
                </a:solidFill>
                <a:latin typeface="Times" pitchFamily="2" charset="0"/>
                <a:ea typeface="ＭＳ Ｐゴシック" panose="020B0600070205080204" pitchFamily="34" charset="-128"/>
              </a:defRPr>
            </a:lvl9pPr>
          </a:lstStyle>
          <a:p>
            <a:pPr algn="ctr">
              <a:buFontTx/>
              <a:buNone/>
            </a:pPr>
            <a:r>
              <a:rPr kumimoji="0" lang="ja-JP" altLang="en-US" sz="4800" b="1" i="0" dirty="0">
                <a:latin typeface="+mj-ea"/>
                <a:ea typeface="+mj-ea"/>
              </a:rPr>
              <a:t>重ね合わせを用いた移動ロボットの未知環境走行性能の推定</a:t>
            </a:r>
            <a:endParaRPr kumimoji="0" lang="en-US" altLang="ja-JP" sz="4800" b="1" i="0" dirty="0">
              <a:latin typeface="+mj-ea"/>
              <a:ea typeface="+mj-ea"/>
            </a:endParaRPr>
          </a:p>
        </p:txBody>
      </p:sp>
      <p:sp>
        <p:nvSpPr>
          <p:cNvPr id="4" name="テキスト ボックス 3">
            <a:extLst>
              <a:ext uri="{FF2B5EF4-FFF2-40B4-BE49-F238E27FC236}">
                <a16:creationId xmlns:a16="http://schemas.microsoft.com/office/drawing/2014/main" id="{1CFF3504-9A82-9E5D-6F39-8537E124992D}"/>
              </a:ext>
            </a:extLst>
          </p:cNvPr>
          <p:cNvSpPr txBox="1"/>
          <p:nvPr/>
        </p:nvSpPr>
        <p:spPr>
          <a:xfrm>
            <a:off x="3809999" y="4642109"/>
            <a:ext cx="4572000" cy="400110"/>
          </a:xfrm>
          <a:prstGeom prst="rect">
            <a:avLst/>
          </a:prstGeom>
          <a:noFill/>
        </p:spPr>
        <p:txBody>
          <a:bodyPr wrap="square">
            <a:spAutoFit/>
          </a:bodyPr>
          <a:lstStyle/>
          <a:p>
            <a:pPr algn="ctr"/>
            <a:r>
              <a:rPr lang="en-US" altLang="ja-JP" sz="2000" b="1" i="0" dirty="0">
                <a:latin typeface="メイリオ" panose="020B0604030504040204" pitchFamily="50" charset="-128"/>
                <a:ea typeface="メイリオ" panose="020B0604030504040204" pitchFamily="50" charset="-128"/>
              </a:rPr>
              <a:t>1223011</a:t>
            </a:r>
            <a:r>
              <a:rPr lang="ja-JP" altLang="en-US" sz="2000" b="1" i="0" dirty="0">
                <a:latin typeface="メイリオ" panose="020B0604030504040204" pitchFamily="50" charset="-128"/>
                <a:ea typeface="メイリオ" panose="020B0604030504040204" pitchFamily="50" charset="-128"/>
              </a:rPr>
              <a:t>　佐藤 翔亮</a:t>
            </a:r>
            <a:endParaRPr lang="en-US" altLang="ja-JP" sz="2000" b="1" i="0" dirty="0">
              <a:latin typeface="メイリオ" panose="020B0604030504040204" pitchFamily="50" charset="-128"/>
              <a:ea typeface="メイリオ" panose="020B0604030504040204" pitchFamily="50" charset="-128"/>
            </a:endParaRPr>
          </a:p>
        </p:txBody>
      </p:sp>
      <p:sp>
        <p:nvSpPr>
          <p:cNvPr id="3" name="テキスト ボックス 2">
            <a:extLst>
              <a:ext uri="{FF2B5EF4-FFF2-40B4-BE49-F238E27FC236}">
                <a16:creationId xmlns:a16="http://schemas.microsoft.com/office/drawing/2014/main" id="{DEDDB956-52D5-B1F8-1859-16008115E513}"/>
              </a:ext>
            </a:extLst>
          </p:cNvPr>
          <p:cNvSpPr txBox="1"/>
          <p:nvPr/>
        </p:nvSpPr>
        <p:spPr>
          <a:xfrm>
            <a:off x="2349341" y="4204601"/>
            <a:ext cx="7493315" cy="400110"/>
          </a:xfrm>
          <a:prstGeom prst="rect">
            <a:avLst/>
          </a:prstGeom>
          <a:noFill/>
        </p:spPr>
        <p:txBody>
          <a:bodyPr wrap="square">
            <a:spAutoFit/>
          </a:bodyPr>
          <a:lstStyle/>
          <a:p>
            <a:pPr algn="ctr"/>
            <a:r>
              <a:rPr lang="ja-JP" altLang="en-US" sz="2000" i="0" dirty="0">
                <a:latin typeface="メイリオ" panose="020B0604030504040204" pitchFamily="50" charset="-128"/>
                <a:ea typeface="メイリオ" panose="020B0604030504040204" pitchFamily="50" charset="-128"/>
              </a:rPr>
              <a:t>機械工学科　フィールドロコモーション研究室</a:t>
            </a:r>
            <a:endParaRPr lang="en-US" altLang="ja-JP" sz="2000" i="0"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D58FAB02-1E14-FAA4-3BFE-A4A63ED5382B}"/>
              </a:ext>
            </a:extLst>
          </p:cNvPr>
          <p:cNvSpPr txBox="1"/>
          <p:nvPr/>
        </p:nvSpPr>
        <p:spPr>
          <a:xfrm>
            <a:off x="-649267" y="302325"/>
            <a:ext cx="4459266" cy="369332"/>
          </a:xfrm>
          <a:prstGeom prst="rect">
            <a:avLst/>
          </a:prstGeom>
          <a:noFill/>
        </p:spPr>
        <p:txBody>
          <a:bodyPr wrap="square" rtlCol="0">
            <a:spAutoFit/>
          </a:bodyPr>
          <a:lstStyle/>
          <a:p>
            <a:pPr algn="ctr"/>
            <a:r>
              <a:rPr kumimoji="1" lang="ja-JP" altLang="en-US" sz="1800" i="0" dirty="0">
                <a:latin typeface="メイリオ" panose="020B0604030504040204" pitchFamily="50" charset="-128"/>
                <a:ea typeface="メイリオ" panose="020B0604030504040204" pitchFamily="50" charset="-128"/>
              </a:rPr>
              <a:t>浪花研研究会</a:t>
            </a:r>
          </a:p>
        </p:txBody>
      </p:sp>
      <p:sp>
        <p:nvSpPr>
          <p:cNvPr id="6" name="テキスト ボックス 5">
            <a:extLst>
              <a:ext uri="{FF2B5EF4-FFF2-40B4-BE49-F238E27FC236}">
                <a16:creationId xmlns:a16="http://schemas.microsoft.com/office/drawing/2014/main" id="{B30358F2-6A9E-F766-A832-0CD65EBA0731}"/>
              </a:ext>
            </a:extLst>
          </p:cNvPr>
          <p:cNvSpPr txBox="1"/>
          <p:nvPr/>
        </p:nvSpPr>
        <p:spPr>
          <a:xfrm>
            <a:off x="7079293" y="302326"/>
            <a:ext cx="7493315" cy="369332"/>
          </a:xfrm>
          <a:prstGeom prst="rect">
            <a:avLst/>
          </a:prstGeom>
          <a:noFill/>
        </p:spPr>
        <p:txBody>
          <a:bodyPr wrap="square">
            <a:spAutoFit/>
          </a:bodyPr>
          <a:lstStyle/>
          <a:p>
            <a:pPr algn="ctr"/>
            <a:r>
              <a:rPr lang="en-US" altLang="ja-JP" sz="1800" i="0" dirty="0">
                <a:latin typeface="メイリオ" panose="020B0604030504040204" pitchFamily="50" charset="-128"/>
                <a:ea typeface="メイリオ" panose="020B0604030504040204" pitchFamily="50" charset="-128"/>
              </a:rPr>
              <a:t>2025/11/11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テキスト ボックス 8">
            <a:extLst>
              <a:ext uri="{FF2B5EF4-FFF2-40B4-BE49-F238E27FC236}">
                <a16:creationId xmlns:a16="http://schemas.microsoft.com/office/drawing/2014/main" id="{9A75BCC8-CC7C-A124-E7AD-7123E3B4E8E8}"/>
              </a:ext>
            </a:extLst>
          </p:cNvPr>
          <p:cNvSpPr txBox="1"/>
          <p:nvPr/>
        </p:nvSpPr>
        <p:spPr>
          <a:xfrm>
            <a:off x="1485375" y="5795352"/>
            <a:ext cx="9212778" cy="584775"/>
          </a:xfrm>
          <a:prstGeom prst="rect">
            <a:avLst/>
          </a:prstGeom>
          <a:noFill/>
        </p:spPr>
        <p:txBody>
          <a:bodyPr wrap="none" rtlCol="0">
            <a:spAutoFit/>
          </a:bodyPr>
          <a:lstStyle/>
          <a:p>
            <a:pPr algn="l"/>
            <a:r>
              <a:rPr kumimoji="1" lang="ja-JP" altLang="en-US" sz="3200" b="1" i="0" dirty="0">
                <a:latin typeface="+mn-ea"/>
                <a:ea typeface="+mn-ea"/>
              </a:rPr>
              <a:t>人の代わりに作業する災害対応ロボットが欲しい</a:t>
            </a:r>
          </a:p>
        </p:txBody>
      </p:sp>
      <p:sp>
        <p:nvSpPr>
          <p:cNvPr id="28" name="タイトル 5">
            <a:extLst>
              <a:ext uri="{FF2B5EF4-FFF2-40B4-BE49-F238E27FC236}">
                <a16:creationId xmlns:a16="http://schemas.microsoft.com/office/drawing/2014/main" id="{05B1F4F0-FAEF-9B55-B534-BEF7EAFBBC46}"/>
              </a:ext>
            </a:extLst>
          </p:cNvPr>
          <p:cNvSpPr>
            <a:spLocks noGrp="1" noChangeArrowheads="1"/>
          </p:cNvSpPr>
          <p:nvPr>
            <p:ph type="title"/>
          </p:nvPr>
        </p:nvSpPr>
        <p:spPr>
          <a:xfrm>
            <a:off x="882823" y="330200"/>
            <a:ext cx="10447867" cy="558800"/>
          </a:xfrm>
        </p:spPr>
        <p:txBody>
          <a:bodyPr/>
          <a:lstStyle/>
          <a:p>
            <a:r>
              <a:rPr lang="ja-JP" altLang="en-US" sz="3200" b="1" dirty="0"/>
              <a:t>緒言</a:t>
            </a:r>
            <a:endParaRPr lang="ja-JP" altLang="en-US" sz="3200" dirty="0"/>
          </a:p>
        </p:txBody>
      </p:sp>
      <p:sp>
        <p:nvSpPr>
          <p:cNvPr id="18" name="テキスト ボックス 17">
            <a:extLst>
              <a:ext uri="{FF2B5EF4-FFF2-40B4-BE49-F238E27FC236}">
                <a16:creationId xmlns:a16="http://schemas.microsoft.com/office/drawing/2014/main" id="{D5268CBF-C1A1-1774-DF5F-DC67118CDA53}"/>
              </a:ext>
            </a:extLst>
          </p:cNvPr>
          <p:cNvSpPr txBox="1"/>
          <p:nvPr/>
        </p:nvSpPr>
        <p:spPr>
          <a:xfrm>
            <a:off x="4742677" y="1297500"/>
            <a:ext cx="2698175" cy="523220"/>
          </a:xfrm>
          <a:prstGeom prst="rect">
            <a:avLst/>
          </a:prstGeom>
          <a:noFill/>
        </p:spPr>
        <p:txBody>
          <a:bodyPr wrap="none" rtlCol="0">
            <a:spAutoFit/>
          </a:bodyPr>
          <a:lstStyle/>
          <a:p>
            <a:pPr algn="l"/>
            <a:r>
              <a:rPr kumimoji="1" lang="ja-JP" altLang="en-US" sz="2800" b="1" i="0" dirty="0">
                <a:latin typeface="+mn-ea"/>
                <a:ea typeface="+mn-ea"/>
              </a:rPr>
              <a:t>日本は災害大国</a:t>
            </a:r>
          </a:p>
        </p:txBody>
      </p:sp>
      <p:grpSp>
        <p:nvGrpSpPr>
          <p:cNvPr id="13" name="グループ化 12">
            <a:extLst>
              <a:ext uri="{FF2B5EF4-FFF2-40B4-BE49-F238E27FC236}">
                <a16:creationId xmlns:a16="http://schemas.microsoft.com/office/drawing/2014/main" id="{07A59A6F-2435-9FD9-1DF7-011C4D0A99CC}"/>
              </a:ext>
            </a:extLst>
          </p:cNvPr>
          <p:cNvGrpSpPr/>
          <p:nvPr/>
        </p:nvGrpSpPr>
        <p:grpSpPr>
          <a:xfrm>
            <a:off x="1137867" y="1701980"/>
            <a:ext cx="9907793" cy="3858520"/>
            <a:chOff x="1137868" y="1785758"/>
            <a:chExt cx="9907793" cy="3858520"/>
          </a:xfrm>
        </p:grpSpPr>
        <p:sp>
          <p:nvSpPr>
            <p:cNvPr id="12" name="正方形/長方形 11">
              <a:extLst>
                <a:ext uri="{FF2B5EF4-FFF2-40B4-BE49-F238E27FC236}">
                  <a16:creationId xmlns:a16="http://schemas.microsoft.com/office/drawing/2014/main" id="{A02B1CEB-8E18-E3FF-2E5E-35BE05B51FC0}"/>
                </a:ext>
              </a:extLst>
            </p:cNvPr>
            <p:cNvSpPr/>
            <p:nvPr/>
          </p:nvSpPr>
          <p:spPr bwMode="auto">
            <a:xfrm>
              <a:off x="1137868" y="2067279"/>
              <a:ext cx="9907793" cy="3576999"/>
            </a:xfrm>
            <a:prstGeom prst="rect">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nvGrpSpPr>
            <p:cNvPr id="4" name="グループ化 3">
              <a:extLst>
                <a:ext uri="{FF2B5EF4-FFF2-40B4-BE49-F238E27FC236}">
                  <a16:creationId xmlns:a16="http://schemas.microsoft.com/office/drawing/2014/main" id="{74507154-57BE-A7A6-702A-CD0A473FE91F}"/>
                </a:ext>
              </a:extLst>
            </p:cNvPr>
            <p:cNvGrpSpPr/>
            <p:nvPr/>
          </p:nvGrpSpPr>
          <p:grpSpPr>
            <a:xfrm>
              <a:off x="2169009" y="2772287"/>
              <a:ext cx="7783942" cy="2811590"/>
              <a:chOff x="2342044" y="2541735"/>
              <a:chExt cx="7892152" cy="2634317"/>
            </a:xfrm>
          </p:grpSpPr>
          <p:pic>
            <p:nvPicPr>
              <p:cNvPr id="5" name="Picture 2" descr="　被災２日後。破壊された家々は、がれきと化し街を埋め尽くしていた（１１年３月１３日、岩手・宮古市田老地区）">
                <a:extLst>
                  <a:ext uri="{FF2B5EF4-FFF2-40B4-BE49-F238E27FC236}">
                    <a16:creationId xmlns:a16="http://schemas.microsoft.com/office/drawing/2014/main" id="{7A5937A8-7627-86BA-95EE-E89C65813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2044" y="2548056"/>
                <a:ext cx="3251933" cy="216795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4">
                <a:extLst>
                  <a:ext uri="{FF2B5EF4-FFF2-40B4-BE49-F238E27FC236}">
                    <a16:creationId xmlns:a16="http://schemas.microsoft.com/office/drawing/2014/main" id="{8E02E9F7-E170-179A-3907-CF918D4D6F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6217" y="2541735"/>
                <a:ext cx="4170354" cy="2179011"/>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BC6BD0B7-2537-37D6-82A4-72266B3B35F9}"/>
                  </a:ext>
                </a:extLst>
              </p:cNvPr>
              <p:cNvSpPr txBox="1"/>
              <p:nvPr/>
            </p:nvSpPr>
            <p:spPr>
              <a:xfrm>
                <a:off x="5826217" y="4742792"/>
                <a:ext cx="4407979" cy="432557"/>
              </a:xfrm>
              <a:prstGeom prst="rect">
                <a:avLst/>
              </a:prstGeom>
              <a:noFill/>
            </p:spPr>
            <p:txBody>
              <a:bodyPr wrap="square">
                <a:spAutoFit/>
              </a:bodyPr>
              <a:lstStyle/>
              <a:p>
                <a:r>
                  <a:rPr lang="ja-JP" altLang="en-US" i="0" dirty="0">
                    <a:latin typeface="+mn-ea"/>
                    <a:ea typeface="+mn-ea"/>
                    <a:cs typeface="Segoe UI Historic" panose="020B0502040204020203" pitchFamily="34" charset="0"/>
                  </a:rPr>
                  <a:t>https://gooddo.jp/magazine/climate-change/heavyrain_typhoon/heavyrain_kyushyu/3778/</a:t>
                </a:r>
              </a:p>
            </p:txBody>
          </p:sp>
          <p:sp>
            <p:nvSpPr>
              <p:cNvPr id="6" name="テキスト ボックス 5">
                <a:extLst>
                  <a:ext uri="{FF2B5EF4-FFF2-40B4-BE49-F238E27FC236}">
                    <a16:creationId xmlns:a16="http://schemas.microsoft.com/office/drawing/2014/main" id="{1BCF12A1-69C5-4072-3C38-BE16F35D3EBF}"/>
                  </a:ext>
                </a:extLst>
              </p:cNvPr>
              <p:cNvSpPr txBox="1"/>
              <p:nvPr/>
            </p:nvSpPr>
            <p:spPr>
              <a:xfrm>
                <a:off x="2535269" y="4743495"/>
                <a:ext cx="2915078" cy="432557"/>
              </a:xfrm>
              <a:prstGeom prst="rect">
                <a:avLst/>
              </a:prstGeom>
              <a:noFill/>
            </p:spPr>
            <p:txBody>
              <a:bodyPr wrap="square">
                <a:spAutoFit/>
              </a:bodyPr>
              <a:lstStyle/>
              <a:p>
                <a:r>
                  <a:rPr lang="ja-JP" altLang="en-US" i="0" dirty="0">
                    <a:latin typeface="+mn-ea"/>
                    <a:ea typeface="+mn-ea"/>
                    <a:cs typeface="Segoe UI Historic" panose="020B0502040204020203" pitchFamily="34" charset="0"/>
                  </a:rPr>
                  <a:t>https://www.jiji.com/jc/v4?id=saigai-haikibutsu&amp;p=110323</a:t>
                </a:r>
              </a:p>
            </p:txBody>
          </p:sp>
        </p:grpSp>
        <p:sp>
          <p:nvSpPr>
            <p:cNvPr id="10" name="テキスト ボックス 9">
              <a:extLst>
                <a:ext uri="{FF2B5EF4-FFF2-40B4-BE49-F238E27FC236}">
                  <a16:creationId xmlns:a16="http://schemas.microsoft.com/office/drawing/2014/main" id="{36CD1C8E-9B23-1A67-DD1E-B6E01595D4E1}"/>
                </a:ext>
              </a:extLst>
            </p:cNvPr>
            <p:cNvSpPr txBox="1"/>
            <p:nvPr/>
          </p:nvSpPr>
          <p:spPr>
            <a:xfrm>
              <a:off x="3372571" y="2337228"/>
              <a:ext cx="800219" cy="461665"/>
            </a:xfrm>
            <a:prstGeom prst="rect">
              <a:avLst/>
            </a:prstGeom>
            <a:noFill/>
          </p:spPr>
          <p:txBody>
            <a:bodyPr wrap="none" rtlCol="0">
              <a:spAutoFit/>
            </a:bodyPr>
            <a:lstStyle/>
            <a:p>
              <a:pPr algn="l"/>
              <a:r>
                <a:rPr kumimoji="1" lang="ja-JP" altLang="en-US" sz="2400" i="0" dirty="0">
                  <a:latin typeface="+mn-ea"/>
                  <a:ea typeface="+mn-ea"/>
                </a:rPr>
                <a:t>津波</a:t>
              </a:r>
            </a:p>
          </p:txBody>
        </p:sp>
        <p:sp>
          <p:nvSpPr>
            <p:cNvPr id="11" name="テキスト ボックス 10">
              <a:extLst>
                <a:ext uri="{FF2B5EF4-FFF2-40B4-BE49-F238E27FC236}">
                  <a16:creationId xmlns:a16="http://schemas.microsoft.com/office/drawing/2014/main" id="{0CFA6FAC-D9B7-79B4-0AB1-8AAE161B7565}"/>
                </a:ext>
              </a:extLst>
            </p:cNvPr>
            <p:cNvSpPr txBox="1"/>
            <p:nvPr/>
          </p:nvSpPr>
          <p:spPr>
            <a:xfrm>
              <a:off x="6954111" y="2337228"/>
              <a:ext cx="1415772" cy="461665"/>
            </a:xfrm>
            <a:prstGeom prst="rect">
              <a:avLst/>
            </a:prstGeom>
            <a:noFill/>
          </p:spPr>
          <p:txBody>
            <a:bodyPr wrap="none" rtlCol="0">
              <a:spAutoFit/>
            </a:bodyPr>
            <a:lstStyle/>
            <a:p>
              <a:pPr algn="l"/>
              <a:r>
                <a:rPr kumimoji="1" lang="ja-JP" altLang="en-US" sz="2400" i="0" dirty="0">
                  <a:latin typeface="+mn-ea"/>
                  <a:ea typeface="+mn-ea"/>
                </a:rPr>
                <a:t>土砂崩れ</a:t>
              </a:r>
            </a:p>
          </p:txBody>
        </p:sp>
        <p:sp>
          <p:nvSpPr>
            <p:cNvPr id="8" name="テキスト ボックス 7">
              <a:extLst>
                <a:ext uri="{FF2B5EF4-FFF2-40B4-BE49-F238E27FC236}">
                  <a16:creationId xmlns:a16="http://schemas.microsoft.com/office/drawing/2014/main" id="{5E1FBB86-FAA7-1872-35BD-E82C3DD61E2C}"/>
                </a:ext>
              </a:extLst>
            </p:cNvPr>
            <p:cNvSpPr txBox="1"/>
            <p:nvPr/>
          </p:nvSpPr>
          <p:spPr>
            <a:xfrm>
              <a:off x="1378548" y="1785758"/>
              <a:ext cx="9426432" cy="584775"/>
            </a:xfrm>
            <a:prstGeom prst="rect">
              <a:avLst/>
            </a:prstGeom>
            <a:solidFill>
              <a:schemeClr val="bg1"/>
            </a:solidFill>
          </p:spPr>
          <p:txBody>
            <a:bodyPr wrap="square" rtlCol="0">
              <a:spAutoFit/>
            </a:bodyPr>
            <a:lstStyle/>
            <a:p>
              <a:r>
                <a:rPr kumimoji="1" lang="ja-JP" altLang="en-US" sz="2400" b="1" i="0" dirty="0">
                  <a:latin typeface="+mn-ea"/>
                  <a:ea typeface="+mn-ea"/>
                </a:rPr>
                <a:t>災害現場のような</a:t>
              </a:r>
              <a:r>
                <a:rPr kumimoji="1" lang="ja-JP" altLang="en-US" sz="2400" b="1" i="0" dirty="0">
                  <a:solidFill>
                    <a:schemeClr val="accent1">
                      <a:lumMod val="75000"/>
                    </a:schemeClr>
                  </a:solidFill>
                  <a:latin typeface="+mn-ea"/>
                  <a:ea typeface="+mn-ea"/>
                </a:rPr>
                <a:t>障害物や無数の凹凸のある地形を</a:t>
              </a:r>
              <a:r>
                <a:rPr kumimoji="1" lang="ja-JP" altLang="en-US" sz="3200" b="1" i="0" dirty="0">
                  <a:solidFill>
                    <a:srgbClr val="FF0000"/>
                  </a:solidFill>
                  <a:latin typeface="+mn-ea"/>
                  <a:ea typeface="+mn-ea"/>
                </a:rPr>
                <a:t>不整地</a:t>
              </a:r>
              <a:r>
                <a:rPr kumimoji="1" lang="ja-JP" altLang="en-US" sz="2400" b="1" i="0" dirty="0">
                  <a:latin typeface="+mn-ea"/>
                  <a:ea typeface="+mn-ea"/>
                </a:rPr>
                <a:t>という</a:t>
              </a:r>
            </a:p>
          </p:txBody>
        </p:sp>
      </p:grpSp>
    </p:spTree>
    <p:extLst>
      <p:ext uri="{BB962C8B-B14F-4D97-AF65-F5344CB8AC3E}">
        <p14:creationId xmlns:p14="http://schemas.microsoft.com/office/powerpoint/2010/main" val="679196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D25D-DCC8-B1B9-DB8A-330C4552799B}"/>
            </a:ext>
          </a:extLst>
        </p:cNvPr>
        <p:cNvGrpSpPr/>
        <p:nvPr/>
      </p:nvGrpSpPr>
      <p:grpSpPr>
        <a:xfrm>
          <a:off x="0" y="0"/>
          <a:ext cx="0" cy="0"/>
          <a:chOff x="0" y="0"/>
          <a:chExt cx="0" cy="0"/>
        </a:xfrm>
      </p:grpSpPr>
      <p:sp>
        <p:nvSpPr>
          <p:cNvPr id="51" name="正方形/長方形 50">
            <a:extLst>
              <a:ext uri="{FF2B5EF4-FFF2-40B4-BE49-F238E27FC236}">
                <a16:creationId xmlns:a16="http://schemas.microsoft.com/office/drawing/2014/main" id="{28A864F3-BC98-B009-BDCC-E2123D0BA981}"/>
              </a:ext>
            </a:extLst>
          </p:cNvPr>
          <p:cNvSpPr/>
          <p:nvPr/>
        </p:nvSpPr>
        <p:spPr bwMode="auto">
          <a:xfrm>
            <a:off x="1140595" y="2755506"/>
            <a:ext cx="5005222" cy="2203305"/>
          </a:xfrm>
          <a:prstGeom prst="rect">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52" name="正方形/長方形 51">
            <a:extLst>
              <a:ext uri="{FF2B5EF4-FFF2-40B4-BE49-F238E27FC236}">
                <a16:creationId xmlns:a16="http://schemas.microsoft.com/office/drawing/2014/main" id="{3C05A645-3A76-10F4-E1FA-50F256808259}"/>
              </a:ext>
            </a:extLst>
          </p:cNvPr>
          <p:cNvSpPr/>
          <p:nvPr/>
        </p:nvSpPr>
        <p:spPr bwMode="auto">
          <a:xfrm>
            <a:off x="6287716" y="2749017"/>
            <a:ext cx="4770416" cy="2203305"/>
          </a:xfrm>
          <a:prstGeom prst="rect">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7169" name="タイトル 5">
            <a:extLst>
              <a:ext uri="{FF2B5EF4-FFF2-40B4-BE49-F238E27FC236}">
                <a16:creationId xmlns:a16="http://schemas.microsoft.com/office/drawing/2014/main" id="{6CD259DA-EDBF-27B5-C88F-B8D061639E94}"/>
              </a:ext>
            </a:extLst>
          </p:cNvPr>
          <p:cNvSpPr>
            <a:spLocks noGrp="1" noChangeArrowheads="1"/>
          </p:cNvSpPr>
          <p:nvPr>
            <p:ph type="title"/>
          </p:nvPr>
        </p:nvSpPr>
        <p:spPr/>
        <p:txBody>
          <a:bodyPr/>
          <a:lstStyle/>
          <a:p>
            <a:r>
              <a:rPr lang="ja-JP" altLang="en-US" sz="3200" b="1" dirty="0"/>
              <a:t>未知環境について</a:t>
            </a:r>
            <a:endParaRPr lang="ja-JP" altLang="en-US" sz="3200" dirty="0"/>
          </a:p>
        </p:txBody>
      </p:sp>
      <p:sp>
        <p:nvSpPr>
          <p:cNvPr id="2" name="テキスト ボックス 1">
            <a:extLst>
              <a:ext uri="{FF2B5EF4-FFF2-40B4-BE49-F238E27FC236}">
                <a16:creationId xmlns:a16="http://schemas.microsoft.com/office/drawing/2014/main" id="{C6F3B9B2-5F63-6085-2A4D-7AA1A7D783EB}"/>
              </a:ext>
            </a:extLst>
          </p:cNvPr>
          <p:cNvSpPr txBox="1"/>
          <p:nvPr/>
        </p:nvSpPr>
        <p:spPr>
          <a:xfrm>
            <a:off x="2613891" y="1564459"/>
            <a:ext cx="6955750" cy="646331"/>
          </a:xfrm>
          <a:prstGeom prst="rect">
            <a:avLst/>
          </a:prstGeom>
          <a:noFill/>
        </p:spPr>
        <p:txBody>
          <a:bodyPr wrap="none" rtlCol="0">
            <a:spAutoFit/>
          </a:bodyPr>
          <a:lstStyle/>
          <a:p>
            <a:pPr algn="l"/>
            <a:r>
              <a:rPr kumimoji="1" lang="ja-JP" altLang="en-US" sz="2800" b="1" i="0" dirty="0">
                <a:latin typeface="+mn-ea"/>
                <a:ea typeface="+mn-ea"/>
              </a:rPr>
              <a:t>障害物や無数の凹凸のある地形は</a:t>
            </a:r>
            <a:r>
              <a:rPr kumimoji="1" lang="ja-JP" altLang="en-US" sz="3600" b="1" i="0" dirty="0">
                <a:solidFill>
                  <a:schemeClr val="accent1">
                    <a:lumMod val="75000"/>
                  </a:schemeClr>
                </a:solidFill>
                <a:latin typeface="+mn-ea"/>
                <a:ea typeface="+mn-ea"/>
              </a:rPr>
              <a:t>不整地</a:t>
            </a:r>
            <a:endParaRPr kumimoji="1" lang="ja-JP" altLang="en-US" sz="2800" b="1" i="0" dirty="0">
              <a:latin typeface="+mn-ea"/>
              <a:ea typeface="+mn-ea"/>
            </a:endParaRPr>
          </a:p>
        </p:txBody>
      </p:sp>
      <p:sp>
        <p:nvSpPr>
          <p:cNvPr id="21" name="テキスト ボックス 20">
            <a:extLst>
              <a:ext uri="{FF2B5EF4-FFF2-40B4-BE49-F238E27FC236}">
                <a16:creationId xmlns:a16="http://schemas.microsoft.com/office/drawing/2014/main" id="{87DB6C8E-B788-51C6-3CA3-CCE5304E7B3A}"/>
              </a:ext>
            </a:extLst>
          </p:cNvPr>
          <p:cNvSpPr txBox="1"/>
          <p:nvPr/>
        </p:nvSpPr>
        <p:spPr>
          <a:xfrm>
            <a:off x="1613617" y="5337709"/>
            <a:ext cx="8956298" cy="646331"/>
          </a:xfrm>
          <a:prstGeom prst="rect">
            <a:avLst/>
          </a:prstGeom>
          <a:noFill/>
        </p:spPr>
        <p:txBody>
          <a:bodyPr wrap="none" rtlCol="0">
            <a:spAutoFit/>
          </a:bodyPr>
          <a:lstStyle/>
          <a:p>
            <a:pPr algn="l"/>
            <a:r>
              <a:rPr kumimoji="1" lang="ja-JP" altLang="en-US" sz="3600" b="1" i="0" dirty="0">
                <a:latin typeface="+mn-ea"/>
                <a:ea typeface="+mn-ea"/>
              </a:rPr>
              <a:t>事前に予測不可能な環境を</a:t>
            </a:r>
            <a:r>
              <a:rPr kumimoji="1" lang="ja-JP" altLang="en-US" sz="3600" b="1" i="0" dirty="0">
                <a:solidFill>
                  <a:srgbClr val="FF0000"/>
                </a:solidFill>
                <a:latin typeface="+mn-ea"/>
                <a:ea typeface="+mn-ea"/>
              </a:rPr>
              <a:t>未知環境</a:t>
            </a:r>
            <a:r>
              <a:rPr kumimoji="1" lang="ja-JP" altLang="en-US" sz="3600" b="1" i="0" dirty="0">
                <a:latin typeface="+mn-ea"/>
                <a:ea typeface="+mn-ea"/>
              </a:rPr>
              <a:t>という</a:t>
            </a:r>
          </a:p>
        </p:txBody>
      </p:sp>
      <p:grpSp>
        <p:nvGrpSpPr>
          <p:cNvPr id="47" name="グループ化 46">
            <a:extLst>
              <a:ext uri="{FF2B5EF4-FFF2-40B4-BE49-F238E27FC236}">
                <a16:creationId xmlns:a16="http://schemas.microsoft.com/office/drawing/2014/main" id="{E6568E0F-3939-93F2-F844-6384453F40CB}"/>
              </a:ext>
            </a:extLst>
          </p:cNvPr>
          <p:cNvGrpSpPr/>
          <p:nvPr/>
        </p:nvGrpSpPr>
        <p:grpSpPr>
          <a:xfrm>
            <a:off x="1382784" y="2553239"/>
            <a:ext cx="4625119" cy="2006579"/>
            <a:chOff x="1049767" y="2726860"/>
            <a:chExt cx="4625119" cy="2006579"/>
          </a:xfrm>
        </p:grpSpPr>
        <p:cxnSp>
          <p:nvCxnSpPr>
            <p:cNvPr id="5" name="直線コネクタ 4">
              <a:extLst>
                <a:ext uri="{FF2B5EF4-FFF2-40B4-BE49-F238E27FC236}">
                  <a16:creationId xmlns:a16="http://schemas.microsoft.com/office/drawing/2014/main" id="{2CD69255-D2BE-FE3C-1D43-901ED59EFE2C}"/>
                </a:ext>
              </a:extLst>
            </p:cNvPr>
            <p:cNvCxnSpPr>
              <a:cxnSpLocks/>
            </p:cNvCxnSpPr>
            <p:nvPr/>
          </p:nvCxnSpPr>
          <p:spPr bwMode="auto">
            <a:xfrm>
              <a:off x="1169154" y="4708291"/>
              <a:ext cx="1743863"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9" name="テキスト ボックス 18">
              <a:extLst>
                <a:ext uri="{FF2B5EF4-FFF2-40B4-BE49-F238E27FC236}">
                  <a16:creationId xmlns:a16="http://schemas.microsoft.com/office/drawing/2014/main" id="{743D5B5E-7BC3-CDCF-67A7-57BDEAFC6472}"/>
                </a:ext>
              </a:extLst>
            </p:cNvPr>
            <p:cNvSpPr txBox="1"/>
            <p:nvPr/>
          </p:nvSpPr>
          <p:spPr>
            <a:xfrm>
              <a:off x="2715608" y="3530897"/>
              <a:ext cx="2959278" cy="461665"/>
            </a:xfrm>
            <a:prstGeom prst="rect">
              <a:avLst/>
            </a:prstGeom>
            <a:noFill/>
          </p:spPr>
          <p:txBody>
            <a:bodyPr wrap="square" rtlCol="0">
              <a:spAutoFit/>
            </a:bodyPr>
            <a:lstStyle/>
            <a:p>
              <a:pPr algn="l"/>
              <a:r>
                <a:rPr kumimoji="1" lang="ja-JP" altLang="en-US" sz="2400" i="0" dirty="0">
                  <a:latin typeface="+mn-ea"/>
                  <a:ea typeface="+mn-ea"/>
                </a:rPr>
                <a:t>事前に状況がわかる</a:t>
              </a:r>
            </a:p>
          </p:txBody>
        </p:sp>
        <p:sp>
          <p:nvSpPr>
            <p:cNvPr id="17" name="テキスト ボックス 16">
              <a:extLst>
                <a:ext uri="{FF2B5EF4-FFF2-40B4-BE49-F238E27FC236}">
                  <a16:creationId xmlns:a16="http://schemas.microsoft.com/office/drawing/2014/main" id="{8FE50534-545D-8C2C-C8C5-9400C9B9EA0A}"/>
                </a:ext>
              </a:extLst>
            </p:cNvPr>
            <p:cNvSpPr txBox="1"/>
            <p:nvPr/>
          </p:nvSpPr>
          <p:spPr>
            <a:xfrm>
              <a:off x="1049767" y="2726860"/>
              <a:ext cx="4516255" cy="461665"/>
            </a:xfrm>
            <a:prstGeom prst="rect">
              <a:avLst/>
            </a:prstGeom>
            <a:solidFill>
              <a:schemeClr val="bg1"/>
            </a:solidFill>
            <a:ln>
              <a:noFill/>
            </a:ln>
          </p:spPr>
          <p:txBody>
            <a:bodyPr wrap="square" rtlCol="0">
              <a:spAutoFit/>
            </a:bodyPr>
            <a:lstStyle/>
            <a:p>
              <a:pPr algn="l"/>
              <a:r>
                <a:rPr kumimoji="1" lang="ja-JP" altLang="en-US" sz="2400" i="0" dirty="0">
                  <a:latin typeface="+mn-ea"/>
                  <a:ea typeface="+mn-ea"/>
                </a:rPr>
                <a:t>既存のロボットが活躍する地形</a:t>
              </a:r>
            </a:p>
          </p:txBody>
        </p:sp>
        <p:grpSp>
          <p:nvGrpSpPr>
            <p:cNvPr id="4" name="グループ化 3">
              <a:extLst>
                <a:ext uri="{FF2B5EF4-FFF2-40B4-BE49-F238E27FC236}">
                  <a16:creationId xmlns:a16="http://schemas.microsoft.com/office/drawing/2014/main" id="{04AE0EEE-926E-C727-7769-7A08406CA73E}"/>
                </a:ext>
              </a:extLst>
            </p:cNvPr>
            <p:cNvGrpSpPr/>
            <p:nvPr/>
          </p:nvGrpSpPr>
          <p:grpSpPr>
            <a:xfrm>
              <a:off x="1329019" y="3830661"/>
              <a:ext cx="1221737" cy="902778"/>
              <a:chOff x="9101728" y="3216798"/>
              <a:chExt cx="1221737" cy="902778"/>
            </a:xfrm>
          </p:grpSpPr>
          <p:grpSp>
            <p:nvGrpSpPr>
              <p:cNvPr id="7" name="グループ化 6">
                <a:extLst>
                  <a:ext uri="{FF2B5EF4-FFF2-40B4-BE49-F238E27FC236}">
                    <a16:creationId xmlns:a16="http://schemas.microsoft.com/office/drawing/2014/main" id="{D4085503-C6D3-CAC9-1FE1-A1CC4DEA45FB}"/>
                  </a:ext>
                </a:extLst>
              </p:cNvPr>
              <p:cNvGrpSpPr/>
              <p:nvPr/>
            </p:nvGrpSpPr>
            <p:grpSpPr>
              <a:xfrm>
                <a:off x="9101728" y="3216798"/>
                <a:ext cx="1033019" cy="897643"/>
                <a:chOff x="8624577" y="2961321"/>
                <a:chExt cx="1033019" cy="897643"/>
              </a:xfrm>
            </p:grpSpPr>
            <p:sp>
              <p:nvSpPr>
                <p:cNvPr id="29" name="正方形/長方形 28">
                  <a:extLst>
                    <a:ext uri="{FF2B5EF4-FFF2-40B4-BE49-F238E27FC236}">
                      <a16:creationId xmlns:a16="http://schemas.microsoft.com/office/drawing/2014/main" id="{B7C09115-4D63-104C-1F4F-53F3B7D069EE}"/>
                    </a:ext>
                  </a:extLst>
                </p:cNvPr>
                <p:cNvSpPr/>
                <p:nvPr/>
              </p:nvSpPr>
              <p:spPr bwMode="auto">
                <a:xfrm>
                  <a:off x="8624577" y="2961321"/>
                  <a:ext cx="1033019" cy="701360"/>
                </a:xfrm>
                <a:prstGeom prst="rect">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0" name="フローチャート: 結合子 29">
                  <a:extLst>
                    <a:ext uri="{FF2B5EF4-FFF2-40B4-BE49-F238E27FC236}">
                      <a16:creationId xmlns:a16="http://schemas.microsoft.com/office/drawing/2014/main" id="{01DCE099-BFD4-8F70-0B10-D0DE8E9FF66F}"/>
                    </a:ext>
                  </a:extLst>
                </p:cNvPr>
                <p:cNvSpPr/>
                <p:nvPr/>
              </p:nvSpPr>
              <p:spPr bwMode="auto">
                <a:xfrm>
                  <a:off x="9206572" y="3430494"/>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1" name="フローチャート: 結合子 30">
                  <a:extLst>
                    <a:ext uri="{FF2B5EF4-FFF2-40B4-BE49-F238E27FC236}">
                      <a16:creationId xmlns:a16="http://schemas.microsoft.com/office/drawing/2014/main" id="{109D7D9C-A607-1100-CBBE-69F672BD09BD}"/>
                    </a:ext>
                  </a:extLst>
                </p:cNvPr>
                <p:cNvSpPr/>
                <p:nvPr/>
              </p:nvSpPr>
              <p:spPr bwMode="auto">
                <a:xfrm>
                  <a:off x="8715389" y="3435576"/>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12" name="グループ化 11">
                <a:extLst>
                  <a:ext uri="{FF2B5EF4-FFF2-40B4-BE49-F238E27FC236}">
                    <a16:creationId xmlns:a16="http://schemas.microsoft.com/office/drawing/2014/main" id="{B7DB1E92-1FF1-FE91-4C7F-4AA44ACB233D}"/>
                  </a:ext>
                </a:extLst>
              </p:cNvPr>
              <p:cNvGrpSpPr/>
              <p:nvPr/>
            </p:nvGrpSpPr>
            <p:grpSpPr>
              <a:xfrm>
                <a:off x="9192911" y="3221933"/>
                <a:ext cx="1033019" cy="897643"/>
                <a:chOff x="10799190" y="2671132"/>
                <a:chExt cx="1033019" cy="897643"/>
              </a:xfrm>
            </p:grpSpPr>
            <p:sp>
              <p:nvSpPr>
                <p:cNvPr id="26" name="正方形/長方形 25">
                  <a:extLst>
                    <a:ext uri="{FF2B5EF4-FFF2-40B4-BE49-F238E27FC236}">
                      <a16:creationId xmlns:a16="http://schemas.microsoft.com/office/drawing/2014/main" id="{BB0EF6DB-9B29-723B-3FCF-BC26FB861334}"/>
                    </a:ext>
                  </a:extLst>
                </p:cNvPr>
                <p:cNvSpPr/>
                <p:nvPr/>
              </p:nvSpPr>
              <p:spPr bwMode="auto">
                <a:xfrm>
                  <a:off x="10799190" y="2671132"/>
                  <a:ext cx="1033019" cy="701360"/>
                </a:xfrm>
                <a:prstGeom prst="rect">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7" name="フローチャート: 結合子 26">
                  <a:extLst>
                    <a:ext uri="{FF2B5EF4-FFF2-40B4-BE49-F238E27FC236}">
                      <a16:creationId xmlns:a16="http://schemas.microsoft.com/office/drawing/2014/main" id="{F139D34F-D30D-0819-ACD0-51EAF30F6E2D}"/>
                    </a:ext>
                  </a:extLst>
                </p:cNvPr>
                <p:cNvSpPr/>
                <p:nvPr/>
              </p:nvSpPr>
              <p:spPr bwMode="auto">
                <a:xfrm>
                  <a:off x="11381185" y="3140305"/>
                  <a:ext cx="389730" cy="423388"/>
                </a:xfrm>
                <a:prstGeom prst="flowChartConnector">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8" name="フローチャート: 結合子 27">
                  <a:extLst>
                    <a:ext uri="{FF2B5EF4-FFF2-40B4-BE49-F238E27FC236}">
                      <a16:creationId xmlns:a16="http://schemas.microsoft.com/office/drawing/2014/main" id="{C9F3C587-13BE-0DB6-A6E8-71A3AFDB683A}"/>
                    </a:ext>
                  </a:extLst>
                </p:cNvPr>
                <p:cNvSpPr/>
                <p:nvPr/>
              </p:nvSpPr>
              <p:spPr bwMode="auto">
                <a:xfrm>
                  <a:off x="10890002" y="3145387"/>
                  <a:ext cx="389730" cy="423388"/>
                </a:xfrm>
                <a:prstGeom prst="flowChartConnector">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14" name="グループ化 13">
                <a:extLst>
                  <a:ext uri="{FF2B5EF4-FFF2-40B4-BE49-F238E27FC236}">
                    <a16:creationId xmlns:a16="http://schemas.microsoft.com/office/drawing/2014/main" id="{A874E50F-5719-9480-D4EE-C17247CA2D98}"/>
                  </a:ext>
                </a:extLst>
              </p:cNvPr>
              <p:cNvGrpSpPr/>
              <p:nvPr/>
            </p:nvGrpSpPr>
            <p:grpSpPr>
              <a:xfrm>
                <a:off x="9290446" y="3220821"/>
                <a:ext cx="1033019" cy="897643"/>
                <a:chOff x="10749795" y="4534948"/>
                <a:chExt cx="1033019" cy="897643"/>
              </a:xfrm>
            </p:grpSpPr>
            <p:sp>
              <p:nvSpPr>
                <p:cNvPr id="16" name="正方形/長方形 15">
                  <a:extLst>
                    <a:ext uri="{FF2B5EF4-FFF2-40B4-BE49-F238E27FC236}">
                      <a16:creationId xmlns:a16="http://schemas.microsoft.com/office/drawing/2014/main" id="{3B670F51-D564-8B93-6AAB-B6D46E1D5121}"/>
                    </a:ext>
                  </a:extLst>
                </p:cNvPr>
                <p:cNvSpPr/>
                <p:nvPr/>
              </p:nvSpPr>
              <p:spPr bwMode="auto">
                <a:xfrm>
                  <a:off x="10749795" y="4534948"/>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3" name="フローチャート: 結合子 22">
                  <a:extLst>
                    <a:ext uri="{FF2B5EF4-FFF2-40B4-BE49-F238E27FC236}">
                      <a16:creationId xmlns:a16="http://schemas.microsoft.com/office/drawing/2014/main" id="{9E59A5AD-2830-E4F6-A1F0-5730EE83A78F}"/>
                    </a:ext>
                  </a:extLst>
                </p:cNvPr>
                <p:cNvSpPr/>
                <p:nvPr/>
              </p:nvSpPr>
              <p:spPr bwMode="auto">
                <a:xfrm>
                  <a:off x="11331790" y="5004121"/>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5" name="フローチャート: 結合子 24">
                  <a:extLst>
                    <a:ext uri="{FF2B5EF4-FFF2-40B4-BE49-F238E27FC236}">
                      <a16:creationId xmlns:a16="http://schemas.microsoft.com/office/drawing/2014/main" id="{C4DB2967-5E33-B551-02E8-64E89B5D5745}"/>
                    </a:ext>
                  </a:extLst>
                </p:cNvPr>
                <p:cNvSpPr/>
                <p:nvPr/>
              </p:nvSpPr>
              <p:spPr bwMode="auto">
                <a:xfrm>
                  <a:off x="10840607" y="5009203"/>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grpSp>
      <p:grpSp>
        <p:nvGrpSpPr>
          <p:cNvPr id="48" name="グループ化 47">
            <a:extLst>
              <a:ext uri="{FF2B5EF4-FFF2-40B4-BE49-F238E27FC236}">
                <a16:creationId xmlns:a16="http://schemas.microsoft.com/office/drawing/2014/main" id="{9BE4D70B-5F97-F80F-279F-24A23DDCE89B}"/>
              </a:ext>
            </a:extLst>
          </p:cNvPr>
          <p:cNvGrpSpPr/>
          <p:nvPr/>
        </p:nvGrpSpPr>
        <p:grpSpPr>
          <a:xfrm>
            <a:off x="6448283" y="2565216"/>
            <a:ext cx="4507751" cy="2337655"/>
            <a:chOff x="6715591" y="2713085"/>
            <a:chExt cx="4507751" cy="2337655"/>
          </a:xfrm>
        </p:grpSpPr>
        <p:sp>
          <p:nvSpPr>
            <p:cNvPr id="20" name="テキスト ボックス 19">
              <a:extLst>
                <a:ext uri="{FF2B5EF4-FFF2-40B4-BE49-F238E27FC236}">
                  <a16:creationId xmlns:a16="http://schemas.microsoft.com/office/drawing/2014/main" id="{6B2A85B5-5906-3068-2CBF-F4D68CAF0161}"/>
                </a:ext>
              </a:extLst>
            </p:cNvPr>
            <p:cNvSpPr txBox="1"/>
            <p:nvPr/>
          </p:nvSpPr>
          <p:spPr>
            <a:xfrm>
              <a:off x="7110692" y="3274313"/>
              <a:ext cx="4112650" cy="461665"/>
            </a:xfrm>
            <a:prstGeom prst="rect">
              <a:avLst/>
            </a:prstGeom>
            <a:noFill/>
          </p:spPr>
          <p:txBody>
            <a:bodyPr wrap="square" rtlCol="0">
              <a:spAutoFit/>
            </a:bodyPr>
            <a:lstStyle/>
            <a:p>
              <a:pPr algn="l"/>
              <a:r>
                <a:rPr kumimoji="1" lang="ja-JP" altLang="en-US" sz="2400" i="0" dirty="0">
                  <a:latin typeface="+mn-ea"/>
                  <a:ea typeface="+mn-ea"/>
                </a:rPr>
                <a:t>現場に着くまでわからない</a:t>
              </a:r>
            </a:p>
          </p:txBody>
        </p:sp>
        <p:sp>
          <p:nvSpPr>
            <p:cNvPr id="18" name="テキスト ボックス 17">
              <a:extLst>
                <a:ext uri="{FF2B5EF4-FFF2-40B4-BE49-F238E27FC236}">
                  <a16:creationId xmlns:a16="http://schemas.microsoft.com/office/drawing/2014/main" id="{1B88B398-1426-8C3E-73D0-17105BCFD359}"/>
                </a:ext>
              </a:extLst>
            </p:cNvPr>
            <p:cNvSpPr txBox="1"/>
            <p:nvPr/>
          </p:nvSpPr>
          <p:spPr>
            <a:xfrm>
              <a:off x="6801802" y="2713085"/>
              <a:ext cx="4279495" cy="461665"/>
            </a:xfrm>
            <a:prstGeom prst="rect">
              <a:avLst/>
            </a:prstGeom>
            <a:solidFill>
              <a:schemeClr val="bg1"/>
            </a:solidFill>
            <a:ln>
              <a:noFill/>
            </a:ln>
          </p:spPr>
          <p:txBody>
            <a:bodyPr wrap="square" rtlCol="0">
              <a:spAutoFit/>
            </a:bodyPr>
            <a:lstStyle/>
            <a:p>
              <a:pPr algn="l"/>
              <a:r>
                <a:rPr kumimoji="1" lang="ja-JP" altLang="en-US" sz="2400" i="0" dirty="0">
                  <a:latin typeface="+mn-ea"/>
                  <a:ea typeface="+mn-ea"/>
                </a:rPr>
                <a:t>災害対応ロボットが行く地形</a:t>
              </a:r>
            </a:p>
          </p:txBody>
        </p:sp>
        <p:cxnSp>
          <p:nvCxnSpPr>
            <p:cNvPr id="11" name="直線コネクタ 10">
              <a:extLst>
                <a:ext uri="{FF2B5EF4-FFF2-40B4-BE49-F238E27FC236}">
                  <a16:creationId xmlns:a16="http://schemas.microsoft.com/office/drawing/2014/main" id="{C846341F-5DE4-2B20-5648-D11DC4813A47}"/>
                </a:ext>
              </a:extLst>
            </p:cNvPr>
            <p:cNvCxnSpPr>
              <a:cxnSpLocks/>
            </p:cNvCxnSpPr>
            <p:nvPr/>
          </p:nvCxnSpPr>
          <p:spPr bwMode="auto">
            <a:xfrm>
              <a:off x="6715591" y="4708217"/>
              <a:ext cx="4112650" cy="7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5" name="正方形/長方形 14">
              <a:extLst>
                <a:ext uri="{FF2B5EF4-FFF2-40B4-BE49-F238E27FC236}">
                  <a16:creationId xmlns:a16="http://schemas.microsoft.com/office/drawing/2014/main" id="{D53D77E0-9191-50E1-5554-A777F90B5A5A}"/>
                </a:ext>
              </a:extLst>
            </p:cNvPr>
            <p:cNvSpPr/>
            <p:nvPr/>
          </p:nvSpPr>
          <p:spPr bwMode="auto">
            <a:xfrm>
              <a:off x="8052899" y="3552388"/>
              <a:ext cx="3109230" cy="1498352"/>
            </a:xfrm>
            <a:prstGeom prst="rect">
              <a:avLst/>
            </a:prstGeom>
            <a:solidFill>
              <a:schemeClr val="bg2"/>
            </a:solidFill>
            <a:ln w="9525" cap="flat" cmpd="sng" algn="ctr">
              <a:solidFill>
                <a:schemeClr val="tx1"/>
              </a:solidFill>
              <a:prstDash val="solid"/>
              <a:round/>
              <a:headEnd type="none" w="med" len="med"/>
              <a:tailEnd type="none" w="med" len="med"/>
            </a:ln>
            <a:effectLst>
              <a:softEdge rad="190500"/>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13" name="テキスト ボックス 12">
              <a:extLst>
                <a:ext uri="{FF2B5EF4-FFF2-40B4-BE49-F238E27FC236}">
                  <a16:creationId xmlns:a16="http://schemas.microsoft.com/office/drawing/2014/main" id="{550CBDA2-CA54-9727-9EDB-7739F2133124}"/>
                </a:ext>
              </a:extLst>
            </p:cNvPr>
            <p:cNvSpPr txBox="1"/>
            <p:nvPr/>
          </p:nvSpPr>
          <p:spPr>
            <a:xfrm>
              <a:off x="9164802" y="3820842"/>
              <a:ext cx="954107" cy="1015663"/>
            </a:xfrm>
            <a:prstGeom prst="rect">
              <a:avLst/>
            </a:prstGeom>
            <a:noFill/>
          </p:spPr>
          <p:txBody>
            <a:bodyPr wrap="none" rtlCol="0">
              <a:spAutoFit/>
            </a:bodyPr>
            <a:lstStyle/>
            <a:p>
              <a:pPr algn="l"/>
              <a:r>
                <a:rPr kumimoji="1" lang="ja-JP" altLang="en-US" sz="6000" i="0" dirty="0">
                  <a:latin typeface="+mn-ea"/>
                  <a:ea typeface="+mn-ea"/>
                </a:rPr>
                <a:t>？</a:t>
              </a:r>
            </a:p>
          </p:txBody>
        </p:sp>
        <p:grpSp>
          <p:nvGrpSpPr>
            <p:cNvPr id="32" name="グループ化 31">
              <a:extLst>
                <a:ext uri="{FF2B5EF4-FFF2-40B4-BE49-F238E27FC236}">
                  <a16:creationId xmlns:a16="http://schemas.microsoft.com/office/drawing/2014/main" id="{802FD94C-6742-FCCE-D97C-D849E23B6E35}"/>
                </a:ext>
              </a:extLst>
            </p:cNvPr>
            <p:cNvGrpSpPr/>
            <p:nvPr/>
          </p:nvGrpSpPr>
          <p:grpSpPr>
            <a:xfrm>
              <a:off x="6831162" y="3818492"/>
              <a:ext cx="1221737" cy="902778"/>
              <a:chOff x="9101728" y="3216798"/>
              <a:chExt cx="1221737" cy="902778"/>
            </a:xfrm>
          </p:grpSpPr>
          <p:grpSp>
            <p:nvGrpSpPr>
              <p:cNvPr id="33" name="グループ化 32">
                <a:extLst>
                  <a:ext uri="{FF2B5EF4-FFF2-40B4-BE49-F238E27FC236}">
                    <a16:creationId xmlns:a16="http://schemas.microsoft.com/office/drawing/2014/main" id="{853DEEB7-5AED-F88E-FBC6-13B4034B0010}"/>
                  </a:ext>
                </a:extLst>
              </p:cNvPr>
              <p:cNvGrpSpPr/>
              <p:nvPr/>
            </p:nvGrpSpPr>
            <p:grpSpPr>
              <a:xfrm>
                <a:off x="9101728" y="3216798"/>
                <a:ext cx="1033019" cy="897643"/>
                <a:chOff x="8624577" y="2961321"/>
                <a:chExt cx="1033019" cy="897643"/>
              </a:xfrm>
            </p:grpSpPr>
            <p:sp>
              <p:nvSpPr>
                <p:cNvPr id="42" name="正方形/長方形 41">
                  <a:extLst>
                    <a:ext uri="{FF2B5EF4-FFF2-40B4-BE49-F238E27FC236}">
                      <a16:creationId xmlns:a16="http://schemas.microsoft.com/office/drawing/2014/main" id="{788DFF83-4073-3E1D-4FBB-FEC18E7B33E0}"/>
                    </a:ext>
                  </a:extLst>
                </p:cNvPr>
                <p:cNvSpPr/>
                <p:nvPr/>
              </p:nvSpPr>
              <p:spPr bwMode="auto">
                <a:xfrm>
                  <a:off x="8624577" y="2961321"/>
                  <a:ext cx="1033019" cy="701360"/>
                </a:xfrm>
                <a:prstGeom prst="rect">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3" name="フローチャート: 結合子 42">
                  <a:extLst>
                    <a:ext uri="{FF2B5EF4-FFF2-40B4-BE49-F238E27FC236}">
                      <a16:creationId xmlns:a16="http://schemas.microsoft.com/office/drawing/2014/main" id="{63E97DAD-CC71-38C1-E831-3A8E47722A5E}"/>
                    </a:ext>
                  </a:extLst>
                </p:cNvPr>
                <p:cNvSpPr/>
                <p:nvPr/>
              </p:nvSpPr>
              <p:spPr bwMode="auto">
                <a:xfrm>
                  <a:off x="9206572" y="3430494"/>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4" name="フローチャート: 結合子 43">
                  <a:extLst>
                    <a:ext uri="{FF2B5EF4-FFF2-40B4-BE49-F238E27FC236}">
                      <a16:creationId xmlns:a16="http://schemas.microsoft.com/office/drawing/2014/main" id="{9AE0D156-1680-313E-487F-D540CECEB6CF}"/>
                    </a:ext>
                  </a:extLst>
                </p:cNvPr>
                <p:cNvSpPr/>
                <p:nvPr/>
              </p:nvSpPr>
              <p:spPr bwMode="auto">
                <a:xfrm>
                  <a:off x="8715389" y="3435576"/>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34" name="グループ化 33">
                <a:extLst>
                  <a:ext uri="{FF2B5EF4-FFF2-40B4-BE49-F238E27FC236}">
                    <a16:creationId xmlns:a16="http://schemas.microsoft.com/office/drawing/2014/main" id="{C61D42DB-74E9-D93A-AC5B-A0371FE2D189}"/>
                  </a:ext>
                </a:extLst>
              </p:cNvPr>
              <p:cNvGrpSpPr/>
              <p:nvPr/>
            </p:nvGrpSpPr>
            <p:grpSpPr>
              <a:xfrm>
                <a:off x="9192911" y="3221933"/>
                <a:ext cx="1033019" cy="897643"/>
                <a:chOff x="10799190" y="2671132"/>
                <a:chExt cx="1033019" cy="897643"/>
              </a:xfrm>
            </p:grpSpPr>
            <p:sp>
              <p:nvSpPr>
                <p:cNvPr id="39" name="正方形/長方形 38">
                  <a:extLst>
                    <a:ext uri="{FF2B5EF4-FFF2-40B4-BE49-F238E27FC236}">
                      <a16:creationId xmlns:a16="http://schemas.microsoft.com/office/drawing/2014/main" id="{2E8C2534-85AA-87A5-1926-CD56A5A829A9}"/>
                    </a:ext>
                  </a:extLst>
                </p:cNvPr>
                <p:cNvSpPr/>
                <p:nvPr/>
              </p:nvSpPr>
              <p:spPr bwMode="auto">
                <a:xfrm>
                  <a:off x="10799190" y="2671132"/>
                  <a:ext cx="1033019" cy="701360"/>
                </a:xfrm>
                <a:prstGeom prst="rect">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0" name="フローチャート: 結合子 39">
                  <a:extLst>
                    <a:ext uri="{FF2B5EF4-FFF2-40B4-BE49-F238E27FC236}">
                      <a16:creationId xmlns:a16="http://schemas.microsoft.com/office/drawing/2014/main" id="{92DC7EA1-4B69-7F43-6752-0283E3C10F75}"/>
                    </a:ext>
                  </a:extLst>
                </p:cNvPr>
                <p:cNvSpPr/>
                <p:nvPr/>
              </p:nvSpPr>
              <p:spPr bwMode="auto">
                <a:xfrm>
                  <a:off x="11381185" y="3140305"/>
                  <a:ext cx="389730" cy="423388"/>
                </a:xfrm>
                <a:prstGeom prst="flowChartConnector">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1" name="フローチャート: 結合子 40">
                  <a:extLst>
                    <a:ext uri="{FF2B5EF4-FFF2-40B4-BE49-F238E27FC236}">
                      <a16:creationId xmlns:a16="http://schemas.microsoft.com/office/drawing/2014/main" id="{4FF66468-7756-6727-8FD8-6FC08ECB2DC5}"/>
                    </a:ext>
                  </a:extLst>
                </p:cNvPr>
                <p:cNvSpPr/>
                <p:nvPr/>
              </p:nvSpPr>
              <p:spPr bwMode="auto">
                <a:xfrm>
                  <a:off x="10890002" y="3145387"/>
                  <a:ext cx="389730" cy="423388"/>
                </a:xfrm>
                <a:prstGeom prst="flowChartConnector">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35" name="グループ化 34">
                <a:extLst>
                  <a:ext uri="{FF2B5EF4-FFF2-40B4-BE49-F238E27FC236}">
                    <a16:creationId xmlns:a16="http://schemas.microsoft.com/office/drawing/2014/main" id="{0F8D6E94-8CC9-7E02-A399-5808432D93E9}"/>
                  </a:ext>
                </a:extLst>
              </p:cNvPr>
              <p:cNvGrpSpPr/>
              <p:nvPr/>
            </p:nvGrpSpPr>
            <p:grpSpPr>
              <a:xfrm>
                <a:off x="9290446" y="3220821"/>
                <a:ext cx="1033019" cy="897643"/>
                <a:chOff x="10749795" y="4534948"/>
                <a:chExt cx="1033019" cy="897643"/>
              </a:xfrm>
            </p:grpSpPr>
            <p:sp>
              <p:nvSpPr>
                <p:cNvPr id="36" name="正方形/長方形 35">
                  <a:extLst>
                    <a:ext uri="{FF2B5EF4-FFF2-40B4-BE49-F238E27FC236}">
                      <a16:creationId xmlns:a16="http://schemas.microsoft.com/office/drawing/2014/main" id="{8C34D12E-5AB8-3B76-F18D-D6E37F0A45C8}"/>
                    </a:ext>
                  </a:extLst>
                </p:cNvPr>
                <p:cNvSpPr/>
                <p:nvPr/>
              </p:nvSpPr>
              <p:spPr bwMode="auto">
                <a:xfrm>
                  <a:off x="10749795" y="4534948"/>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7" name="フローチャート: 結合子 36">
                  <a:extLst>
                    <a:ext uri="{FF2B5EF4-FFF2-40B4-BE49-F238E27FC236}">
                      <a16:creationId xmlns:a16="http://schemas.microsoft.com/office/drawing/2014/main" id="{2A21097F-A767-7FD2-2E71-D7C65BE74078}"/>
                    </a:ext>
                  </a:extLst>
                </p:cNvPr>
                <p:cNvSpPr/>
                <p:nvPr/>
              </p:nvSpPr>
              <p:spPr bwMode="auto">
                <a:xfrm>
                  <a:off x="11331790" y="5004121"/>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8" name="フローチャート: 結合子 37">
                  <a:extLst>
                    <a:ext uri="{FF2B5EF4-FFF2-40B4-BE49-F238E27FC236}">
                      <a16:creationId xmlns:a16="http://schemas.microsoft.com/office/drawing/2014/main" id="{5F4170F3-D4DD-1F6B-B8D8-40A96AAE3136}"/>
                    </a:ext>
                  </a:extLst>
                </p:cNvPr>
                <p:cNvSpPr/>
                <p:nvPr/>
              </p:nvSpPr>
              <p:spPr bwMode="auto">
                <a:xfrm>
                  <a:off x="10840607" y="5009203"/>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grpSp>
      <p:sp>
        <p:nvSpPr>
          <p:cNvPr id="50" name="フリーフォーム: 図形 49">
            <a:extLst>
              <a:ext uri="{FF2B5EF4-FFF2-40B4-BE49-F238E27FC236}">
                <a16:creationId xmlns:a16="http://schemas.microsoft.com/office/drawing/2014/main" id="{5253FF17-FB74-7D9C-3F5E-6F929D4056DC}"/>
              </a:ext>
            </a:extLst>
          </p:cNvPr>
          <p:cNvSpPr/>
          <p:nvPr/>
        </p:nvSpPr>
        <p:spPr bwMode="auto">
          <a:xfrm>
            <a:off x="3246033" y="4383801"/>
            <a:ext cx="2576625" cy="275232"/>
          </a:xfrm>
          <a:custGeom>
            <a:avLst/>
            <a:gdLst>
              <a:gd name="connsiteX0" fmla="*/ 0 w 2140527"/>
              <a:gd name="connsiteY0" fmla="*/ 898799 h 1630773"/>
              <a:gd name="connsiteX1" fmla="*/ 311727 w 2140527"/>
              <a:gd name="connsiteY1" fmla="*/ 400036 h 1630773"/>
              <a:gd name="connsiteX2" fmla="*/ 509154 w 2140527"/>
              <a:gd name="connsiteY2" fmla="*/ 1200136 h 1630773"/>
              <a:gd name="connsiteX3" fmla="*/ 633845 w 2140527"/>
              <a:gd name="connsiteY3" fmla="*/ 670199 h 1630773"/>
              <a:gd name="connsiteX4" fmla="*/ 727363 w 2140527"/>
              <a:gd name="connsiteY4" fmla="*/ 1096227 h 1630773"/>
              <a:gd name="connsiteX5" fmla="*/ 904009 w 2140527"/>
              <a:gd name="connsiteY5" fmla="*/ 5181 h 1630773"/>
              <a:gd name="connsiteX6" fmla="*/ 1059873 w 2140527"/>
              <a:gd name="connsiteY6" fmla="*/ 1626163 h 1630773"/>
              <a:gd name="connsiteX7" fmla="*/ 1246909 w 2140527"/>
              <a:gd name="connsiteY7" fmla="*/ 503945 h 1630773"/>
              <a:gd name="connsiteX8" fmla="*/ 1298863 w 2140527"/>
              <a:gd name="connsiteY8" fmla="*/ 794890 h 1630773"/>
              <a:gd name="connsiteX9" fmla="*/ 1641763 w 2140527"/>
              <a:gd name="connsiteY9" fmla="*/ 659809 h 1630773"/>
              <a:gd name="connsiteX10" fmla="*/ 1776845 w 2140527"/>
              <a:gd name="connsiteY10" fmla="*/ 1335218 h 1630773"/>
              <a:gd name="connsiteX11" fmla="*/ 1891145 w 2140527"/>
              <a:gd name="connsiteY11" fmla="*/ 368863 h 1630773"/>
              <a:gd name="connsiteX12" fmla="*/ 1984663 w 2140527"/>
              <a:gd name="connsiteY12" fmla="*/ 1231309 h 1630773"/>
              <a:gd name="connsiteX13" fmla="*/ 2140527 w 2140527"/>
              <a:gd name="connsiteY13" fmla="*/ 898799 h 1630773"/>
              <a:gd name="connsiteX14" fmla="*/ 2140527 w 2140527"/>
              <a:gd name="connsiteY14" fmla="*/ 898799 h 163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0527" h="1630773">
                <a:moveTo>
                  <a:pt x="0" y="898799"/>
                </a:moveTo>
                <a:cubicBezTo>
                  <a:pt x="113434" y="624306"/>
                  <a:pt x="226868" y="349813"/>
                  <a:pt x="311727" y="400036"/>
                </a:cubicBezTo>
                <a:cubicBezTo>
                  <a:pt x="396586" y="450259"/>
                  <a:pt x="455468" y="1155109"/>
                  <a:pt x="509154" y="1200136"/>
                </a:cubicBezTo>
                <a:cubicBezTo>
                  <a:pt x="562840" y="1245163"/>
                  <a:pt x="597477" y="687517"/>
                  <a:pt x="633845" y="670199"/>
                </a:cubicBezTo>
                <a:cubicBezTo>
                  <a:pt x="670213" y="652881"/>
                  <a:pt x="682336" y="1207063"/>
                  <a:pt x="727363" y="1096227"/>
                </a:cubicBezTo>
                <a:cubicBezTo>
                  <a:pt x="772390" y="985391"/>
                  <a:pt x="848591" y="-83142"/>
                  <a:pt x="904009" y="5181"/>
                </a:cubicBezTo>
                <a:cubicBezTo>
                  <a:pt x="959427" y="93504"/>
                  <a:pt x="1002723" y="1543036"/>
                  <a:pt x="1059873" y="1626163"/>
                </a:cubicBezTo>
                <a:cubicBezTo>
                  <a:pt x="1117023" y="1709290"/>
                  <a:pt x="1207077" y="642490"/>
                  <a:pt x="1246909" y="503945"/>
                </a:cubicBezTo>
                <a:cubicBezTo>
                  <a:pt x="1286741" y="365400"/>
                  <a:pt x="1233054" y="768913"/>
                  <a:pt x="1298863" y="794890"/>
                </a:cubicBezTo>
                <a:cubicBezTo>
                  <a:pt x="1364672" y="820867"/>
                  <a:pt x="1562099" y="569754"/>
                  <a:pt x="1641763" y="659809"/>
                </a:cubicBezTo>
                <a:cubicBezTo>
                  <a:pt x="1721427" y="749864"/>
                  <a:pt x="1735281" y="1383709"/>
                  <a:pt x="1776845" y="1335218"/>
                </a:cubicBezTo>
                <a:cubicBezTo>
                  <a:pt x="1818409" y="1286727"/>
                  <a:pt x="1856509" y="386181"/>
                  <a:pt x="1891145" y="368863"/>
                </a:cubicBezTo>
                <a:cubicBezTo>
                  <a:pt x="1925781" y="351545"/>
                  <a:pt x="1943099" y="1142986"/>
                  <a:pt x="1984663" y="1231309"/>
                </a:cubicBezTo>
                <a:lnTo>
                  <a:pt x="2140527" y="898799"/>
                </a:lnTo>
                <a:lnTo>
                  <a:pt x="2140527" y="898799"/>
                </a:lnTo>
              </a:path>
            </a:pathLst>
          </a:cu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Tree>
    <p:extLst>
      <p:ext uri="{BB962C8B-B14F-4D97-AF65-F5344CB8AC3E}">
        <p14:creationId xmlns:p14="http://schemas.microsoft.com/office/powerpoint/2010/main" val="977577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4C30B-C2B8-BC1F-BAF0-C2823564B8E2}"/>
            </a:ext>
          </a:extLst>
        </p:cNvPr>
        <p:cNvGrpSpPr/>
        <p:nvPr/>
      </p:nvGrpSpPr>
      <p:grpSpPr>
        <a:xfrm>
          <a:off x="0" y="0"/>
          <a:ext cx="0" cy="0"/>
          <a:chOff x="0" y="0"/>
          <a:chExt cx="0" cy="0"/>
        </a:xfrm>
      </p:grpSpPr>
      <p:sp>
        <p:nvSpPr>
          <p:cNvPr id="7169" name="タイトル 5">
            <a:extLst>
              <a:ext uri="{FF2B5EF4-FFF2-40B4-BE49-F238E27FC236}">
                <a16:creationId xmlns:a16="http://schemas.microsoft.com/office/drawing/2014/main" id="{5F96B265-6D7B-FD5D-33D9-5DDA64F8D97D}"/>
              </a:ext>
            </a:extLst>
          </p:cNvPr>
          <p:cNvSpPr>
            <a:spLocks noGrp="1" noChangeArrowheads="1"/>
          </p:cNvSpPr>
          <p:nvPr>
            <p:ph type="title"/>
          </p:nvPr>
        </p:nvSpPr>
        <p:spPr/>
        <p:txBody>
          <a:bodyPr/>
          <a:lstStyle/>
          <a:p>
            <a:r>
              <a:rPr lang="ja-JP" altLang="en-US" sz="3200" b="1" dirty="0"/>
              <a:t>本研究で提案するアイデア</a:t>
            </a:r>
            <a:endParaRPr lang="ja-JP" altLang="en-US" sz="3200" dirty="0"/>
          </a:p>
        </p:txBody>
      </p:sp>
      <p:grpSp>
        <p:nvGrpSpPr>
          <p:cNvPr id="54" name="グループ化 53">
            <a:extLst>
              <a:ext uri="{FF2B5EF4-FFF2-40B4-BE49-F238E27FC236}">
                <a16:creationId xmlns:a16="http://schemas.microsoft.com/office/drawing/2014/main" id="{5FFBBF85-419E-4346-1B2E-DFC0BB15E567}"/>
              </a:ext>
            </a:extLst>
          </p:cNvPr>
          <p:cNvGrpSpPr/>
          <p:nvPr/>
        </p:nvGrpSpPr>
        <p:grpSpPr>
          <a:xfrm>
            <a:off x="8033284" y="4283774"/>
            <a:ext cx="647188" cy="1448832"/>
            <a:chOff x="8230701" y="4279837"/>
            <a:chExt cx="647188" cy="1448832"/>
          </a:xfrm>
        </p:grpSpPr>
        <p:sp>
          <p:nvSpPr>
            <p:cNvPr id="28" name="矢印: 上下 27">
              <a:extLst>
                <a:ext uri="{FF2B5EF4-FFF2-40B4-BE49-F238E27FC236}">
                  <a16:creationId xmlns:a16="http://schemas.microsoft.com/office/drawing/2014/main" id="{743A292C-506B-543A-E9B7-DECB54DBEFBE}"/>
                </a:ext>
              </a:extLst>
            </p:cNvPr>
            <p:cNvSpPr/>
            <p:nvPr/>
          </p:nvSpPr>
          <p:spPr bwMode="auto">
            <a:xfrm rot="14757221" flipH="1">
              <a:off x="8496140" y="5346920"/>
              <a:ext cx="179209" cy="584289"/>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9" name="矢印: 上下 28">
              <a:extLst>
                <a:ext uri="{FF2B5EF4-FFF2-40B4-BE49-F238E27FC236}">
                  <a16:creationId xmlns:a16="http://schemas.microsoft.com/office/drawing/2014/main" id="{154FC047-5473-8079-B8C9-023614CBEF01}"/>
                </a:ext>
              </a:extLst>
            </p:cNvPr>
            <p:cNvSpPr/>
            <p:nvPr/>
          </p:nvSpPr>
          <p:spPr bwMode="auto">
            <a:xfrm rot="7127967">
              <a:off x="8456047" y="4054491"/>
              <a:ext cx="181916" cy="632608"/>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30" name="矢印: 上下 29">
              <a:extLst>
                <a:ext uri="{FF2B5EF4-FFF2-40B4-BE49-F238E27FC236}">
                  <a16:creationId xmlns:a16="http://schemas.microsoft.com/office/drawing/2014/main" id="{61A0C7FE-C4A5-2915-C41D-2635A0BA400C}"/>
                </a:ext>
              </a:extLst>
            </p:cNvPr>
            <p:cNvSpPr/>
            <p:nvPr/>
          </p:nvSpPr>
          <p:spPr bwMode="auto">
            <a:xfrm rot="16200000">
              <a:off x="8472066" y="4742571"/>
              <a:ext cx="167270" cy="546519"/>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grpSp>
        <p:nvGrpSpPr>
          <p:cNvPr id="58" name="グループ化 57">
            <a:extLst>
              <a:ext uri="{FF2B5EF4-FFF2-40B4-BE49-F238E27FC236}">
                <a16:creationId xmlns:a16="http://schemas.microsoft.com/office/drawing/2014/main" id="{B99583CB-C74E-2BE7-B108-1F8E82E469E7}"/>
              </a:ext>
            </a:extLst>
          </p:cNvPr>
          <p:cNvGrpSpPr/>
          <p:nvPr/>
        </p:nvGrpSpPr>
        <p:grpSpPr>
          <a:xfrm>
            <a:off x="493043" y="3437801"/>
            <a:ext cx="2356139" cy="2537530"/>
            <a:chOff x="243260" y="3458413"/>
            <a:chExt cx="2356139" cy="2537530"/>
          </a:xfrm>
        </p:grpSpPr>
        <p:sp>
          <p:nvSpPr>
            <p:cNvPr id="15" name="テキスト ボックス 14">
              <a:extLst>
                <a:ext uri="{FF2B5EF4-FFF2-40B4-BE49-F238E27FC236}">
                  <a16:creationId xmlns:a16="http://schemas.microsoft.com/office/drawing/2014/main" id="{4DDD61BF-59D2-8642-7EA6-2F9CF2D320AF}"/>
                </a:ext>
              </a:extLst>
            </p:cNvPr>
            <p:cNvSpPr txBox="1"/>
            <p:nvPr/>
          </p:nvSpPr>
          <p:spPr>
            <a:xfrm>
              <a:off x="740156" y="3458413"/>
              <a:ext cx="1586013" cy="461665"/>
            </a:xfrm>
            <a:prstGeom prst="rect">
              <a:avLst/>
            </a:prstGeom>
            <a:noFill/>
          </p:spPr>
          <p:txBody>
            <a:bodyPr wrap="square" rtlCol="0">
              <a:spAutoFit/>
            </a:bodyPr>
            <a:lstStyle/>
            <a:p>
              <a:pPr algn="l"/>
              <a:r>
                <a:rPr kumimoji="1" lang="ja-JP" altLang="en-US" sz="2400" i="0" dirty="0">
                  <a:latin typeface="+mj-ea"/>
                  <a:ea typeface="+mj-ea"/>
                </a:rPr>
                <a:t>未知環境</a:t>
              </a:r>
            </a:p>
          </p:txBody>
        </p:sp>
        <p:sp>
          <p:nvSpPr>
            <p:cNvPr id="37" name="フリーフォーム: 図形 36">
              <a:extLst>
                <a:ext uri="{FF2B5EF4-FFF2-40B4-BE49-F238E27FC236}">
                  <a16:creationId xmlns:a16="http://schemas.microsoft.com/office/drawing/2014/main" id="{CA6C01E1-A751-F8A4-BB82-F40D87503BE0}"/>
                </a:ext>
              </a:extLst>
            </p:cNvPr>
            <p:cNvSpPr/>
            <p:nvPr/>
          </p:nvSpPr>
          <p:spPr bwMode="auto">
            <a:xfrm>
              <a:off x="500631" y="4367317"/>
              <a:ext cx="1825538" cy="1628626"/>
            </a:xfrm>
            <a:custGeom>
              <a:avLst/>
              <a:gdLst>
                <a:gd name="connsiteX0" fmla="*/ 0 w 2140527"/>
                <a:gd name="connsiteY0" fmla="*/ 898799 h 1630773"/>
                <a:gd name="connsiteX1" fmla="*/ 311727 w 2140527"/>
                <a:gd name="connsiteY1" fmla="*/ 400036 h 1630773"/>
                <a:gd name="connsiteX2" fmla="*/ 509154 w 2140527"/>
                <a:gd name="connsiteY2" fmla="*/ 1200136 h 1630773"/>
                <a:gd name="connsiteX3" fmla="*/ 633845 w 2140527"/>
                <a:gd name="connsiteY3" fmla="*/ 670199 h 1630773"/>
                <a:gd name="connsiteX4" fmla="*/ 727363 w 2140527"/>
                <a:gd name="connsiteY4" fmla="*/ 1096227 h 1630773"/>
                <a:gd name="connsiteX5" fmla="*/ 904009 w 2140527"/>
                <a:gd name="connsiteY5" fmla="*/ 5181 h 1630773"/>
                <a:gd name="connsiteX6" fmla="*/ 1059873 w 2140527"/>
                <a:gd name="connsiteY6" fmla="*/ 1626163 h 1630773"/>
                <a:gd name="connsiteX7" fmla="*/ 1246909 w 2140527"/>
                <a:gd name="connsiteY7" fmla="*/ 503945 h 1630773"/>
                <a:gd name="connsiteX8" fmla="*/ 1298863 w 2140527"/>
                <a:gd name="connsiteY8" fmla="*/ 794890 h 1630773"/>
                <a:gd name="connsiteX9" fmla="*/ 1641763 w 2140527"/>
                <a:gd name="connsiteY9" fmla="*/ 659809 h 1630773"/>
                <a:gd name="connsiteX10" fmla="*/ 1776845 w 2140527"/>
                <a:gd name="connsiteY10" fmla="*/ 1335218 h 1630773"/>
                <a:gd name="connsiteX11" fmla="*/ 1891145 w 2140527"/>
                <a:gd name="connsiteY11" fmla="*/ 368863 h 1630773"/>
                <a:gd name="connsiteX12" fmla="*/ 1984663 w 2140527"/>
                <a:gd name="connsiteY12" fmla="*/ 1231309 h 1630773"/>
                <a:gd name="connsiteX13" fmla="*/ 2140527 w 2140527"/>
                <a:gd name="connsiteY13" fmla="*/ 898799 h 1630773"/>
                <a:gd name="connsiteX14" fmla="*/ 2140527 w 2140527"/>
                <a:gd name="connsiteY14" fmla="*/ 898799 h 163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0527" h="1630773">
                  <a:moveTo>
                    <a:pt x="0" y="898799"/>
                  </a:moveTo>
                  <a:cubicBezTo>
                    <a:pt x="113434" y="624306"/>
                    <a:pt x="226868" y="349813"/>
                    <a:pt x="311727" y="400036"/>
                  </a:cubicBezTo>
                  <a:cubicBezTo>
                    <a:pt x="396586" y="450259"/>
                    <a:pt x="455468" y="1155109"/>
                    <a:pt x="509154" y="1200136"/>
                  </a:cubicBezTo>
                  <a:cubicBezTo>
                    <a:pt x="562840" y="1245163"/>
                    <a:pt x="597477" y="687517"/>
                    <a:pt x="633845" y="670199"/>
                  </a:cubicBezTo>
                  <a:cubicBezTo>
                    <a:pt x="670213" y="652881"/>
                    <a:pt x="682336" y="1207063"/>
                    <a:pt x="727363" y="1096227"/>
                  </a:cubicBezTo>
                  <a:cubicBezTo>
                    <a:pt x="772390" y="985391"/>
                    <a:pt x="848591" y="-83142"/>
                    <a:pt x="904009" y="5181"/>
                  </a:cubicBezTo>
                  <a:cubicBezTo>
                    <a:pt x="959427" y="93504"/>
                    <a:pt x="1002723" y="1543036"/>
                    <a:pt x="1059873" y="1626163"/>
                  </a:cubicBezTo>
                  <a:cubicBezTo>
                    <a:pt x="1117023" y="1709290"/>
                    <a:pt x="1207077" y="642490"/>
                    <a:pt x="1246909" y="503945"/>
                  </a:cubicBezTo>
                  <a:cubicBezTo>
                    <a:pt x="1286741" y="365400"/>
                    <a:pt x="1233054" y="768913"/>
                    <a:pt x="1298863" y="794890"/>
                  </a:cubicBezTo>
                  <a:cubicBezTo>
                    <a:pt x="1364672" y="820867"/>
                    <a:pt x="1562099" y="569754"/>
                    <a:pt x="1641763" y="659809"/>
                  </a:cubicBezTo>
                  <a:cubicBezTo>
                    <a:pt x="1721427" y="749864"/>
                    <a:pt x="1735281" y="1383709"/>
                    <a:pt x="1776845" y="1335218"/>
                  </a:cubicBezTo>
                  <a:cubicBezTo>
                    <a:pt x="1818409" y="1286727"/>
                    <a:pt x="1856509" y="386181"/>
                    <a:pt x="1891145" y="368863"/>
                  </a:cubicBezTo>
                  <a:cubicBezTo>
                    <a:pt x="1925781" y="351545"/>
                    <a:pt x="1943099" y="1142986"/>
                    <a:pt x="1984663" y="1231309"/>
                  </a:cubicBezTo>
                  <a:lnTo>
                    <a:pt x="2140527" y="898799"/>
                  </a:lnTo>
                  <a:lnTo>
                    <a:pt x="2140527" y="898799"/>
                  </a:ln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8" name="正方形/長方形 37">
              <a:extLst>
                <a:ext uri="{FF2B5EF4-FFF2-40B4-BE49-F238E27FC236}">
                  <a16:creationId xmlns:a16="http://schemas.microsoft.com/office/drawing/2014/main" id="{0698F240-B887-29C3-87C8-8D4577E6332E}"/>
                </a:ext>
              </a:extLst>
            </p:cNvPr>
            <p:cNvSpPr/>
            <p:nvPr/>
          </p:nvSpPr>
          <p:spPr bwMode="auto">
            <a:xfrm>
              <a:off x="243260" y="4382519"/>
              <a:ext cx="2356139" cy="1443823"/>
            </a:xfrm>
            <a:prstGeom prst="rect">
              <a:avLst/>
            </a:prstGeom>
            <a:solidFill>
              <a:schemeClr val="accent3">
                <a:lumMod val="40000"/>
                <a:lumOff val="60000"/>
              </a:schemeClr>
            </a:solidFill>
            <a:ln>
              <a:solidFill>
                <a:schemeClr val="accent3"/>
              </a:solidFill>
              <a:headEnd type="none" w="med" len="med"/>
              <a:tailEnd type="none" w="med" len="med"/>
            </a:ln>
            <a:effectLst>
              <a:softEdge rad="241300"/>
            </a:effectLst>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9" name="テキスト ボックス 8">
              <a:extLst>
                <a:ext uri="{FF2B5EF4-FFF2-40B4-BE49-F238E27FC236}">
                  <a16:creationId xmlns:a16="http://schemas.microsoft.com/office/drawing/2014/main" id="{A8B7A31A-5129-31C6-F0E8-AA9B39C54505}"/>
                </a:ext>
              </a:extLst>
            </p:cNvPr>
            <p:cNvSpPr txBox="1"/>
            <p:nvPr/>
          </p:nvSpPr>
          <p:spPr>
            <a:xfrm>
              <a:off x="1131643" y="4836965"/>
              <a:ext cx="579372" cy="830997"/>
            </a:xfrm>
            <a:prstGeom prst="rect">
              <a:avLst/>
            </a:prstGeom>
            <a:noFill/>
          </p:spPr>
          <p:txBody>
            <a:bodyPr wrap="square" rtlCol="0">
              <a:spAutoFit/>
            </a:bodyPr>
            <a:lstStyle/>
            <a:p>
              <a:pPr algn="l"/>
              <a:r>
                <a:rPr kumimoji="1" lang="en-US" altLang="ja-JP" sz="4800" i="0" dirty="0">
                  <a:latin typeface="+mn-ea"/>
                  <a:ea typeface="+mn-ea"/>
                </a:rPr>
                <a:t>?</a:t>
              </a:r>
              <a:endParaRPr kumimoji="1" lang="ja-JP" altLang="en-US" sz="4800" i="0" dirty="0">
                <a:latin typeface="+mn-ea"/>
                <a:ea typeface="+mn-ea"/>
              </a:endParaRPr>
            </a:p>
          </p:txBody>
        </p:sp>
      </p:grpSp>
      <p:grpSp>
        <p:nvGrpSpPr>
          <p:cNvPr id="59" name="グループ化 58">
            <a:extLst>
              <a:ext uri="{FF2B5EF4-FFF2-40B4-BE49-F238E27FC236}">
                <a16:creationId xmlns:a16="http://schemas.microsoft.com/office/drawing/2014/main" id="{BBC7C7AD-2FFD-4636-F375-EAC924938653}"/>
              </a:ext>
            </a:extLst>
          </p:cNvPr>
          <p:cNvGrpSpPr/>
          <p:nvPr/>
        </p:nvGrpSpPr>
        <p:grpSpPr>
          <a:xfrm>
            <a:off x="1696278" y="1236267"/>
            <a:ext cx="8812695" cy="2051129"/>
            <a:chOff x="1735305" y="1240794"/>
            <a:chExt cx="7548147" cy="2051129"/>
          </a:xfrm>
        </p:grpSpPr>
        <p:sp>
          <p:nvSpPr>
            <p:cNvPr id="40" name="正方形/長方形 39">
              <a:extLst>
                <a:ext uri="{FF2B5EF4-FFF2-40B4-BE49-F238E27FC236}">
                  <a16:creationId xmlns:a16="http://schemas.microsoft.com/office/drawing/2014/main" id="{FDA70587-C70D-7A5B-001C-800E8BE0B4BF}"/>
                </a:ext>
              </a:extLst>
            </p:cNvPr>
            <p:cNvSpPr/>
            <p:nvPr/>
          </p:nvSpPr>
          <p:spPr bwMode="auto">
            <a:xfrm>
              <a:off x="1735305" y="1504326"/>
              <a:ext cx="7548147" cy="1787597"/>
            </a:xfrm>
            <a:prstGeom prst="rect">
              <a:avLst/>
            </a:pr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 name="テキスト ボックス 1">
              <a:extLst>
                <a:ext uri="{FF2B5EF4-FFF2-40B4-BE49-F238E27FC236}">
                  <a16:creationId xmlns:a16="http://schemas.microsoft.com/office/drawing/2014/main" id="{25328E7B-6AB9-07B8-F54D-1880BD24FDD7}"/>
                </a:ext>
              </a:extLst>
            </p:cNvPr>
            <p:cNvSpPr txBox="1"/>
            <p:nvPr/>
          </p:nvSpPr>
          <p:spPr>
            <a:xfrm>
              <a:off x="2087272" y="1240794"/>
              <a:ext cx="1388363" cy="523220"/>
            </a:xfrm>
            <a:prstGeom prst="rect">
              <a:avLst/>
            </a:prstGeom>
            <a:solidFill>
              <a:schemeClr val="bg1"/>
            </a:solidFill>
            <a:ln>
              <a:solidFill>
                <a:schemeClr val="tx1"/>
              </a:solidFill>
            </a:ln>
          </p:spPr>
          <p:txBody>
            <a:bodyPr wrap="none" rtlCol="0" anchor="ctr">
              <a:spAutoFit/>
            </a:bodyPr>
            <a:lstStyle/>
            <a:p>
              <a:pPr algn="ctr"/>
              <a:r>
                <a:rPr kumimoji="1" lang="ja-JP" altLang="en-US" sz="2800" b="1" i="0" dirty="0">
                  <a:latin typeface="+mn-ea"/>
                  <a:ea typeface="+mn-ea"/>
                </a:rPr>
                <a:t>仮説理論</a:t>
              </a:r>
            </a:p>
          </p:txBody>
        </p:sp>
        <p:sp>
          <p:nvSpPr>
            <p:cNvPr id="7" name="テキスト ボックス 6">
              <a:extLst>
                <a:ext uri="{FF2B5EF4-FFF2-40B4-BE49-F238E27FC236}">
                  <a16:creationId xmlns:a16="http://schemas.microsoft.com/office/drawing/2014/main" id="{CF5C091B-262D-EE4D-9F02-3C4A26AF3B35}"/>
                </a:ext>
              </a:extLst>
            </p:cNvPr>
            <p:cNvSpPr txBox="1"/>
            <p:nvPr/>
          </p:nvSpPr>
          <p:spPr>
            <a:xfrm>
              <a:off x="1971487" y="1785606"/>
              <a:ext cx="7205254" cy="1384995"/>
            </a:xfrm>
            <a:prstGeom prst="rect">
              <a:avLst/>
            </a:prstGeom>
            <a:noFill/>
          </p:spPr>
          <p:txBody>
            <a:bodyPr wrap="square" rtlCol="0">
              <a:spAutoFit/>
            </a:bodyPr>
            <a:lstStyle/>
            <a:p>
              <a:pPr algn="l"/>
              <a:r>
                <a:rPr kumimoji="1" lang="ja-JP" altLang="en-US" sz="2800" i="0" dirty="0">
                  <a:latin typeface="+mn-ea"/>
                  <a:ea typeface="+mn-ea"/>
                </a:rPr>
                <a:t>フーリエ変換の考え方を応用して</a:t>
              </a:r>
              <a:r>
                <a:rPr kumimoji="1" lang="ja-JP" altLang="en-US" sz="2800" b="1" i="0" dirty="0">
                  <a:solidFill>
                    <a:srgbClr val="FF0000"/>
                  </a:solidFill>
                  <a:latin typeface="+mn-ea"/>
                  <a:ea typeface="+mn-ea"/>
                </a:rPr>
                <a:t>不整地を分解</a:t>
              </a:r>
              <a:r>
                <a:rPr kumimoji="1" lang="ja-JP" altLang="en-US" sz="2800" i="0" dirty="0">
                  <a:latin typeface="+mn-ea"/>
                  <a:ea typeface="+mn-ea"/>
                </a:rPr>
                <a:t>し</a:t>
              </a:r>
              <a:endParaRPr kumimoji="1" lang="en-US" altLang="ja-JP" sz="2800" i="0" dirty="0">
                <a:latin typeface="+mn-ea"/>
                <a:ea typeface="+mn-ea"/>
              </a:endParaRPr>
            </a:p>
            <a:p>
              <a:r>
                <a:rPr kumimoji="1" lang="ja-JP" altLang="en-US" sz="2800" i="0" dirty="0">
                  <a:latin typeface="+mn-ea"/>
                  <a:ea typeface="+mn-ea"/>
                </a:rPr>
                <a:t>各正弦波地形での</a:t>
              </a:r>
              <a:r>
                <a:rPr kumimoji="1" lang="ja-JP" altLang="en-US" sz="2800" b="1" i="0" u="sng" dirty="0">
                  <a:solidFill>
                    <a:srgbClr val="FF0000"/>
                  </a:solidFill>
                  <a:latin typeface="+mn-ea"/>
                  <a:ea typeface="+mn-ea"/>
                </a:rPr>
                <a:t>走行性能を重ね合わせれば</a:t>
              </a:r>
              <a:endParaRPr kumimoji="1" lang="en-US" altLang="ja-JP" sz="2800" b="1" i="0" u="sng" dirty="0">
                <a:solidFill>
                  <a:srgbClr val="FF0000"/>
                </a:solidFill>
                <a:latin typeface="+mn-ea"/>
                <a:ea typeface="+mn-ea"/>
              </a:endParaRPr>
            </a:p>
            <a:p>
              <a:pPr algn="l"/>
              <a:r>
                <a:rPr kumimoji="1" lang="ja-JP" altLang="en-US" sz="2800" b="1" i="0" dirty="0">
                  <a:solidFill>
                    <a:srgbClr val="FF0000"/>
                  </a:solidFill>
                  <a:latin typeface="+mn-ea"/>
                  <a:ea typeface="+mn-ea"/>
                </a:rPr>
                <a:t>未知環境での走行性能を事前に予測</a:t>
              </a:r>
              <a:r>
                <a:rPr kumimoji="1" lang="ja-JP" altLang="en-US" sz="2800" i="0" dirty="0">
                  <a:latin typeface="+mn-ea"/>
                  <a:ea typeface="+mn-ea"/>
                </a:rPr>
                <a:t>できるのでは？</a:t>
              </a:r>
            </a:p>
          </p:txBody>
        </p:sp>
      </p:grpSp>
      <p:grpSp>
        <p:nvGrpSpPr>
          <p:cNvPr id="60" name="グループ化 59">
            <a:extLst>
              <a:ext uri="{FF2B5EF4-FFF2-40B4-BE49-F238E27FC236}">
                <a16:creationId xmlns:a16="http://schemas.microsoft.com/office/drawing/2014/main" id="{0DC7F2E1-CE52-1442-CD47-575A229DB01B}"/>
              </a:ext>
            </a:extLst>
          </p:cNvPr>
          <p:cNvGrpSpPr/>
          <p:nvPr/>
        </p:nvGrpSpPr>
        <p:grpSpPr>
          <a:xfrm>
            <a:off x="2731231" y="4307239"/>
            <a:ext cx="605316" cy="1379718"/>
            <a:chOff x="2505542" y="4359968"/>
            <a:chExt cx="605316" cy="1379718"/>
          </a:xfrm>
        </p:grpSpPr>
        <p:sp>
          <p:nvSpPr>
            <p:cNvPr id="22" name="矢印: 上下 21">
              <a:extLst>
                <a:ext uri="{FF2B5EF4-FFF2-40B4-BE49-F238E27FC236}">
                  <a16:creationId xmlns:a16="http://schemas.microsoft.com/office/drawing/2014/main" id="{B9582793-40BD-BE84-62A6-CE6998977898}"/>
                </a:ext>
              </a:extLst>
            </p:cNvPr>
            <p:cNvSpPr/>
            <p:nvPr/>
          </p:nvSpPr>
          <p:spPr bwMode="auto">
            <a:xfrm rot="4039425">
              <a:off x="2716192" y="4159012"/>
              <a:ext cx="179230" cy="581142"/>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4" name="矢印: 上下 23">
              <a:extLst>
                <a:ext uri="{FF2B5EF4-FFF2-40B4-BE49-F238E27FC236}">
                  <a16:creationId xmlns:a16="http://schemas.microsoft.com/office/drawing/2014/main" id="{662E678E-F318-1D23-452B-F51C0C9AADDA}"/>
                </a:ext>
              </a:extLst>
            </p:cNvPr>
            <p:cNvSpPr/>
            <p:nvPr/>
          </p:nvSpPr>
          <p:spPr bwMode="auto">
            <a:xfrm rot="16200000">
              <a:off x="2709432" y="4742671"/>
              <a:ext cx="197536" cy="605316"/>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19" name="矢印: 上下 18">
              <a:extLst>
                <a:ext uri="{FF2B5EF4-FFF2-40B4-BE49-F238E27FC236}">
                  <a16:creationId xmlns:a16="http://schemas.microsoft.com/office/drawing/2014/main" id="{41799CBB-3A57-03FB-1B8A-954881F02074}"/>
                </a:ext>
              </a:extLst>
            </p:cNvPr>
            <p:cNvSpPr/>
            <p:nvPr/>
          </p:nvSpPr>
          <p:spPr bwMode="auto">
            <a:xfrm rot="6762938">
              <a:off x="2711061" y="5359500"/>
              <a:ext cx="179230" cy="581142"/>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grpSp>
        <p:nvGrpSpPr>
          <p:cNvPr id="57" name="グループ化 56">
            <a:extLst>
              <a:ext uri="{FF2B5EF4-FFF2-40B4-BE49-F238E27FC236}">
                <a16:creationId xmlns:a16="http://schemas.microsoft.com/office/drawing/2014/main" id="{24568713-FC17-198E-ADD8-CBF0BB98398D}"/>
              </a:ext>
            </a:extLst>
          </p:cNvPr>
          <p:cNvGrpSpPr/>
          <p:nvPr/>
        </p:nvGrpSpPr>
        <p:grpSpPr>
          <a:xfrm>
            <a:off x="3385363" y="3414610"/>
            <a:ext cx="2175613" cy="3035170"/>
            <a:chOff x="3156989" y="3444748"/>
            <a:chExt cx="2175613" cy="3035170"/>
          </a:xfrm>
        </p:grpSpPr>
        <p:graphicFrame>
          <p:nvGraphicFramePr>
            <p:cNvPr id="23" name="グラフ 22">
              <a:extLst>
                <a:ext uri="{FF2B5EF4-FFF2-40B4-BE49-F238E27FC236}">
                  <a16:creationId xmlns:a16="http://schemas.microsoft.com/office/drawing/2014/main" id="{E76DCDF9-732A-69FA-849F-27E5A20C840B}"/>
                </a:ext>
              </a:extLst>
            </p:cNvPr>
            <p:cNvGraphicFramePr>
              <a:graphicFrameLocks/>
            </p:cNvGraphicFramePr>
            <p:nvPr>
              <p:extLst>
                <p:ext uri="{D42A27DB-BD31-4B8C-83A1-F6EECF244321}">
                  <p14:modId xmlns:p14="http://schemas.microsoft.com/office/powerpoint/2010/main" val="3699402750"/>
                </p:ext>
              </p:extLst>
            </p:nvPr>
          </p:nvGraphicFramePr>
          <p:xfrm>
            <a:off x="4195890" y="5279589"/>
            <a:ext cx="1115570" cy="1200329"/>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グラフ 9">
              <a:extLst>
                <a:ext uri="{FF2B5EF4-FFF2-40B4-BE49-F238E27FC236}">
                  <a16:creationId xmlns:a16="http://schemas.microsoft.com/office/drawing/2014/main" id="{4C4C639B-91E4-337F-F1AE-6BAE46C482A1}"/>
                </a:ext>
              </a:extLst>
            </p:cNvPr>
            <p:cNvGraphicFramePr>
              <a:graphicFrameLocks/>
            </p:cNvGraphicFramePr>
            <p:nvPr>
              <p:extLst>
                <p:ext uri="{D42A27DB-BD31-4B8C-83A1-F6EECF244321}">
                  <p14:modId xmlns:p14="http://schemas.microsoft.com/office/powerpoint/2010/main" val="419015330"/>
                </p:ext>
              </p:extLst>
            </p:nvPr>
          </p:nvGraphicFramePr>
          <p:xfrm>
            <a:off x="4293523" y="4351495"/>
            <a:ext cx="1039079" cy="1148352"/>
          </p:xfrm>
          <a:graphic>
            <a:graphicData uri="http://schemas.openxmlformats.org/drawingml/2006/chart">
              <c:chart xmlns:c="http://schemas.openxmlformats.org/drawingml/2006/chart" xmlns:r="http://schemas.openxmlformats.org/officeDocument/2006/relationships" r:id="rId4"/>
            </a:graphicData>
          </a:graphic>
        </p:graphicFrame>
        <p:sp>
          <p:nvSpPr>
            <p:cNvPr id="13" name="テキスト ボックス 12">
              <a:extLst>
                <a:ext uri="{FF2B5EF4-FFF2-40B4-BE49-F238E27FC236}">
                  <a16:creationId xmlns:a16="http://schemas.microsoft.com/office/drawing/2014/main" id="{74097799-146A-60F2-FD5D-1789CC953394}"/>
                </a:ext>
              </a:extLst>
            </p:cNvPr>
            <p:cNvSpPr txBox="1"/>
            <p:nvPr/>
          </p:nvSpPr>
          <p:spPr>
            <a:xfrm>
              <a:off x="3499793" y="5206691"/>
              <a:ext cx="476884" cy="461665"/>
            </a:xfrm>
            <a:prstGeom prst="rect">
              <a:avLst/>
            </a:prstGeom>
            <a:noFill/>
          </p:spPr>
          <p:txBody>
            <a:bodyPr wrap="square" rtlCol="0">
              <a:spAutoFit/>
            </a:bodyPr>
            <a:lstStyle/>
            <a:p>
              <a:pPr algn="l"/>
              <a:r>
                <a:rPr kumimoji="1" lang="en-US" altLang="ja-JP" sz="2400" i="0" dirty="0">
                  <a:latin typeface="+mn-ea"/>
                  <a:ea typeface="+mn-ea"/>
                </a:rPr>
                <a:t>+</a:t>
              </a:r>
              <a:endParaRPr kumimoji="1" lang="ja-JP" altLang="en-US" sz="2400" i="0" dirty="0">
                <a:latin typeface="+mn-ea"/>
                <a:ea typeface="+mn-ea"/>
              </a:endParaRPr>
            </a:p>
          </p:txBody>
        </p:sp>
        <p:sp>
          <p:nvSpPr>
            <p:cNvPr id="14" name="テキスト ボックス 13">
              <a:extLst>
                <a:ext uri="{FF2B5EF4-FFF2-40B4-BE49-F238E27FC236}">
                  <a16:creationId xmlns:a16="http://schemas.microsoft.com/office/drawing/2014/main" id="{11F67BFE-D95E-A0A0-FA75-116078DB6838}"/>
                </a:ext>
              </a:extLst>
            </p:cNvPr>
            <p:cNvSpPr txBox="1"/>
            <p:nvPr/>
          </p:nvSpPr>
          <p:spPr>
            <a:xfrm>
              <a:off x="3481491" y="4392570"/>
              <a:ext cx="487530" cy="461665"/>
            </a:xfrm>
            <a:prstGeom prst="rect">
              <a:avLst/>
            </a:prstGeom>
            <a:noFill/>
          </p:spPr>
          <p:txBody>
            <a:bodyPr wrap="square" rtlCol="0">
              <a:spAutoFit/>
            </a:bodyPr>
            <a:lstStyle/>
            <a:p>
              <a:pPr algn="l"/>
              <a:r>
                <a:rPr kumimoji="1" lang="en-US" altLang="ja-JP" sz="2400" i="0" dirty="0">
                  <a:latin typeface="+mn-ea"/>
                  <a:ea typeface="+mn-ea"/>
                </a:rPr>
                <a:t>+</a:t>
              </a:r>
              <a:endParaRPr kumimoji="1" lang="ja-JP" altLang="en-US" sz="2400" i="0" dirty="0">
                <a:latin typeface="+mn-ea"/>
                <a:ea typeface="+mn-ea"/>
              </a:endParaRPr>
            </a:p>
          </p:txBody>
        </p:sp>
        <p:sp>
          <p:nvSpPr>
            <p:cNvPr id="16" name="テキスト ボックス 15">
              <a:extLst>
                <a:ext uri="{FF2B5EF4-FFF2-40B4-BE49-F238E27FC236}">
                  <a16:creationId xmlns:a16="http://schemas.microsoft.com/office/drawing/2014/main" id="{BE825CDD-61F6-DF6B-EBED-A7CF6D39B0E5}"/>
                </a:ext>
              </a:extLst>
            </p:cNvPr>
            <p:cNvSpPr txBox="1"/>
            <p:nvPr/>
          </p:nvSpPr>
          <p:spPr>
            <a:xfrm>
              <a:off x="3157772" y="5679169"/>
              <a:ext cx="1365387" cy="369332"/>
            </a:xfrm>
            <a:prstGeom prst="rect">
              <a:avLst/>
            </a:prstGeom>
            <a:noFill/>
          </p:spPr>
          <p:txBody>
            <a:bodyPr wrap="square" rtlCol="0">
              <a:spAutoFit/>
            </a:bodyPr>
            <a:lstStyle/>
            <a:p>
              <a:pPr algn="l"/>
              <a:r>
                <a:rPr kumimoji="1" lang="ja-JP" altLang="en-US" sz="1800" i="0" dirty="0">
                  <a:latin typeface="+mj-ea"/>
                  <a:ea typeface="+mj-ea"/>
                </a:rPr>
                <a:t>高周波数</a:t>
              </a:r>
            </a:p>
          </p:txBody>
        </p:sp>
        <p:sp>
          <p:nvSpPr>
            <p:cNvPr id="17" name="テキスト ボックス 16">
              <a:extLst>
                <a:ext uri="{FF2B5EF4-FFF2-40B4-BE49-F238E27FC236}">
                  <a16:creationId xmlns:a16="http://schemas.microsoft.com/office/drawing/2014/main" id="{AAEEFB3B-3CFE-68B8-FFB1-1C46642D90A1}"/>
                </a:ext>
              </a:extLst>
            </p:cNvPr>
            <p:cNvSpPr txBox="1"/>
            <p:nvPr/>
          </p:nvSpPr>
          <p:spPr>
            <a:xfrm>
              <a:off x="3156989" y="4878420"/>
              <a:ext cx="1177906" cy="369332"/>
            </a:xfrm>
            <a:prstGeom prst="rect">
              <a:avLst/>
            </a:prstGeom>
            <a:noFill/>
          </p:spPr>
          <p:txBody>
            <a:bodyPr wrap="square" rtlCol="0">
              <a:spAutoFit/>
            </a:bodyPr>
            <a:lstStyle/>
            <a:p>
              <a:pPr algn="l"/>
              <a:r>
                <a:rPr lang="ja-JP" altLang="en-US" sz="1800" i="0" dirty="0">
                  <a:latin typeface="+mj-ea"/>
                  <a:ea typeface="+mj-ea"/>
                </a:rPr>
                <a:t>中周波数</a:t>
              </a:r>
              <a:endParaRPr kumimoji="1" lang="ja-JP" altLang="en-US" sz="1800" i="0" dirty="0">
                <a:latin typeface="+mj-ea"/>
                <a:ea typeface="+mj-ea"/>
              </a:endParaRPr>
            </a:p>
          </p:txBody>
        </p:sp>
        <p:sp>
          <p:nvSpPr>
            <p:cNvPr id="18" name="テキスト ボックス 17">
              <a:extLst>
                <a:ext uri="{FF2B5EF4-FFF2-40B4-BE49-F238E27FC236}">
                  <a16:creationId xmlns:a16="http://schemas.microsoft.com/office/drawing/2014/main" id="{4467F765-EA19-B9BD-3C18-C6B03ABFC05F}"/>
                </a:ext>
              </a:extLst>
            </p:cNvPr>
            <p:cNvSpPr txBox="1"/>
            <p:nvPr/>
          </p:nvSpPr>
          <p:spPr>
            <a:xfrm>
              <a:off x="3156989" y="4066459"/>
              <a:ext cx="1460483" cy="369332"/>
            </a:xfrm>
            <a:prstGeom prst="rect">
              <a:avLst/>
            </a:prstGeom>
            <a:noFill/>
          </p:spPr>
          <p:txBody>
            <a:bodyPr wrap="square" rtlCol="0">
              <a:spAutoFit/>
            </a:bodyPr>
            <a:lstStyle/>
            <a:p>
              <a:pPr algn="l"/>
              <a:r>
                <a:rPr lang="ja-JP" altLang="en-US" sz="1800" i="0" dirty="0">
                  <a:latin typeface="+mj-ea"/>
                  <a:ea typeface="+mj-ea"/>
                </a:rPr>
                <a:t>低周波数</a:t>
              </a:r>
              <a:endParaRPr kumimoji="1" lang="ja-JP" altLang="en-US" sz="1800" i="0" dirty="0">
                <a:latin typeface="+mj-ea"/>
                <a:ea typeface="+mj-ea"/>
              </a:endParaRPr>
            </a:p>
          </p:txBody>
        </p:sp>
        <p:pic>
          <p:nvPicPr>
            <p:cNvPr id="11" name="図 10">
              <a:extLst>
                <a:ext uri="{FF2B5EF4-FFF2-40B4-BE49-F238E27FC236}">
                  <a16:creationId xmlns:a16="http://schemas.microsoft.com/office/drawing/2014/main" id="{7BA27717-8A08-F042-3E0F-398DA3C9491A}"/>
                </a:ext>
              </a:extLst>
            </p:cNvPr>
            <p:cNvPicPr>
              <a:picLocks noChangeAspect="1"/>
            </p:cNvPicPr>
            <p:nvPr/>
          </p:nvPicPr>
          <p:blipFill>
            <a:blip r:embed="rId5"/>
            <a:stretch>
              <a:fillRect/>
            </a:stretch>
          </p:blipFill>
          <p:spPr>
            <a:xfrm>
              <a:off x="4293523" y="3920078"/>
              <a:ext cx="789926" cy="657317"/>
            </a:xfrm>
            <a:prstGeom prst="rect">
              <a:avLst/>
            </a:prstGeom>
          </p:spPr>
        </p:pic>
        <p:sp>
          <p:nvSpPr>
            <p:cNvPr id="6" name="テキスト ボックス 5">
              <a:extLst>
                <a:ext uri="{FF2B5EF4-FFF2-40B4-BE49-F238E27FC236}">
                  <a16:creationId xmlns:a16="http://schemas.microsoft.com/office/drawing/2014/main" id="{A5F98D87-AAD6-C561-472D-89CF9D4BF5D1}"/>
                </a:ext>
              </a:extLst>
            </p:cNvPr>
            <p:cNvSpPr txBox="1"/>
            <p:nvPr/>
          </p:nvSpPr>
          <p:spPr>
            <a:xfrm>
              <a:off x="3367570" y="3444748"/>
              <a:ext cx="1415772" cy="461665"/>
            </a:xfrm>
            <a:prstGeom prst="rect">
              <a:avLst/>
            </a:prstGeom>
            <a:noFill/>
          </p:spPr>
          <p:txBody>
            <a:bodyPr wrap="none" rtlCol="0">
              <a:spAutoFit/>
            </a:bodyPr>
            <a:lstStyle/>
            <a:p>
              <a:pPr algn="l"/>
              <a:r>
                <a:rPr kumimoji="1" lang="ja-JP" altLang="en-US" sz="2400" i="0" dirty="0">
                  <a:latin typeface="+mn-ea"/>
                  <a:ea typeface="+mn-ea"/>
                </a:rPr>
                <a:t>基礎地形</a:t>
              </a:r>
            </a:p>
          </p:txBody>
        </p:sp>
      </p:grpSp>
      <p:grpSp>
        <p:nvGrpSpPr>
          <p:cNvPr id="53" name="グループ化 52">
            <a:extLst>
              <a:ext uri="{FF2B5EF4-FFF2-40B4-BE49-F238E27FC236}">
                <a16:creationId xmlns:a16="http://schemas.microsoft.com/office/drawing/2014/main" id="{B47F043D-E423-0115-09C0-A4445C890F25}"/>
              </a:ext>
            </a:extLst>
          </p:cNvPr>
          <p:cNvGrpSpPr/>
          <p:nvPr/>
        </p:nvGrpSpPr>
        <p:grpSpPr>
          <a:xfrm>
            <a:off x="5470699" y="4086238"/>
            <a:ext cx="608270" cy="1720645"/>
            <a:chOff x="5427830" y="4174259"/>
            <a:chExt cx="608270" cy="1720645"/>
          </a:xfrm>
        </p:grpSpPr>
        <p:sp>
          <p:nvSpPr>
            <p:cNvPr id="20" name="矢印: 上下 19">
              <a:extLst>
                <a:ext uri="{FF2B5EF4-FFF2-40B4-BE49-F238E27FC236}">
                  <a16:creationId xmlns:a16="http://schemas.microsoft.com/office/drawing/2014/main" id="{54CB0CB7-C85A-3FB6-C7E5-465FD568AED3}"/>
                </a:ext>
              </a:extLst>
            </p:cNvPr>
            <p:cNvSpPr/>
            <p:nvPr/>
          </p:nvSpPr>
          <p:spPr bwMode="auto">
            <a:xfrm rot="16200000">
              <a:off x="5631720" y="3970369"/>
              <a:ext cx="197536" cy="605316"/>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1" name="矢印: 上下 20">
              <a:extLst>
                <a:ext uri="{FF2B5EF4-FFF2-40B4-BE49-F238E27FC236}">
                  <a16:creationId xmlns:a16="http://schemas.microsoft.com/office/drawing/2014/main" id="{89A67D26-35D8-8F5E-9E71-6929A1506692}"/>
                </a:ext>
              </a:extLst>
            </p:cNvPr>
            <p:cNvSpPr/>
            <p:nvPr/>
          </p:nvSpPr>
          <p:spPr bwMode="auto">
            <a:xfrm rot="16200000">
              <a:off x="5634674" y="4737133"/>
              <a:ext cx="197536" cy="605316"/>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5" name="矢印: 上下 24">
              <a:extLst>
                <a:ext uri="{FF2B5EF4-FFF2-40B4-BE49-F238E27FC236}">
                  <a16:creationId xmlns:a16="http://schemas.microsoft.com/office/drawing/2014/main" id="{7545A514-A689-C84E-3343-386664DA55EB}"/>
                </a:ext>
              </a:extLst>
            </p:cNvPr>
            <p:cNvSpPr/>
            <p:nvPr/>
          </p:nvSpPr>
          <p:spPr bwMode="auto">
            <a:xfrm rot="16200000">
              <a:off x="5631720" y="5493478"/>
              <a:ext cx="197536" cy="605316"/>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grpSp>
        <p:nvGrpSpPr>
          <p:cNvPr id="55" name="グループ化 54">
            <a:extLst>
              <a:ext uri="{FF2B5EF4-FFF2-40B4-BE49-F238E27FC236}">
                <a16:creationId xmlns:a16="http://schemas.microsoft.com/office/drawing/2014/main" id="{D938A2A8-E3E6-A885-B5F2-1205BBD7B55D}"/>
              </a:ext>
            </a:extLst>
          </p:cNvPr>
          <p:cNvGrpSpPr/>
          <p:nvPr/>
        </p:nvGrpSpPr>
        <p:grpSpPr>
          <a:xfrm>
            <a:off x="5922100" y="3429000"/>
            <a:ext cx="2646878" cy="3038287"/>
            <a:chOff x="5914621" y="3441543"/>
            <a:chExt cx="2646878" cy="3038287"/>
          </a:xfrm>
        </p:grpSpPr>
        <p:pic>
          <p:nvPicPr>
            <p:cNvPr id="5" name="図 4">
              <a:extLst>
                <a:ext uri="{FF2B5EF4-FFF2-40B4-BE49-F238E27FC236}">
                  <a16:creationId xmlns:a16="http://schemas.microsoft.com/office/drawing/2014/main" id="{BB2696FE-5949-3E4F-6D30-C54A9E675D6E}"/>
                </a:ext>
              </a:extLst>
            </p:cNvPr>
            <p:cNvPicPr>
              <a:picLocks noChangeAspect="1"/>
            </p:cNvPicPr>
            <p:nvPr/>
          </p:nvPicPr>
          <p:blipFill>
            <a:blip r:embed="rId5"/>
            <a:stretch>
              <a:fillRect/>
            </a:stretch>
          </p:blipFill>
          <p:spPr>
            <a:xfrm>
              <a:off x="7116434" y="3920078"/>
              <a:ext cx="789926" cy="657317"/>
            </a:xfrm>
            <a:prstGeom prst="rect">
              <a:avLst/>
            </a:prstGeom>
          </p:spPr>
        </p:pic>
        <p:graphicFrame>
          <p:nvGraphicFramePr>
            <p:cNvPr id="8" name="グラフ 7">
              <a:extLst>
                <a:ext uri="{FF2B5EF4-FFF2-40B4-BE49-F238E27FC236}">
                  <a16:creationId xmlns:a16="http://schemas.microsoft.com/office/drawing/2014/main" id="{743D7374-B0CC-0A1D-AB3C-2560B0FD1F6A}"/>
                </a:ext>
              </a:extLst>
            </p:cNvPr>
            <p:cNvGraphicFramePr>
              <a:graphicFrameLocks/>
            </p:cNvGraphicFramePr>
            <p:nvPr>
              <p:extLst>
                <p:ext uri="{D42A27DB-BD31-4B8C-83A1-F6EECF244321}">
                  <p14:modId xmlns:p14="http://schemas.microsoft.com/office/powerpoint/2010/main" val="2059095158"/>
                </p:ext>
              </p:extLst>
            </p:nvPr>
          </p:nvGraphicFramePr>
          <p:xfrm>
            <a:off x="7110081" y="4377020"/>
            <a:ext cx="1039079" cy="1148352"/>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グラフ 11">
              <a:extLst>
                <a:ext uri="{FF2B5EF4-FFF2-40B4-BE49-F238E27FC236}">
                  <a16:creationId xmlns:a16="http://schemas.microsoft.com/office/drawing/2014/main" id="{603CB0B5-C87B-EAC7-69B0-66BDDA2CAA1E}"/>
                </a:ext>
              </a:extLst>
            </p:cNvPr>
            <p:cNvGraphicFramePr>
              <a:graphicFrameLocks/>
            </p:cNvGraphicFramePr>
            <p:nvPr>
              <p:extLst>
                <p:ext uri="{D42A27DB-BD31-4B8C-83A1-F6EECF244321}">
                  <p14:modId xmlns:p14="http://schemas.microsoft.com/office/powerpoint/2010/main" val="2134617206"/>
                </p:ext>
              </p:extLst>
            </p:nvPr>
          </p:nvGraphicFramePr>
          <p:xfrm>
            <a:off x="7054949" y="5279501"/>
            <a:ext cx="1115570" cy="1200329"/>
          </p:xfrm>
          <a:graphic>
            <a:graphicData uri="http://schemas.openxmlformats.org/drawingml/2006/chart">
              <c:chart xmlns:c="http://schemas.openxmlformats.org/drawingml/2006/chart" xmlns:r="http://schemas.openxmlformats.org/officeDocument/2006/relationships" r:id="rId7"/>
            </a:graphicData>
          </a:graphic>
        </p:graphicFrame>
        <p:sp>
          <p:nvSpPr>
            <p:cNvPr id="34" name="テキスト ボックス 33">
              <a:extLst>
                <a:ext uri="{FF2B5EF4-FFF2-40B4-BE49-F238E27FC236}">
                  <a16:creationId xmlns:a16="http://schemas.microsoft.com/office/drawing/2014/main" id="{F0455F94-0085-54AF-D84F-640ABE6D08A9}"/>
                </a:ext>
              </a:extLst>
            </p:cNvPr>
            <p:cNvSpPr txBox="1"/>
            <p:nvPr/>
          </p:nvSpPr>
          <p:spPr>
            <a:xfrm>
              <a:off x="5914621" y="3441543"/>
              <a:ext cx="2646878" cy="461665"/>
            </a:xfrm>
            <a:prstGeom prst="rect">
              <a:avLst/>
            </a:prstGeom>
            <a:noFill/>
          </p:spPr>
          <p:txBody>
            <a:bodyPr wrap="none" rtlCol="0">
              <a:spAutoFit/>
            </a:bodyPr>
            <a:lstStyle/>
            <a:p>
              <a:pPr algn="l"/>
              <a:r>
                <a:rPr kumimoji="1" lang="ja-JP" altLang="en-US" sz="2400" i="0" dirty="0">
                  <a:latin typeface="+mn-ea"/>
                  <a:ea typeface="+mn-ea"/>
                </a:rPr>
                <a:t>各走行性能を調査</a:t>
              </a:r>
            </a:p>
          </p:txBody>
        </p:sp>
        <p:grpSp>
          <p:nvGrpSpPr>
            <p:cNvPr id="3" name="グループ化 2">
              <a:extLst>
                <a:ext uri="{FF2B5EF4-FFF2-40B4-BE49-F238E27FC236}">
                  <a16:creationId xmlns:a16="http://schemas.microsoft.com/office/drawing/2014/main" id="{B8C77B3B-E785-7B07-F028-D9FE2FAB05B7}"/>
                </a:ext>
              </a:extLst>
            </p:cNvPr>
            <p:cNvGrpSpPr/>
            <p:nvPr/>
          </p:nvGrpSpPr>
          <p:grpSpPr>
            <a:xfrm>
              <a:off x="6249418" y="3976038"/>
              <a:ext cx="765661" cy="615316"/>
              <a:chOff x="2123507" y="3298269"/>
              <a:chExt cx="1033019" cy="897643"/>
            </a:xfrm>
          </p:grpSpPr>
          <p:sp>
            <p:nvSpPr>
              <p:cNvPr id="4" name="正方形/長方形 3">
                <a:extLst>
                  <a:ext uri="{FF2B5EF4-FFF2-40B4-BE49-F238E27FC236}">
                    <a16:creationId xmlns:a16="http://schemas.microsoft.com/office/drawing/2014/main" id="{414998EC-6C77-354A-3E85-9793FABA4700}"/>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7" name="フローチャート: 結合子 26">
                <a:extLst>
                  <a:ext uri="{FF2B5EF4-FFF2-40B4-BE49-F238E27FC236}">
                    <a16:creationId xmlns:a16="http://schemas.microsoft.com/office/drawing/2014/main" id="{3FBDEFBE-7937-16DC-75D0-332932CD031B}"/>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1" name="フローチャート: 結合子 30">
                <a:extLst>
                  <a:ext uri="{FF2B5EF4-FFF2-40B4-BE49-F238E27FC236}">
                    <a16:creationId xmlns:a16="http://schemas.microsoft.com/office/drawing/2014/main" id="{CCF8164B-DA1C-C8EF-7DCD-2D6310CC282E}"/>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39" name="グループ化 38">
              <a:extLst>
                <a:ext uri="{FF2B5EF4-FFF2-40B4-BE49-F238E27FC236}">
                  <a16:creationId xmlns:a16="http://schemas.microsoft.com/office/drawing/2014/main" id="{5AAF4C0D-E6A0-9C4D-6FE1-0BE227B6A46E}"/>
                </a:ext>
              </a:extLst>
            </p:cNvPr>
            <p:cNvGrpSpPr/>
            <p:nvPr/>
          </p:nvGrpSpPr>
          <p:grpSpPr>
            <a:xfrm>
              <a:off x="6252495" y="4755428"/>
              <a:ext cx="765661" cy="615316"/>
              <a:chOff x="2123507" y="3298269"/>
              <a:chExt cx="1033019" cy="897643"/>
            </a:xfrm>
          </p:grpSpPr>
          <p:sp>
            <p:nvSpPr>
              <p:cNvPr id="41" name="正方形/長方形 40">
                <a:extLst>
                  <a:ext uri="{FF2B5EF4-FFF2-40B4-BE49-F238E27FC236}">
                    <a16:creationId xmlns:a16="http://schemas.microsoft.com/office/drawing/2014/main" id="{60238467-253D-F23C-384F-BA4B926D1EEB}"/>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2" name="フローチャート: 結合子 41">
                <a:extLst>
                  <a:ext uri="{FF2B5EF4-FFF2-40B4-BE49-F238E27FC236}">
                    <a16:creationId xmlns:a16="http://schemas.microsoft.com/office/drawing/2014/main" id="{54391825-CACB-B9FA-202D-9ABCA9271A88}"/>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3" name="フローチャート: 結合子 42">
                <a:extLst>
                  <a:ext uri="{FF2B5EF4-FFF2-40B4-BE49-F238E27FC236}">
                    <a16:creationId xmlns:a16="http://schemas.microsoft.com/office/drawing/2014/main" id="{1A6A0E01-A27F-08B3-5B9D-C3F5B11A1623}"/>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44" name="グループ化 43">
              <a:extLst>
                <a:ext uri="{FF2B5EF4-FFF2-40B4-BE49-F238E27FC236}">
                  <a16:creationId xmlns:a16="http://schemas.microsoft.com/office/drawing/2014/main" id="{AF2F724E-34EC-456D-08FA-F4DA780BC2E7}"/>
                </a:ext>
              </a:extLst>
            </p:cNvPr>
            <p:cNvGrpSpPr/>
            <p:nvPr/>
          </p:nvGrpSpPr>
          <p:grpSpPr>
            <a:xfrm>
              <a:off x="6244980" y="5556177"/>
              <a:ext cx="765661" cy="615316"/>
              <a:chOff x="2123507" y="3298269"/>
              <a:chExt cx="1033019" cy="897643"/>
            </a:xfrm>
          </p:grpSpPr>
          <p:sp>
            <p:nvSpPr>
              <p:cNvPr id="45" name="正方形/長方形 44">
                <a:extLst>
                  <a:ext uri="{FF2B5EF4-FFF2-40B4-BE49-F238E27FC236}">
                    <a16:creationId xmlns:a16="http://schemas.microsoft.com/office/drawing/2014/main" id="{30AF259A-5F2E-031F-A110-8AF67E36E5EF}"/>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6" name="フローチャート: 結合子 45">
                <a:extLst>
                  <a:ext uri="{FF2B5EF4-FFF2-40B4-BE49-F238E27FC236}">
                    <a16:creationId xmlns:a16="http://schemas.microsoft.com/office/drawing/2014/main" id="{4CE2C7C3-984C-4373-7B85-A6F8FBAFD859}"/>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7" name="フローチャート: 結合子 46">
                <a:extLst>
                  <a:ext uri="{FF2B5EF4-FFF2-40B4-BE49-F238E27FC236}">
                    <a16:creationId xmlns:a16="http://schemas.microsoft.com/office/drawing/2014/main" id="{3FF335BB-0C45-E745-63DE-FF1E2B35A15C}"/>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grpSp>
        <p:nvGrpSpPr>
          <p:cNvPr id="56" name="グループ化 55">
            <a:extLst>
              <a:ext uri="{FF2B5EF4-FFF2-40B4-BE49-F238E27FC236}">
                <a16:creationId xmlns:a16="http://schemas.microsoft.com/office/drawing/2014/main" id="{FE191B01-D3E0-2D86-92AA-0D3C4CA3DC2B}"/>
              </a:ext>
            </a:extLst>
          </p:cNvPr>
          <p:cNvGrpSpPr/>
          <p:nvPr/>
        </p:nvGrpSpPr>
        <p:grpSpPr>
          <a:xfrm>
            <a:off x="8666637" y="3458413"/>
            <a:ext cx="2954655" cy="2366369"/>
            <a:chOff x="8889048" y="3436515"/>
            <a:chExt cx="2954655" cy="2366369"/>
          </a:xfrm>
        </p:grpSpPr>
        <p:sp>
          <p:nvSpPr>
            <p:cNvPr id="49" name="テキスト ボックス 48">
              <a:extLst>
                <a:ext uri="{FF2B5EF4-FFF2-40B4-BE49-F238E27FC236}">
                  <a16:creationId xmlns:a16="http://schemas.microsoft.com/office/drawing/2014/main" id="{A73C2FF3-1AD3-505A-8F30-0901FACF4698}"/>
                </a:ext>
              </a:extLst>
            </p:cNvPr>
            <p:cNvSpPr txBox="1"/>
            <p:nvPr/>
          </p:nvSpPr>
          <p:spPr>
            <a:xfrm>
              <a:off x="8889048" y="3436515"/>
              <a:ext cx="2954655" cy="461665"/>
            </a:xfrm>
            <a:prstGeom prst="rect">
              <a:avLst/>
            </a:prstGeom>
            <a:noFill/>
          </p:spPr>
          <p:txBody>
            <a:bodyPr wrap="none" rtlCol="0">
              <a:spAutoFit/>
            </a:bodyPr>
            <a:lstStyle/>
            <a:p>
              <a:pPr algn="l"/>
              <a:r>
                <a:rPr kumimoji="1" lang="ja-JP" altLang="en-US" sz="2400" i="0" dirty="0">
                  <a:latin typeface="+mj-ea"/>
                  <a:ea typeface="+mj-ea"/>
                </a:rPr>
                <a:t>未知環境の走行性能</a:t>
              </a:r>
            </a:p>
          </p:txBody>
        </p:sp>
        <p:sp>
          <p:nvSpPr>
            <p:cNvPr id="35" name="フリーフォーム: 図形 34">
              <a:extLst>
                <a:ext uri="{FF2B5EF4-FFF2-40B4-BE49-F238E27FC236}">
                  <a16:creationId xmlns:a16="http://schemas.microsoft.com/office/drawing/2014/main" id="{66461386-A621-198D-7348-C4ECD0349AEF}"/>
                </a:ext>
              </a:extLst>
            </p:cNvPr>
            <p:cNvSpPr/>
            <p:nvPr/>
          </p:nvSpPr>
          <p:spPr bwMode="auto">
            <a:xfrm>
              <a:off x="9870981" y="4174258"/>
              <a:ext cx="1825538" cy="1628626"/>
            </a:xfrm>
            <a:custGeom>
              <a:avLst/>
              <a:gdLst>
                <a:gd name="connsiteX0" fmla="*/ 0 w 2140527"/>
                <a:gd name="connsiteY0" fmla="*/ 898799 h 1630773"/>
                <a:gd name="connsiteX1" fmla="*/ 311727 w 2140527"/>
                <a:gd name="connsiteY1" fmla="*/ 400036 h 1630773"/>
                <a:gd name="connsiteX2" fmla="*/ 509154 w 2140527"/>
                <a:gd name="connsiteY2" fmla="*/ 1200136 h 1630773"/>
                <a:gd name="connsiteX3" fmla="*/ 633845 w 2140527"/>
                <a:gd name="connsiteY3" fmla="*/ 670199 h 1630773"/>
                <a:gd name="connsiteX4" fmla="*/ 727363 w 2140527"/>
                <a:gd name="connsiteY4" fmla="*/ 1096227 h 1630773"/>
                <a:gd name="connsiteX5" fmla="*/ 904009 w 2140527"/>
                <a:gd name="connsiteY5" fmla="*/ 5181 h 1630773"/>
                <a:gd name="connsiteX6" fmla="*/ 1059873 w 2140527"/>
                <a:gd name="connsiteY6" fmla="*/ 1626163 h 1630773"/>
                <a:gd name="connsiteX7" fmla="*/ 1246909 w 2140527"/>
                <a:gd name="connsiteY7" fmla="*/ 503945 h 1630773"/>
                <a:gd name="connsiteX8" fmla="*/ 1298863 w 2140527"/>
                <a:gd name="connsiteY8" fmla="*/ 794890 h 1630773"/>
                <a:gd name="connsiteX9" fmla="*/ 1641763 w 2140527"/>
                <a:gd name="connsiteY9" fmla="*/ 659809 h 1630773"/>
                <a:gd name="connsiteX10" fmla="*/ 1776845 w 2140527"/>
                <a:gd name="connsiteY10" fmla="*/ 1335218 h 1630773"/>
                <a:gd name="connsiteX11" fmla="*/ 1891145 w 2140527"/>
                <a:gd name="connsiteY11" fmla="*/ 368863 h 1630773"/>
                <a:gd name="connsiteX12" fmla="*/ 1984663 w 2140527"/>
                <a:gd name="connsiteY12" fmla="*/ 1231309 h 1630773"/>
                <a:gd name="connsiteX13" fmla="*/ 2140527 w 2140527"/>
                <a:gd name="connsiteY13" fmla="*/ 898799 h 1630773"/>
                <a:gd name="connsiteX14" fmla="*/ 2140527 w 2140527"/>
                <a:gd name="connsiteY14" fmla="*/ 898799 h 163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0527" h="1630773">
                  <a:moveTo>
                    <a:pt x="0" y="898799"/>
                  </a:moveTo>
                  <a:cubicBezTo>
                    <a:pt x="113434" y="624306"/>
                    <a:pt x="226868" y="349813"/>
                    <a:pt x="311727" y="400036"/>
                  </a:cubicBezTo>
                  <a:cubicBezTo>
                    <a:pt x="396586" y="450259"/>
                    <a:pt x="455468" y="1155109"/>
                    <a:pt x="509154" y="1200136"/>
                  </a:cubicBezTo>
                  <a:cubicBezTo>
                    <a:pt x="562840" y="1245163"/>
                    <a:pt x="597477" y="687517"/>
                    <a:pt x="633845" y="670199"/>
                  </a:cubicBezTo>
                  <a:cubicBezTo>
                    <a:pt x="670213" y="652881"/>
                    <a:pt x="682336" y="1207063"/>
                    <a:pt x="727363" y="1096227"/>
                  </a:cubicBezTo>
                  <a:cubicBezTo>
                    <a:pt x="772390" y="985391"/>
                    <a:pt x="848591" y="-83142"/>
                    <a:pt x="904009" y="5181"/>
                  </a:cubicBezTo>
                  <a:cubicBezTo>
                    <a:pt x="959427" y="93504"/>
                    <a:pt x="1002723" y="1543036"/>
                    <a:pt x="1059873" y="1626163"/>
                  </a:cubicBezTo>
                  <a:cubicBezTo>
                    <a:pt x="1117023" y="1709290"/>
                    <a:pt x="1207077" y="642490"/>
                    <a:pt x="1246909" y="503945"/>
                  </a:cubicBezTo>
                  <a:cubicBezTo>
                    <a:pt x="1286741" y="365400"/>
                    <a:pt x="1233054" y="768913"/>
                    <a:pt x="1298863" y="794890"/>
                  </a:cubicBezTo>
                  <a:cubicBezTo>
                    <a:pt x="1364672" y="820867"/>
                    <a:pt x="1562099" y="569754"/>
                    <a:pt x="1641763" y="659809"/>
                  </a:cubicBezTo>
                  <a:cubicBezTo>
                    <a:pt x="1721427" y="749864"/>
                    <a:pt x="1735281" y="1383709"/>
                    <a:pt x="1776845" y="1335218"/>
                  </a:cubicBezTo>
                  <a:cubicBezTo>
                    <a:pt x="1818409" y="1286727"/>
                    <a:pt x="1856509" y="386181"/>
                    <a:pt x="1891145" y="368863"/>
                  </a:cubicBezTo>
                  <a:cubicBezTo>
                    <a:pt x="1925781" y="351545"/>
                    <a:pt x="1943099" y="1142986"/>
                    <a:pt x="1984663" y="1231309"/>
                  </a:cubicBezTo>
                  <a:lnTo>
                    <a:pt x="2140527" y="898799"/>
                  </a:lnTo>
                  <a:lnTo>
                    <a:pt x="2140527" y="898799"/>
                  </a:ln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nvGrpSpPr>
            <p:cNvPr id="48" name="グループ化 47">
              <a:extLst>
                <a:ext uri="{FF2B5EF4-FFF2-40B4-BE49-F238E27FC236}">
                  <a16:creationId xmlns:a16="http://schemas.microsoft.com/office/drawing/2014/main" id="{0292CD77-935E-6E55-F267-83A29D282673}"/>
                </a:ext>
              </a:extLst>
            </p:cNvPr>
            <p:cNvGrpSpPr/>
            <p:nvPr/>
          </p:nvGrpSpPr>
          <p:grpSpPr>
            <a:xfrm>
              <a:off x="9011019" y="4755428"/>
              <a:ext cx="765661" cy="615316"/>
              <a:chOff x="2123507" y="3298269"/>
              <a:chExt cx="1033019" cy="897643"/>
            </a:xfrm>
          </p:grpSpPr>
          <p:sp>
            <p:nvSpPr>
              <p:cNvPr id="50" name="正方形/長方形 49">
                <a:extLst>
                  <a:ext uri="{FF2B5EF4-FFF2-40B4-BE49-F238E27FC236}">
                    <a16:creationId xmlns:a16="http://schemas.microsoft.com/office/drawing/2014/main" id="{91410BF5-A4A8-F3A4-F4DE-FDA578B74F39}"/>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51" name="フローチャート: 結合子 50">
                <a:extLst>
                  <a:ext uri="{FF2B5EF4-FFF2-40B4-BE49-F238E27FC236}">
                    <a16:creationId xmlns:a16="http://schemas.microsoft.com/office/drawing/2014/main" id="{F29014C8-2183-A4F5-F2A8-743E9FB848C8}"/>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52" name="フローチャート: 結合子 51">
                <a:extLst>
                  <a:ext uri="{FF2B5EF4-FFF2-40B4-BE49-F238E27FC236}">
                    <a16:creationId xmlns:a16="http://schemas.microsoft.com/office/drawing/2014/main" id="{CC56D85C-6527-9F07-ADF7-C4141BDB9A6F}"/>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spTree>
    <p:extLst>
      <p:ext uri="{BB962C8B-B14F-4D97-AF65-F5344CB8AC3E}">
        <p14:creationId xmlns:p14="http://schemas.microsoft.com/office/powerpoint/2010/main" val="1310372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E35C7-0013-B1C3-2628-0A607996823A}"/>
            </a:ext>
          </a:extLst>
        </p:cNvPr>
        <p:cNvGrpSpPr/>
        <p:nvPr/>
      </p:nvGrpSpPr>
      <p:grpSpPr>
        <a:xfrm>
          <a:off x="0" y="0"/>
          <a:ext cx="0" cy="0"/>
          <a:chOff x="0" y="0"/>
          <a:chExt cx="0" cy="0"/>
        </a:xfrm>
      </p:grpSpPr>
      <p:sp>
        <p:nvSpPr>
          <p:cNvPr id="7169" name="タイトル 5">
            <a:extLst>
              <a:ext uri="{FF2B5EF4-FFF2-40B4-BE49-F238E27FC236}">
                <a16:creationId xmlns:a16="http://schemas.microsoft.com/office/drawing/2014/main" id="{9EFDC488-4976-962E-682E-A5D76D55C329}"/>
              </a:ext>
            </a:extLst>
          </p:cNvPr>
          <p:cNvSpPr>
            <a:spLocks noGrp="1" noChangeArrowheads="1"/>
          </p:cNvSpPr>
          <p:nvPr>
            <p:ph type="title"/>
          </p:nvPr>
        </p:nvSpPr>
        <p:spPr/>
        <p:txBody>
          <a:bodyPr/>
          <a:lstStyle/>
          <a:p>
            <a:r>
              <a:rPr lang="ja-JP" altLang="en-US" sz="3200" b="1" dirty="0"/>
              <a:t>本研究の目的</a:t>
            </a:r>
            <a:endParaRPr lang="ja-JP" altLang="en-US" sz="3200" dirty="0"/>
          </a:p>
        </p:txBody>
      </p:sp>
      <p:grpSp>
        <p:nvGrpSpPr>
          <p:cNvPr id="25" name="グループ化 24">
            <a:extLst>
              <a:ext uri="{FF2B5EF4-FFF2-40B4-BE49-F238E27FC236}">
                <a16:creationId xmlns:a16="http://schemas.microsoft.com/office/drawing/2014/main" id="{5C9AA3A0-D48C-C31E-FEF0-F345D219182A}"/>
              </a:ext>
            </a:extLst>
          </p:cNvPr>
          <p:cNvGrpSpPr/>
          <p:nvPr/>
        </p:nvGrpSpPr>
        <p:grpSpPr>
          <a:xfrm>
            <a:off x="1943064" y="1332572"/>
            <a:ext cx="8000261" cy="1801360"/>
            <a:chOff x="1943064" y="1332572"/>
            <a:chExt cx="8000261" cy="1801360"/>
          </a:xfrm>
        </p:grpSpPr>
        <p:sp>
          <p:nvSpPr>
            <p:cNvPr id="20" name="正方形/長方形 19">
              <a:extLst>
                <a:ext uri="{FF2B5EF4-FFF2-40B4-BE49-F238E27FC236}">
                  <a16:creationId xmlns:a16="http://schemas.microsoft.com/office/drawing/2014/main" id="{0FD03367-6996-80DB-5DCB-E00DB6A1187D}"/>
                </a:ext>
              </a:extLst>
            </p:cNvPr>
            <p:cNvSpPr/>
            <p:nvPr/>
          </p:nvSpPr>
          <p:spPr bwMode="auto">
            <a:xfrm>
              <a:off x="1943064" y="1652350"/>
              <a:ext cx="8000261" cy="1481582"/>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8" name="テキスト ボックス 17">
              <a:extLst>
                <a:ext uri="{FF2B5EF4-FFF2-40B4-BE49-F238E27FC236}">
                  <a16:creationId xmlns:a16="http://schemas.microsoft.com/office/drawing/2014/main" id="{3FF0B924-6ACC-4191-3FAC-404706EB51C2}"/>
                </a:ext>
              </a:extLst>
            </p:cNvPr>
            <p:cNvSpPr txBox="1"/>
            <p:nvPr/>
          </p:nvSpPr>
          <p:spPr>
            <a:xfrm>
              <a:off x="2124081" y="1929483"/>
              <a:ext cx="7606872" cy="1077218"/>
            </a:xfrm>
            <a:prstGeom prst="rect">
              <a:avLst/>
            </a:prstGeom>
            <a:noFill/>
          </p:spPr>
          <p:txBody>
            <a:bodyPr wrap="square" rtlCol="0">
              <a:spAutoFit/>
            </a:bodyPr>
            <a:lstStyle/>
            <a:p>
              <a:pPr algn="ctr"/>
              <a:r>
                <a:rPr kumimoji="1" lang="ja-JP" altLang="en-US" sz="3200" b="1" i="0" dirty="0">
                  <a:latin typeface="+mn-ea"/>
                  <a:ea typeface="+mn-ea"/>
                </a:rPr>
                <a:t>未知環境におけるロボットの走行性能を</a:t>
              </a:r>
              <a:endParaRPr kumimoji="1" lang="en-US" altLang="ja-JP" sz="3200" b="1" i="0" dirty="0">
                <a:latin typeface="+mn-ea"/>
                <a:ea typeface="+mn-ea"/>
              </a:endParaRPr>
            </a:p>
            <a:p>
              <a:pPr algn="ctr"/>
              <a:r>
                <a:rPr kumimoji="1" lang="ja-JP" altLang="en-US" sz="3200" b="1" i="0" dirty="0">
                  <a:latin typeface="+mn-ea"/>
                  <a:ea typeface="+mn-ea"/>
                </a:rPr>
                <a:t>予測する</a:t>
              </a:r>
              <a:r>
                <a:rPr kumimoji="1" lang="ja-JP" altLang="en-US" sz="3200" b="1" i="0" dirty="0">
                  <a:solidFill>
                    <a:srgbClr val="FF0000"/>
                  </a:solidFill>
                  <a:latin typeface="+mn-ea"/>
                  <a:ea typeface="+mn-ea"/>
                </a:rPr>
                <a:t>手法</a:t>
              </a:r>
              <a:r>
                <a:rPr kumimoji="1" lang="ja-JP" altLang="en-US" sz="3200" b="1" i="0" dirty="0">
                  <a:latin typeface="+mn-ea"/>
                  <a:ea typeface="+mn-ea"/>
                </a:rPr>
                <a:t>を確立する</a:t>
              </a:r>
            </a:p>
          </p:txBody>
        </p:sp>
        <p:sp>
          <p:nvSpPr>
            <p:cNvPr id="21" name="テキスト ボックス 20">
              <a:extLst>
                <a:ext uri="{FF2B5EF4-FFF2-40B4-BE49-F238E27FC236}">
                  <a16:creationId xmlns:a16="http://schemas.microsoft.com/office/drawing/2014/main" id="{CC97037A-F383-6EC7-D463-3EDD418741F8}"/>
                </a:ext>
              </a:extLst>
            </p:cNvPr>
            <p:cNvSpPr txBox="1"/>
            <p:nvPr/>
          </p:nvSpPr>
          <p:spPr>
            <a:xfrm>
              <a:off x="2233465" y="1332572"/>
              <a:ext cx="2714242" cy="584775"/>
            </a:xfrm>
            <a:prstGeom prst="rect">
              <a:avLst/>
            </a:prstGeom>
            <a:solidFill>
              <a:schemeClr val="bg1"/>
            </a:solidFill>
            <a:ln>
              <a:solidFill>
                <a:schemeClr val="tx1"/>
              </a:solidFill>
            </a:ln>
          </p:spPr>
          <p:txBody>
            <a:bodyPr wrap="square" rtlCol="0" anchor="ctr">
              <a:spAutoFit/>
            </a:bodyPr>
            <a:lstStyle/>
            <a:p>
              <a:pPr algn="ctr"/>
              <a:r>
                <a:rPr kumimoji="1" lang="ja-JP" altLang="en-US" sz="3200" b="1" i="0" dirty="0">
                  <a:latin typeface="+mn-ea"/>
                  <a:ea typeface="+mn-ea"/>
                </a:rPr>
                <a:t>本研究の目的</a:t>
              </a:r>
              <a:endParaRPr kumimoji="1" lang="en-US" altLang="ja-JP" sz="3200" b="1" i="0" dirty="0">
                <a:latin typeface="+mn-ea"/>
                <a:ea typeface="+mn-ea"/>
              </a:endParaRPr>
            </a:p>
          </p:txBody>
        </p:sp>
      </p:grpSp>
      <p:sp>
        <p:nvSpPr>
          <p:cNvPr id="5" name="テキスト ボックス 4">
            <a:extLst>
              <a:ext uri="{FF2B5EF4-FFF2-40B4-BE49-F238E27FC236}">
                <a16:creationId xmlns:a16="http://schemas.microsoft.com/office/drawing/2014/main" id="{BF8DB756-3E6C-F36F-8CFE-46585FE85E1C}"/>
              </a:ext>
            </a:extLst>
          </p:cNvPr>
          <p:cNvSpPr txBox="1"/>
          <p:nvPr/>
        </p:nvSpPr>
        <p:spPr>
          <a:xfrm>
            <a:off x="1029945" y="5667652"/>
            <a:ext cx="10443885" cy="584775"/>
          </a:xfrm>
          <a:prstGeom prst="rect">
            <a:avLst/>
          </a:prstGeom>
          <a:noFill/>
        </p:spPr>
        <p:txBody>
          <a:bodyPr wrap="none" rtlCol="0">
            <a:spAutoFit/>
          </a:bodyPr>
          <a:lstStyle/>
          <a:p>
            <a:pPr algn="l"/>
            <a:r>
              <a:rPr kumimoji="1" lang="ja-JP" altLang="en-US" sz="3200" b="1" i="0" dirty="0">
                <a:latin typeface="+mn-ea"/>
                <a:ea typeface="+mn-ea"/>
              </a:rPr>
              <a:t>正弦波の基礎地形における</a:t>
            </a:r>
            <a:r>
              <a:rPr kumimoji="1" lang="ja-JP" altLang="en-US" sz="3200" b="1" i="0" u="sng" dirty="0">
                <a:solidFill>
                  <a:srgbClr val="FF0000"/>
                </a:solidFill>
                <a:latin typeface="+mn-ea"/>
                <a:ea typeface="+mn-ea"/>
              </a:rPr>
              <a:t>走行性能の重ね合わせの可否</a:t>
            </a:r>
            <a:endParaRPr kumimoji="1" lang="ja-JP" altLang="en-US" sz="2400" i="0" u="sng" dirty="0">
              <a:solidFill>
                <a:srgbClr val="FF0000"/>
              </a:solidFill>
              <a:latin typeface="+mn-ea"/>
              <a:ea typeface="+mn-ea"/>
            </a:endParaRPr>
          </a:p>
        </p:txBody>
      </p:sp>
      <p:grpSp>
        <p:nvGrpSpPr>
          <p:cNvPr id="31" name="グループ化 30">
            <a:extLst>
              <a:ext uri="{FF2B5EF4-FFF2-40B4-BE49-F238E27FC236}">
                <a16:creationId xmlns:a16="http://schemas.microsoft.com/office/drawing/2014/main" id="{AED29D1B-50EE-FF41-1244-0F0E8A7E359A}"/>
              </a:ext>
            </a:extLst>
          </p:cNvPr>
          <p:cNvGrpSpPr/>
          <p:nvPr/>
        </p:nvGrpSpPr>
        <p:grpSpPr>
          <a:xfrm>
            <a:off x="5657938" y="3634476"/>
            <a:ext cx="642118" cy="1366150"/>
            <a:chOff x="5584253" y="3772438"/>
            <a:chExt cx="642118" cy="1366150"/>
          </a:xfrm>
        </p:grpSpPr>
        <p:sp>
          <p:nvSpPr>
            <p:cNvPr id="16" name="矢印: 上下 15">
              <a:extLst>
                <a:ext uri="{FF2B5EF4-FFF2-40B4-BE49-F238E27FC236}">
                  <a16:creationId xmlns:a16="http://schemas.microsoft.com/office/drawing/2014/main" id="{E50B0485-CAC5-40D0-BC7C-BEC84399E3F2}"/>
                </a:ext>
              </a:extLst>
            </p:cNvPr>
            <p:cNvSpPr/>
            <p:nvPr/>
          </p:nvSpPr>
          <p:spPr bwMode="auto">
            <a:xfrm rot="6424514">
              <a:off x="5819109" y="3547092"/>
              <a:ext cx="181916" cy="632608"/>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32" name="矢印: 上下 31">
              <a:extLst>
                <a:ext uri="{FF2B5EF4-FFF2-40B4-BE49-F238E27FC236}">
                  <a16:creationId xmlns:a16="http://schemas.microsoft.com/office/drawing/2014/main" id="{F93479F8-BD5D-8AD5-9FA5-8AF9EDBED1EE}"/>
                </a:ext>
              </a:extLst>
            </p:cNvPr>
            <p:cNvSpPr/>
            <p:nvPr/>
          </p:nvSpPr>
          <p:spPr bwMode="auto">
            <a:xfrm rot="5400000">
              <a:off x="5809599" y="4146932"/>
              <a:ext cx="181916" cy="632608"/>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33" name="矢印: 上下 32">
              <a:extLst>
                <a:ext uri="{FF2B5EF4-FFF2-40B4-BE49-F238E27FC236}">
                  <a16:creationId xmlns:a16="http://schemas.microsoft.com/office/drawing/2014/main" id="{900E0C2F-6DA0-34E6-F4A6-D4313E39D4F9}"/>
                </a:ext>
              </a:extLst>
            </p:cNvPr>
            <p:cNvSpPr/>
            <p:nvPr/>
          </p:nvSpPr>
          <p:spPr bwMode="auto">
            <a:xfrm rot="4307940">
              <a:off x="5809599" y="4731326"/>
              <a:ext cx="181916" cy="632608"/>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grpSp>
        <p:nvGrpSpPr>
          <p:cNvPr id="35" name="グループ化 34">
            <a:extLst>
              <a:ext uri="{FF2B5EF4-FFF2-40B4-BE49-F238E27FC236}">
                <a16:creationId xmlns:a16="http://schemas.microsoft.com/office/drawing/2014/main" id="{DF25C45D-09B5-5909-E45A-E84782D36CC7}"/>
              </a:ext>
            </a:extLst>
          </p:cNvPr>
          <p:cNvGrpSpPr/>
          <p:nvPr/>
        </p:nvGrpSpPr>
        <p:grpSpPr>
          <a:xfrm>
            <a:off x="6534063" y="3864826"/>
            <a:ext cx="3409262" cy="905450"/>
            <a:chOff x="6321691" y="4051708"/>
            <a:chExt cx="3409262" cy="905450"/>
          </a:xfrm>
        </p:grpSpPr>
        <p:sp>
          <p:nvSpPr>
            <p:cNvPr id="30" name="フリーフォーム: 図形 29">
              <a:extLst>
                <a:ext uri="{FF2B5EF4-FFF2-40B4-BE49-F238E27FC236}">
                  <a16:creationId xmlns:a16="http://schemas.microsoft.com/office/drawing/2014/main" id="{10D58F00-75C2-DD5D-3B3E-A36FF9129099}"/>
                </a:ext>
              </a:extLst>
            </p:cNvPr>
            <p:cNvSpPr/>
            <p:nvPr/>
          </p:nvSpPr>
          <p:spPr bwMode="auto">
            <a:xfrm>
              <a:off x="8637148" y="4051708"/>
              <a:ext cx="1093805" cy="905450"/>
            </a:xfrm>
            <a:custGeom>
              <a:avLst/>
              <a:gdLst>
                <a:gd name="connsiteX0" fmla="*/ 0 w 2140527"/>
                <a:gd name="connsiteY0" fmla="*/ 898799 h 1630773"/>
                <a:gd name="connsiteX1" fmla="*/ 311727 w 2140527"/>
                <a:gd name="connsiteY1" fmla="*/ 400036 h 1630773"/>
                <a:gd name="connsiteX2" fmla="*/ 509154 w 2140527"/>
                <a:gd name="connsiteY2" fmla="*/ 1200136 h 1630773"/>
                <a:gd name="connsiteX3" fmla="*/ 633845 w 2140527"/>
                <a:gd name="connsiteY3" fmla="*/ 670199 h 1630773"/>
                <a:gd name="connsiteX4" fmla="*/ 727363 w 2140527"/>
                <a:gd name="connsiteY4" fmla="*/ 1096227 h 1630773"/>
                <a:gd name="connsiteX5" fmla="*/ 904009 w 2140527"/>
                <a:gd name="connsiteY5" fmla="*/ 5181 h 1630773"/>
                <a:gd name="connsiteX6" fmla="*/ 1059873 w 2140527"/>
                <a:gd name="connsiteY6" fmla="*/ 1626163 h 1630773"/>
                <a:gd name="connsiteX7" fmla="*/ 1246909 w 2140527"/>
                <a:gd name="connsiteY7" fmla="*/ 503945 h 1630773"/>
                <a:gd name="connsiteX8" fmla="*/ 1298863 w 2140527"/>
                <a:gd name="connsiteY8" fmla="*/ 794890 h 1630773"/>
                <a:gd name="connsiteX9" fmla="*/ 1641763 w 2140527"/>
                <a:gd name="connsiteY9" fmla="*/ 659809 h 1630773"/>
                <a:gd name="connsiteX10" fmla="*/ 1776845 w 2140527"/>
                <a:gd name="connsiteY10" fmla="*/ 1335218 h 1630773"/>
                <a:gd name="connsiteX11" fmla="*/ 1891145 w 2140527"/>
                <a:gd name="connsiteY11" fmla="*/ 368863 h 1630773"/>
                <a:gd name="connsiteX12" fmla="*/ 1984663 w 2140527"/>
                <a:gd name="connsiteY12" fmla="*/ 1231309 h 1630773"/>
                <a:gd name="connsiteX13" fmla="*/ 2140527 w 2140527"/>
                <a:gd name="connsiteY13" fmla="*/ 898799 h 1630773"/>
                <a:gd name="connsiteX14" fmla="*/ 2140527 w 2140527"/>
                <a:gd name="connsiteY14" fmla="*/ 898799 h 163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0527" h="1630773">
                  <a:moveTo>
                    <a:pt x="0" y="898799"/>
                  </a:moveTo>
                  <a:cubicBezTo>
                    <a:pt x="113434" y="624306"/>
                    <a:pt x="226868" y="349813"/>
                    <a:pt x="311727" y="400036"/>
                  </a:cubicBezTo>
                  <a:cubicBezTo>
                    <a:pt x="396586" y="450259"/>
                    <a:pt x="455468" y="1155109"/>
                    <a:pt x="509154" y="1200136"/>
                  </a:cubicBezTo>
                  <a:cubicBezTo>
                    <a:pt x="562840" y="1245163"/>
                    <a:pt x="597477" y="687517"/>
                    <a:pt x="633845" y="670199"/>
                  </a:cubicBezTo>
                  <a:cubicBezTo>
                    <a:pt x="670213" y="652881"/>
                    <a:pt x="682336" y="1207063"/>
                    <a:pt x="727363" y="1096227"/>
                  </a:cubicBezTo>
                  <a:cubicBezTo>
                    <a:pt x="772390" y="985391"/>
                    <a:pt x="848591" y="-83142"/>
                    <a:pt x="904009" y="5181"/>
                  </a:cubicBezTo>
                  <a:cubicBezTo>
                    <a:pt x="959427" y="93504"/>
                    <a:pt x="1002723" y="1543036"/>
                    <a:pt x="1059873" y="1626163"/>
                  </a:cubicBezTo>
                  <a:cubicBezTo>
                    <a:pt x="1117023" y="1709290"/>
                    <a:pt x="1207077" y="642490"/>
                    <a:pt x="1246909" y="503945"/>
                  </a:cubicBezTo>
                  <a:cubicBezTo>
                    <a:pt x="1286741" y="365400"/>
                    <a:pt x="1233054" y="768913"/>
                    <a:pt x="1298863" y="794890"/>
                  </a:cubicBezTo>
                  <a:cubicBezTo>
                    <a:pt x="1364672" y="820867"/>
                    <a:pt x="1562099" y="569754"/>
                    <a:pt x="1641763" y="659809"/>
                  </a:cubicBezTo>
                  <a:cubicBezTo>
                    <a:pt x="1721427" y="749864"/>
                    <a:pt x="1735281" y="1383709"/>
                    <a:pt x="1776845" y="1335218"/>
                  </a:cubicBezTo>
                  <a:cubicBezTo>
                    <a:pt x="1818409" y="1286727"/>
                    <a:pt x="1856509" y="386181"/>
                    <a:pt x="1891145" y="368863"/>
                  </a:cubicBezTo>
                  <a:cubicBezTo>
                    <a:pt x="1925781" y="351545"/>
                    <a:pt x="1943099" y="1142986"/>
                    <a:pt x="1984663" y="1231309"/>
                  </a:cubicBezTo>
                  <a:lnTo>
                    <a:pt x="2140527" y="898799"/>
                  </a:lnTo>
                  <a:lnTo>
                    <a:pt x="2140527" y="898799"/>
                  </a:ln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39" name="テキスト ボックス 38">
              <a:extLst>
                <a:ext uri="{FF2B5EF4-FFF2-40B4-BE49-F238E27FC236}">
                  <a16:creationId xmlns:a16="http://schemas.microsoft.com/office/drawing/2014/main" id="{C4A0DBF2-9930-C390-D06F-C0F03590265B}"/>
                </a:ext>
              </a:extLst>
            </p:cNvPr>
            <p:cNvSpPr txBox="1"/>
            <p:nvPr/>
          </p:nvSpPr>
          <p:spPr>
            <a:xfrm>
              <a:off x="6321691" y="4263863"/>
              <a:ext cx="1415772" cy="461665"/>
            </a:xfrm>
            <a:prstGeom prst="rect">
              <a:avLst/>
            </a:prstGeom>
            <a:noFill/>
          </p:spPr>
          <p:txBody>
            <a:bodyPr wrap="none" rtlCol="0">
              <a:spAutoFit/>
            </a:bodyPr>
            <a:lstStyle/>
            <a:p>
              <a:pPr algn="l"/>
              <a:r>
                <a:rPr kumimoji="1" lang="ja-JP" altLang="en-US" sz="2400" i="0" dirty="0">
                  <a:latin typeface="+mn-ea"/>
                  <a:ea typeface="+mn-ea"/>
                </a:rPr>
                <a:t>未知環境</a:t>
              </a:r>
            </a:p>
          </p:txBody>
        </p:sp>
        <p:grpSp>
          <p:nvGrpSpPr>
            <p:cNvPr id="2" name="グループ化 1">
              <a:extLst>
                <a:ext uri="{FF2B5EF4-FFF2-40B4-BE49-F238E27FC236}">
                  <a16:creationId xmlns:a16="http://schemas.microsoft.com/office/drawing/2014/main" id="{BEC5CD41-C2B6-CA13-DA8A-292857D97079}"/>
                </a:ext>
              </a:extLst>
            </p:cNvPr>
            <p:cNvGrpSpPr/>
            <p:nvPr/>
          </p:nvGrpSpPr>
          <p:grpSpPr>
            <a:xfrm>
              <a:off x="7759708" y="4227517"/>
              <a:ext cx="765661" cy="615316"/>
              <a:chOff x="2123507" y="3298269"/>
              <a:chExt cx="1033019" cy="897643"/>
            </a:xfrm>
          </p:grpSpPr>
          <p:sp>
            <p:nvSpPr>
              <p:cNvPr id="3" name="正方形/長方形 2">
                <a:extLst>
                  <a:ext uri="{FF2B5EF4-FFF2-40B4-BE49-F238E27FC236}">
                    <a16:creationId xmlns:a16="http://schemas.microsoft.com/office/drawing/2014/main" id="{CBF01695-9A50-8F7A-C7AE-226591C1CAE0}"/>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 name="フローチャート: 結合子 3">
                <a:extLst>
                  <a:ext uri="{FF2B5EF4-FFF2-40B4-BE49-F238E27FC236}">
                    <a16:creationId xmlns:a16="http://schemas.microsoft.com/office/drawing/2014/main" id="{866B492A-3A1F-1B2D-75C4-C9EE2ACA02A0}"/>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6" name="フローチャート: 結合子 5">
                <a:extLst>
                  <a:ext uri="{FF2B5EF4-FFF2-40B4-BE49-F238E27FC236}">
                    <a16:creationId xmlns:a16="http://schemas.microsoft.com/office/drawing/2014/main" id="{635133F0-5544-A60B-1306-DC0393CEF527}"/>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grpSp>
        <p:nvGrpSpPr>
          <p:cNvPr id="29" name="グループ化 28">
            <a:extLst>
              <a:ext uri="{FF2B5EF4-FFF2-40B4-BE49-F238E27FC236}">
                <a16:creationId xmlns:a16="http://schemas.microsoft.com/office/drawing/2014/main" id="{E27760C5-11A9-835A-F571-25C0096014F5}"/>
              </a:ext>
            </a:extLst>
          </p:cNvPr>
          <p:cNvGrpSpPr/>
          <p:nvPr/>
        </p:nvGrpSpPr>
        <p:grpSpPr>
          <a:xfrm>
            <a:off x="1943063" y="3350969"/>
            <a:ext cx="3411192" cy="2168645"/>
            <a:chOff x="1963256" y="3554968"/>
            <a:chExt cx="3411192" cy="2168645"/>
          </a:xfrm>
        </p:grpSpPr>
        <p:pic>
          <p:nvPicPr>
            <p:cNvPr id="22" name="図 21">
              <a:extLst>
                <a:ext uri="{FF2B5EF4-FFF2-40B4-BE49-F238E27FC236}">
                  <a16:creationId xmlns:a16="http://schemas.microsoft.com/office/drawing/2014/main" id="{E12C948F-2F0C-7AC1-4582-DD01D279754C}"/>
                </a:ext>
              </a:extLst>
            </p:cNvPr>
            <p:cNvPicPr>
              <a:picLocks noChangeAspect="1"/>
            </p:cNvPicPr>
            <p:nvPr/>
          </p:nvPicPr>
          <p:blipFill>
            <a:blip r:embed="rId3"/>
            <a:stretch>
              <a:fillRect/>
            </a:stretch>
          </p:blipFill>
          <p:spPr>
            <a:xfrm>
              <a:off x="4444992" y="3618742"/>
              <a:ext cx="702749" cy="584775"/>
            </a:xfrm>
            <a:prstGeom prst="rect">
              <a:avLst/>
            </a:prstGeom>
          </p:spPr>
        </p:pic>
        <p:graphicFrame>
          <p:nvGraphicFramePr>
            <p:cNvPr id="23" name="グラフ 22">
              <a:extLst>
                <a:ext uri="{FF2B5EF4-FFF2-40B4-BE49-F238E27FC236}">
                  <a16:creationId xmlns:a16="http://schemas.microsoft.com/office/drawing/2014/main" id="{6083BC1A-B07C-F182-D0CC-7EF78E70B8EC}"/>
                </a:ext>
              </a:extLst>
            </p:cNvPr>
            <p:cNvGraphicFramePr>
              <a:graphicFrameLocks/>
            </p:cNvGraphicFramePr>
            <p:nvPr>
              <p:extLst>
                <p:ext uri="{D42A27DB-BD31-4B8C-83A1-F6EECF244321}">
                  <p14:modId xmlns:p14="http://schemas.microsoft.com/office/powerpoint/2010/main" val="1531387849"/>
                </p:ext>
              </p:extLst>
            </p:nvPr>
          </p:nvGraphicFramePr>
          <p:xfrm>
            <a:off x="4482862" y="3910709"/>
            <a:ext cx="865726" cy="1021619"/>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4" name="グラフ 23">
              <a:extLst>
                <a:ext uri="{FF2B5EF4-FFF2-40B4-BE49-F238E27FC236}">
                  <a16:creationId xmlns:a16="http://schemas.microsoft.com/office/drawing/2014/main" id="{AB925012-C845-4B6A-E266-31444969819B}"/>
                </a:ext>
              </a:extLst>
            </p:cNvPr>
            <p:cNvGraphicFramePr>
              <a:graphicFrameLocks/>
            </p:cNvGraphicFramePr>
            <p:nvPr>
              <p:extLst>
                <p:ext uri="{D42A27DB-BD31-4B8C-83A1-F6EECF244321}">
                  <p14:modId xmlns:p14="http://schemas.microsoft.com/office/powerpoint/2010/main" val="1628572498"/>
                </p:ext>
              </p:extLst>
            </p:nvPr>
          </p:nvGraphicFramePr>
          <p:xfrm>
            <a:off x="4444992" y="4655753"/>
            <a:ext cx="929456" cy="1067860"/>
          </p:xfrm>
          <a:graphic>
            <a:graphicData uri="http://schemas.openxmlformats.org/drawingml/2006/chart">
              <c:chart xmlns:c="http://schemas.openxmlformats.org/drawingml/2006/chart" xmlns:r="http://schemas.openxmlformats.org/officeDocument/2006/relationships" r:id="rId5"/>
            </a:graphicData>
          </a:graphic>
        </p:graphicFrame>
        <p:sp>
          <p:nvSpPr>
            <p:cNvPr id="38" name="テキスト ボックス 37">
              <a:extLst>
                <a:ext uri="{FF2B5EF4-FFF2-40B4-BE49-F238E27FC236}">
                  <a16:creationId xmlns:a16="http://schemas.microsoft.com/office/drawing/2014/main" id="{603B5EF2-B0F2-7FA4-D5B4-5B9A06F77876}"/>
                </a:ext>
              </a:extLst>
            </p:cNvPr>
            <p:cNvSpPr txBox="1"/>
            <p:nvPr/>
          </p:nvSpPr>
          <p:spPr>
            <a:xfrm>
              <a:off x="1963256" y="4263863"/>
              <a:ext cx="1415772" cy="461665"/>
            </a:xfrm>
            <a:prstGeom prst="rect">
              <a:avLst/>
            </a:prstGeom>
            <a:noFill/>
          </p:spPr>
          <p:txBody>
            <a:bodyPr wrap="none" rtlCol="0">
              <a:spAutoFit/>
            </a:bodyPr>
            <a:lstStyle/>
            <a:p>
              <a:pPr algn="l"/>
              <a:r>
                <a:rPr kumimoji="1" lang="ja-JP" altLang="en-US" sz="2400" i="0" dirty="0">
                  <a:latin typeface="+mn-ea"/>
                  <a:ea typeface="+mn-ea"/>
                </a:rPr>
                <a:t>基礎地形</a:t>
              </a:r>
            </a:p>
          </p:txBody>
        </p:sp>
        <p:grpSp>
          <p:nvGrpSpPr>
            <p:cNvPr id="7" name="グループ化 6">
              <a:extLst>
                <a:ext uri="{FF2B5EF4-FFF2-40B4-BE49-F238E27FC236}">
                  <a16:creationId xmlns:a16="http://schemas.microsoft.com/office/drawing/2014/main" id="{630E8654-1885-3B24-20F1-92100A3F53EC}"/>
                </a:ext>
              </a:extLst>
            </p:cNvPr>
            <p:cNvGrpSpPr/>
            <p:nvPr/>
          </p:nvGrpSpPr>
          <p:grpSpPr>
            <a:xfrm>
              <a:off x="3546048" y="4904187"/>
              <a:ext cx="765661" cy="615316"/>
              <a:chOff x="2123507" y="3298269"/>
              <a:chExt cx="1033019" cy="897643"/>
            </a:xfrm>
          </p:grpSpPr>
          <p:sp>
            <p:nvSpPr>
              <p:cNvPr id="8" name="正方形/長方形 7">
                <a:extLst>
                  <a:ext uri="{FF2B5EF4-FFF2-40B4-BE49-F238E27FC236}">
                    <a16:creationId xmlns:a16="http://schemas.microsoft.com/office/drawing/2014/main" id="{A974AF46-A7FF-8AC1-478C-9A63A7097B9F}"/>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9" name="フローチャート: 結合子 8">
                <a:extLst>
                  <a:ext uri="{FF2B5EF4-FFF2-40B4-BE49-F238E27FC236}">
                    <a16:creationId xmlns:a16="http://schemas.microsoft.com/office/drawing/2014/main" id="{F1207269-06FF-C4EF-7884-B31613C19394}"/>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0" name="フローチャート: 結合子 9">
                <a:extLst>
                  <a:ext uri="{FF2B5EF4-FFF2-40B4-BE49-F238E27FC236}">
                    <a16:creationId xmlns:a16="http://schemas.microsoft.com/office/drawing/2014/main" id="{C1302D13-AA6B-8E95-B4E8-297DC2AAA536}"/>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11" name="グループ化 10">
              <a:extLst>
                <a:ext uri="{FF2B5EF4-FFF2-40B4-BE49-F238E27FC236}">
                  <a16:creationId xmlns:a16="http://schemas.microsoft.com/office/drawing/2014/main" id="{A32EB83E-F333-9D98-F37B-FDE287456236}"/>
                </a:ext>
              </a:extLst>
            </p:cNvPr>
            <p:cNvGrpSpPr/>
            <p:nvPr/>
          </p:nvGrpSpPr>
          <p:grpSpPr>
            <a:xfrm>
              <a:off x="3539743" y="4230288"/>
              <a:ext cx="765661" cy="615316"/>
              <a:chOff x="2123507" y="3298269"/>
              <a:chExt cx="1033019" cy="897643"/>
            </a:xfrm>
          </p:grpSpPr>
          <p:sp>
            <p:nvSpPr>
              <p:cNvPr id="12" name="正方形/長方形 11">
                <a:extLst>
                  <a:ext uri="{FF2B5EF4-FFF2-40B4-BE49-F238E27FC236}">
                    <a16:creationId xmlns:a16="http://schemas.microsoft.com/office/drawing/2014/main" id="{BE1791F0-78CF-1014-FC3A-A2469CA7D885}"/>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3" name="フローチャート: 結合子 12">
                <a:extLst>
                  <a:ext uri="{FF2B5EF4-FFF2-40B4-BE49-F238E27FC236}">
                    <a16:creationId xmlns:a16="http://schemas.microsoft.com/office/drawing/2014/main" id="{88A26A49-B8FC-CF49-0BE6-FA33DFE550A5}"/>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4" name="フローチャート: 結合子 13">
                <a:extLst>
                  <a:ext uri="{FF2B5EF4-FFF2-40B4-BE49-F238E27FC236}">
                    <a16:creationId xmlns:a16="http://schemas.microsoft.com/office/drawing/2014/main" id="{1C1BD317-24C5-892E-4F59-DD302A552C54}"/>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15" name="グループ化 14">
              <a:extLst>
                <a:ext uri="{FF2B5EF4-FFF2-40B4-BE49-F238E27FC236}">
                  <a16:creationId xmlns:a16="http://schemas.microsoft.com/office/drawing/2014/main" id="{F029F2E6-246D-8D3F-FB2E-082C7633CC6A}"/>
                </a:ext>
              </a:extLst>
            </p:cNvPr>
            <p:cNvGrpSpPr/>
            <p:nvPr/>
          </p:nvGrpSpPr>
          <p:grpSpPr>
            <a:xfrm>
              <a:off x="3539742" y="3554968"/>
              <a:ext cx="765661" cy="615316"/>
              <a:chOff x="2123507" y="3298269"/>
              <a:chExt cx="1033019" cy="897643"/>
            </a:xfrm>
          </p:grpSpPr>
          <p:sp>
            <p:nvSpPr>
              <p:cNvPr id="17" name="正方形/長方形 16">
                <a:extLst>
                  <a:ext uri="{FF2B5EF4-FFF2-40B4-BE49-F238E27FC236}">
                    <a16:creationId xmlns:a16="http://schemas.microsoft.com/office/drawing/2014/main" id="{B3F5FFD6-BEBB-4998-39C4-2A5350D72674}"/>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9" name="フローチャート: 結合子 18">
                <a:extLst>
                  <a:ext uri="{FF2B5EF4-FFF2-40B4-BE49-F238E27FC236}">
                    <a16:creationId xmlns:a16="http://schemas.microsoft.com/office/drawing/2014/main" id="{3AA308E1-1303-01AC-A5BC-CD0C4E76E970}"/>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8" name="フローチャート: 結合子 27">
                <a:extLst>
                  <a:ext uri="{FF2B5EF4-FFF2-40B4-BE49-F238E27FC236}">
                    <a16:creationId xmlns:a16="http://schemas.microsoft.com/office/drawing/2014/main" id="{A4C4781D-A20C-FC8A-7ED2-0CA2FE4990BE}"/>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spTree>
    <p:extLst>
      <p:ext uri="{BB962C8B-B14F-4D97-AF65-F5344CB8AC3E}">
        <p14:creationId xmlns:p14="http://schemas.microsoft.com/office/powerpoint/2010/main" val="4056047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661B1D-0873-C70A-6032-BDE98DFF226E}"/>
              </a:ext>
            </a:extLst>
          </p:cNvPr>
          <p:cNvSpPr>
            <a:spLocks noGrp="1"/>
          </p:cNvSpPr>
          <p:nvPr>
            <p:ph type="title"/>
          </p:nvPr>
        </p:nvSpPr>
        <p:spPr/>
        <p:txBody>
          <a:bodyPr/>
          <a:lstStyle/>
          <a:p>
            <a:r>
              <a:rPr kumimoji="1" lang="ja-JP" altLang="en-US" sz="3200" b="1" dirty="0"/>
              <a:t>走行性能について</a:t>
            </a:r>
          </a:p>
        </p:txBody>
      </p:sp>
      <p:sp>
        <p:nvSpPr>
          <p:cNvPr id="4" name="テキスト ボックス 3">
            <a:extLst>
              <a:ext uri="{FF2B5EF4-FFF2-40B4-BE49-F238E27FC236}">
                <a16:creationId xmlns:a16="http://schemas.microsoft.com/office/drawing/2014/main" id="{31B4317B-D3B5-F312-E3D3-DBA5610D09E4}"/>
              </a:ext>
            </a:extLst>
          </p:cNvPr>
          <p:cNvSpPr txBox="1"/>
          <p:nvPr/>
        </p:nvSpPr>
        <p:spPr>
          <a:xfrm>
            <a:off x="1280191" y="5690320"/>
            <a:ext cx="9623147" cy="584775"/>
          </a:xfrm>
          <a:prstGeom prst="rect">
            <a:avLst/>
          </a:prstGeom>
          <a:noFill/>
        </p:spPr>
        <p:txBody>
          <a:bodyPr wrap="none" rtlCol="0">
            <a:spAutoFit/>
          </a:bodyPr>
          <a:lstStyle/>
          <a:p>
            <a:pPr algn="l"/>
            <a:r>
              <a:rPr kumimoji="1" lang="ja-JP" altLang="en-US" sz="3200" b="1" i="0" dirty="0">
                <a:latin typeface="+mn-ea"/>
                <a:ea typeface="+mn-ea"/>
              </a:rPr>
              <a:t>一般的に走行性能を評価するための</a:t>
            </a:r>
            <a:r>
              <a:rPr kumimoji="1" lang="ja-JP" altLang="en-US" sz="3200" b="1" i="0" dirty="0">
                <a:solidFill>
                  <a:srgbClr val="FF0000"/>
                </a:solidFill>
                <a:latin typeface="+mn-ea"/>
                <a:ea typeface="+mn-ea"/>
              </a:rPr>
              <a:t>指標</a:t>
            </a:r>
            <a:r>
              <a:rPr kumimoji="1" lang="ja-JP" altLang="en-US" sz="3200" b="1" i="0" dirty="0">
                <a:latin typeface="+mn-ea"/>
                <a:ea typeface="+mn-ea"/>
              </a:rPr>
              <a:t>を作りたい</a:t>
            </a:r>
          </a:p>
        </p:txBody>
      </p:sp>
      <p:sp>
        <p:nvSpPr>
          <p:cNvPr id="55" name="テキスト ボックス 54">
            <a:extLst>
              <a:ext uri="{FF2B5EF4-FFF2-40B4-BE49-F238E27FC236}">
                <a16:creationId xmlns:a16="http://schemas.microsoft.com/office/drawing/2014/main" id="{551C6945-D54E-126A-38C9-F301A57379A6}"/>
              </a:ext>
            </a:extLst>
          </p:cNvPr>
          <p:cNvSpPr txBox="1"/>
          <p:nvPr/>
        </p:nvSpPr>
        <p:spPr>
          <a:xfrm>
            <a:off x="3383330" y="1497963"/>
            <a:ext cx="5416868" cy="461665"/>
          </a:xfrm>
          <a:prstGeom prst="rect">
            <a:avLst/>
          </a:prstGeom>
          <a:noFill/>
        </p:spPr>
        <p:txBody>
          <a:bodyPr wrap="none" rtlCol="0">
            <a:spAutoFit/>
          </a:bodyPr>
          <a:lstStyle/>
          <a:p>
            <a:pPr algn="l"/>
            <a:r>
              <a:rPr kumimoji="1" lang="ja-JP" altLang="en-US" sz="2400" i="0" dirty="0">
                <a:latin typeface="+mn-ea"/>
                <a:ea typeface="+mn-ea"/>
              </a:rPr>
              <a:t>同じ高さの段差でも，</a:t>
            </a:r>
            <a:r>
              <a:rPr kumimoji="1" lang="ja-JP" altLang="en-US" sz="2400" b="1" i="0" dirty="0">
                <a:latin typeface="+mn-ea"/>
                <a:ea typeface="+mn-ea"/>
              </a:rPr>
              <a:t>評価指標</a:t>
            </a:r>
            <a:r>
              <a:rPr kumimoji="1" lang="ja-JP" altLang="en-US" sz="2400" i="0" dirty="0">
                <a:latin typeface="+mn-ea"/>
                <a:ea typeface="+mn-ea"/>
              </a:rPr>
              <a:t>は曖昧</a:t>
            </a:r>
          </a:p>
        </p:txBody>
      </p:sp>
      <p:grpSp>
        <p:nvGrpSpPr>
          <p:cNvPr id="91" name="グループ化 90">
            <a:extLst>
              <a:ext uri="{FF2B5EF4-FFF2-40B4-BE49-F238E27FC236}">
                <a16:creationId xmlns:a16="http://schemas.microsoft.com/office/drawing/2014/main" id="{4437BC9B-7A82-5BC0-9374-617D9FC8BDFF}"/>
              </a:ext>
            </a:extLst>
          </p:cNvPr>
          <p:cNvGrpSpPr/>
          <p:nvPr/>
        </p:nvGrpSpPr>
        <p:grpSpPr>
          <a:xfrm>
            <a:off x="1076855" y="2287512"/>
            <a:ext cx="3184235" cy="2430011"/>
            <a:chOff x="2181107" y="2333198"/>
            <a:chExt cx="3184235" cy="2430011"/>
          </a:xfrm>
        </p:grpSpPr>
        <p:grpSp>
          <p:nvGrpSpPr>
            <p:cNvPr id="51" name="グループ化 50">
              <a:extLst>
                <a:ext uri="{FF2B5EF4-FFF2-40B4-BE49-F238E27FC236}">
                  <a16:creationId xmlns:a16="http://schemas.microsoft.com/office/drawing/2014/main" id="{5DE43B36-35B7-B3A7-A543-275A90F6E7ED}"/>
                </a:ext>
              </a:extLst>
            </p:cNvPr>
            <p:cNvGrpSpPr/>
            <p:nvPr/>
          </p:nvGrpSpPr>
          <p:grpSpPr>
            <a:xfrm>
              <a:off x="2181107" y="2333198"/>
              <a:ext cx="3184235" cy="2430011"/>
              <a:chOff x="2288354" y="2373273"/>
              <a:chExt cx="3184235" cy="2430011"/>
            </a:xfrm>
          </p:grpSpPr>
          <p:cxnSp>
            <p:nvCxnSpPr>
              <p:cNvPr id="12" name="コネクタ: カギ線 11">
                <a:extLst>
                  <a:ext uri="{FF2B5EF4-FFF2-40B4-BE49-F238E27FC236}">
                    <a16:creationId xmlns:a16="http://schemas.microsoft.com/office/drawing/2014/main" id="{F87EDB44-B3D3-E6D4-7470-5350D85CC628}"/>
                  </a:ext>
                </a:extLst>
              </p:cNvPr>
              <p:cNvCxnSpPr>
                <a:cxnSpLocks/>
              </p:cNvCxnSpPr>
              <p:nvPr/>
            </p:nvCxnSpPr>
            <p:spPr bwMode="auto">
              <a:xfrm flipV="1">
                <a:off x="2883655" y="4392522"/>
                <a:ext cx="1931982" cy="209629"/>
              </a:xfrm>
              <a:prstGeom prst="bentConnector3">
                <a:avLst>
                  <a:gd name="adj1" fmla="val 7743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9" name="正方形/長方形 38">
                <a:extLst>
                  <a:ext uri="{FF2B5EF4-FFF2-40B4-BE49-F238E27FC236}">
                    <a16:creationId xmlns:a16="http://schemas.microsoft.com/office/drawing/2014/main" id="{8CE3BB64-921B-34C1-F4B1-21123EF7E422}"/>
                  </a:ext>
                </a:extLst>
              </p:cNvPr>
              <p:cNvSpPr/>
              <p:nvPr/>
            </p:nvSpPr>
            <p:spPr bwMode="auto">
              <a:xfrm>
                <a:off x="2288354" y="2599311"/>
                <a:ext cx="3184235" cy="2203973"/>
              </a:xfrm>
              <a:prstGeom prst="rect">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31" name="テキスト ボックス 30">
                <a:extLst>
                  <a:ext uri="{FF2B5EF4-FFF2-40B4-BE49-F238E27FC236}">
                    <a16:creationId xmlns:a16="http://schemas.microsoft.com/office/drawing/2014/main" id="{65A72B1E-C773-EE44-5439-9B74969C9E00}"/>
                  </a:ext>
                </a:extLst>
              </p:cNvPr>
              <p:cNvSpPr txBox="1"/>
              <p:nvPr/>
            </p:nvSpPr>
            <p:spPr>
              <a:xfrm>
                <a:off x="2783354" y="2373273"/>
                <a:ext cx="2339102" cy="461665"/>
              </a:xfrm>
              <a:prstGeom prst="rect">
                <a:avLst/>
              </a:prstGeom>
              <a:solidFill>
                <a:schemeClr val="bg1"/>
              </a:solidFill>
            </p:spPr>
            <p:txBody>
              <a:bodyPr wrap="none" rtlCol="0">
                <a:spAutoFit/>
              </a:bodyPr>
              <a:lstStyle/>
              <a:p>
                <a:pPr algn="l"/>
                <a:r>
                  <a:rPr kumimoji="1" lang="ja-JP" altLang="en-US" sz="2400" i="0" dirty="0">
                    <a:latin typeface="+mn-ea"/>
                    <a:ea typeface="+mn-ea"/>
                  </a:rPr>
                  <a:t>車輪型ロボット</a:t>
                </a:r>
              </a:p>
            </p:txBody>
          </p:sp>
          <p:sp>
            <p:nvSpPr>
              <p:cNvPr id="41" name="テキスト ボックス 40">
                <a:extLst>
                  <a:ext uri="{FF2B5EF4-FFF2-40B4-BE49-F238E27FC236}">
                    <a16:creationId xmlns:a16="http://schemas.microsoft.com/office/drawing/2014/main" id="{EFA57401-089F-8744-736C-4844C8F10690}"/>
                  </a:ext>
                </a:extLst>
              </p:cNvPr>
              <p:cNvSpPr txBox="1"/>
              <p:nvPr/>
            </p:nvSpPr>
            <p:spPr>
              <a:xfrm>
                <a:off x="2783354" y="3036071"/>
                <a:ext cx="2339102" cy="461665"/>
              </a:xfrm>
              <a:prstGeom prst="rect">
                <a:avLst/>
              </a:prstGeom>
              <a:noFill/>
            </p:spPr>
            <p:txBody>
              <a:bodyPr wrap="none" rtlCol="0">
                <a:spAutoFit/>
              </a:bodyPr>
              <a:lstStyle/>
              <a:p>
                <a:pPr algn="l"/>
                <a:r>
                  <a:rPr kumimoji="1" lang="ja-JP" altLang="en-US" sz="2400" i="0" dirty="0">
                    <a:latin typeface="+mn-ea"/>
                    <a:ea typeface="+mn-ea"/>
                  </a:rPr>
                  <a:t>ギリギリ・・・</a:t>
                </a:r>
              </a:p>
            </p:txBody>
          </p:sp>
        </p:grpSp>
        <p:grpSp>
          <p:nvGrpSpPr>
            <p:cNvPr id="64" name="グループ化 63">
              <a:extLst>
                <a:ext uri="{FF2B5EF4-FFF2-40B4-BE49-F238E27FC236}">
                  <a16:creationId xmlns:a16="http://schemas.microsoft.com/office/drawing/2014/main" id="{343AE0FC-663E-A22D-94E2-FDB2250A438C}"/>
                </a:ext>
              </a:extLst>
            </p:cNvPr>
            <p:cNvGrpSpPr/>
            <p:nvPr/>
          </p:nvGrpSpPr>
          <p:grpSpPr>
            <a:xfrm rot="20979077">
              <a:off x="3190655" y="3623552"/>
              <a:ext cx="1122091" cy="901139"/>
              <a:chOff x="909946" y="5166635"/>
              <a:chExt cx="1122091" cy="901139"/>
            </a:xfrm>
          </p:grpSpPr>
          <p:sp>
            <p:nvSpPr>
              <p:cNvPr id="60" name="正方形/長方形 59">
                <a:extLst>
                  <a:ext uri="{FF2B5EF4-FFF2-40B4-BE49-F238E27FC236}">
                    <a16:creationId xmlns:a16="http://schemas.microsoft.com/office/drawing/2014/main" id="{148A2B90-2321-5730-809B-78670F6109A1}"/>
                  </a:ext>
                </a:extLst>
              </p:cNvPr>
              <p:cNvSpPr/>
              <p:nvPr/>
            </p:nvSpPr>
            <p:spPr bwMode="auto">
              <a:xfrm>
                <a:off x="909946" y="5166635"/>
                <a:ext cx="1122091" cy="70410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61" name="フローチャート: 結合子 60">
                <a:extLst>
                  <a:ext uri="{FF2B5EF4-FFF2-40B4-BE49-F238E27FC236}">
                    <a16:creationId xmlns:a16="http://schemas.microsoft.com/office/drawing/2014/main" id="{E60CB5D4-7BEA-D857-8510-6B7ABAB608FC}"/>
                  </a:ext>
                </a:extLst>
              </p:cNvPr>
              <p:cNvSpPr/>
              <p:nvPr/>
            </p:nvSpPr>
            <p:spPr bwMode="auto">
              <a:xfrm>
                <a:off x="1542120" y="5637630"/>
                <a:ext cx="423334" cy="425042"/>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62" name="フローチャート: 結合子 61">
                <a:extLst>
                  <a:ext uri="{FF2B5EF4-FFF2-40B4-BE49-F238E27FC236}">
                    <a16:creationId xmlns:a16="http://schemas.microsoft.com/office/drawing/2014/main" id="{EA565D86-7C0E-4660-89DF-82C75B034F67}"/>
                  </a:ext>
                </a:extLst>
              </p:cNvPr>
              <p:cNvSpPr/>
              <p:nvPr/>
            </p:nvSpPr>
            <p:spPr bwMode="auto">
              <a:xfrm>
                <a:off x="1008580" y="5642732"/>
                <a:ext cx="423334" cy="425042"/>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grpSp>
        <p:nvGrpSpPr>
          <p:cNvPr id="90" name="グループ化 89">
            <a:extLst>
              <a:ext uri="{FF2B5EF4-FFF2-40B4-BE49-F238E27FC236}">
                <a16:creationId xmlns:a16="http://schemas.microsoft.com/office/drawing/2014/main" id="{F6700A82-C9C5-24C8-D124-9B2E5160249C}"/>
              </a:ext>
            </a:extLst>
          </p:cNvPr>
          <p:cNvGrpSpPr/>
          <p:nvPr/>
        </p:nvGrpSpPr>
        <p:grpSpPr>
          <a:xfrm>
            <a:off x="7960832" y="2311224"/>
            <a:ext cx="3518703" cy="2406299"/>
            <a:chOff x="6655444" y="2356910"/>
            <a:chExt cx="3518703" cy="2406299"/>
          </a:xfrm>
        </p:grpSpPr>
        <p:grpSp>
          <p:nvGrpSpPr>
            <p:cNvPr id="52" name="グループ化 51">
              <a:extLst>
                <a:ext uri="{FF2B5EF4-FFF2-40B4-BE49-F238E27FC236}">
                  <a16:creationId xmlns:a16="http://schemas.microsoft.com/office/drawing/2014/main" id="{B2A49A66-1890-8544-7DBA-4328FFF2E199}"/>
                </a:ext>
              </a:extLst>
            </p:cNvPr>
            <p:cNvGrpSpPr/>
            <p:nvPr/>
          </p:nvGrpSpPr>
          <p:grpSpPr>
            <a:xfrm>
              <a:off x="6655444" y="2356910"/>
              <a:ext cx="3518703" cy="2406299"/>
              <a:chOff x="6381282" y="2412225"/>
              <a:chExt cx="3518703" cy="2406299"/>
            </a:xfrm>
          </p:grpSpPr>
          <p:cxnSp>
            <p:nvCxnSpPr>
              <p:cNvPr id="16" name="コネクタ: カギ線 15">
                <a:extLst>
                  <a:ext uri="{FF2B5EF4-FFF2-40B4-BE49-F238E27FC236}">
                    <a16:creationId xmlns:a16="http://schemas.microsoft.com/office/drawing/2014/main" id="{B9432E83-C298-0E55-7683-C811579109EC}"/>
                  </a:ext>
                </a:extLst>
              </p:cNvPr>
              <p:cNvCxnSpPr>
                <a:cxnSpLocks/>
              </p:cNvCxnSpPr>
              <p:nvPr/>
            </p:nvCxnSpPr>
            <p:spPr bwMode="auto">
              <a:xfrm flipV="1">
                <a:off x="6638075" y="4488986"/>
                <a:ext cx="3142675" cy="226328"/>
              </a:xfrm>
              <a:prstGeom prst="bentConnector3">
                <a:avLst>
                  <a:gd name="adj1" fmla="val 74036"/>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0" name="正方形/長方形 39">
                <a:extLst>
                  <a:ext uri="{FF2B5EF4-FFF2-40B4-BE49-F238E27FC236}">
                    <a16:creationId xmlns:a16="http://schemas.microsoft.com/office/drawing/2014/main" id="{2DB96E3B-6DBA-A002-A08D-8872B4802670}"/>
                  </a:ext>
                </a:extLst>
              </p:cNvPr>
              <p:cNvSpPr/>
              <p:nvPr/>
            </p:nvSpPr>
            <p:spPr bwMode="auto">
              <a:xfrm>
                <a:off x="6381282" y="2614551"/>
                <a:ext cx="3518703" cy="2203973"/>
              </a:xfrm>
              <a:prstGeom prst="rect">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36" name="テキスト ボックス 35">
                <a:extLst>
                  <a:ext uri="{FF2B5EF4-FFF2-40B4-BE49-F238E27FC236}">
                    <a16:creationId xmlns:a16="http://schemas.microsoft.com/office/drawing/2014/main" id="{8839B664-DE53-DA98-86CA-B7DA6C3E7A03}"/>
                  </a:ext>
                </a:extLst>
              </p:cNvPr>
              <p:cNvSpPr txBox="1"/>
              <p:nvPr/>
            </p:nvSpPr>
            <p:spPr>
              <a:xfrm>
                <a:off x="6638075" y="2412225"/>
                <a:ext cx="2954655" cy="461665"/>
              </a:xfrm>
              <a:prstGeom prst="rect">
                <a:avLst/>
              </a:prstGeom>
              <a:solidFill>
                <a:schemeClr val="bg1"/>
              </a:solidFill>
            </p:spPr>
            <p:txBody>
              <a:bodyPr wrap="none" rtlCol="0">
                <a:spAutoFit/>
              </a:bodyPr>
              <a:lstStyle/>
              <a:p>
                <a:pPr algn="l"/>
                <a:r>
                  <a:rPr kumimoji="1" lang="ja-JP" altLang="en-US" sz="2400" i="0" dirty="0">
                    <a:latin typeface="+mn-ea"/>
                    <a:ea typeface="+mn-ea"/>
                  </a:rPr>
                  <a:t>クローラ型ロボット</a:t>
                </a:r>
              </a:p>
            </p:txBody>
          </p:sp>
          <p:sp>
            <p:nvSpPr>
              <p:cNvPr id="42" name="テキスト ボックス 41">
                <a:extLst>
                  <a:ext uri="{FF2B5EF4-FFF2-40B4-BE49-F238E27FC236}">
                    <a16:creationId xmlns:a16="http://schemas.microsoft.com/office/drawing/2014/main" id="{BFBDCA7E-89A7-009C-0662-15660A09BA8D}"/>
                  </a:ext>
                </a:extLst>
              </p:cNvPr>
              <p:cNvSpPr txBox="1"/>
              <p:nvPr/>
            </p:nvSpPr>
            <p:spPr>
              <a:xfrm>
                <a:off x="7730537" y="3125322"/>
                <a:ext cx="1107996" cy="461665"/>
              </a:xfrm>
              <a:prstGeom prst="rect">
                <a:avLst/>
              </a:prstGeom>
              <a:noFill/>
            </p:spPr>
            <p:txBody>
              <a:bodyPr wrap="none" rtlCol="0">
                <a:spAutoFit/>
              </a:bodyPr>
              <a:lstStyle/>
              <a:p>
                <a:pPr algn="l"/>
                <a:r>
                  <a:rPr kumimoji="1" lang="ja-JP" altLang="en-US" sz="2400" i="0" dirty="0">
                    <a:latin typeface="+mn-ea"/>
                    <a:ea typeface="+mn-ea"/>
                  </a:rPr>
                  <a:t>余裕！</a:t>
                </a:r>
              </a:p>
            </p:txBody>
          </p:sp>
        </p:grpSp>
        <p:grpSp>
          <p:nvGrpSpPr>
            <p:cNvPr id="89" name="グループ化 88">
              <a:extLst>
                <a:ext uri="{FF2B5EF4-FFF2-40B4-BE49-F238E27FC236}">
                  <a16:creationId xmlns:a16="http://schemas.microsoft.com/office/drawing/2014/main" id="{723C0A36-0157-FD46-FC28-BBE81F1CDF14}"/>
                </a:ext>
              </a:extLst>
            </p:cNvPr>
            <p:cNvGrpSpPr/>
            <p:nvPr/>
          </p:nvGrpSpPr>
          <p:grpSpPr>
            <a:xfrm rot="21001293">
              <a:off x="7533883" y="3745675"/>
              <a:ext cx="2011258" cy="798806"/>
              <a:chOff x="3982260" y="5479985"/>
              <a:chExt cx="2011258" cy="798806"/>
            </a:xfrm>
          </p:grpSpPr>
          <p:sp>
            <p:nvSpPr>
              <p:cNvPr id="71" name="フローチャート: 結合子 70">
                <a:extLst>
                  <a:ext uri="{FF2B5EF4-FFF2-40B4-BE49-F238E27FC236}">
                    <a16:creationId xmlns:a16="http://schemas.microsoft.com/office/drawing/2014/main" id="{205A7414-099B-B2F8-EECE-1BCE1637AE4F}"/>
                  </a:ext>
                </a:extLst>
              </p:cNvPr>
              <p:cNvSpPr/>
              <p:nvPr/>
            </p:nvSpPr>
            <p:spPr bwMode="auto">
              <a:xfrm>
                <a:off x="5180545" y="5479985"/>
                <a:ext cx="812973" cy="798806"/>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69" name="フローチャート: 結合子 68">
                <a:extLst>
                  <a:ext uri="{FF2B5EF4-FFF2-40B4-BE49-F238E27FC236}">
                    <a16:creationId xmlns:a16="http://schemas.microsoft.com/office/drawing/2014/main" id="{0C62CDA6-D995-F98F-C17D-4B7C577C8069}"/>
                  </a:ext>
                </a:extLst>
              </p:cNvPr>
              <p:cNvSpPr/>
              <p:nvPr/>
            </p:nvSpPr>
            <p:spPr bwMode="auto">
              <a:xfrm>
                <a:off x="3982260" y="5479985"/>
                <a:ext cx="812973" cy="798806"/>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nvGrpSpPr>
              <p:cNvPr id="67" name="グループ化 66">
                <a:extLst>
                  <a:ext uri="{FF2B5EF4-FFF2-40B4-BE49-F238E27FC236}">
                    <a16:creationId xmlns:a16="http://schemas.microsoft.com/office/drawing/2014/main" id="{3D634BE8-1312-5A86-5C48-CE06428DFF93}"/>
                  </a:ext>
                </a:extLst>
              </p:cNvPr>
              <p:cNvGrpSpPr/>
              <p:nvPr/>
            </p:nvGrpSpPr>
            <p:grpSpPr>
              <a:xfrm>
                <a:off x="4037310" y="5537992"/>
                <a:ext cx="1901160" cy="687047"/>
                <a:chOff x="12385465" y="3546593"/>
                <a:chExt cx="1901160" cy="687047"/>
              </a:xfrm>
            </p:grpSpPr>
            <p:sp>
              <p:nvSpPr>
                <p:cNvPr id="65" name="フローチャート: 結合子 64">
                  <a:extLst>
                    <a:ext uri="{FF2B5EF4-FFF2-40B4-BE49-F238E27FC236}">
                      <a16:creationId xmlns:a16="http://schemas.microsoft.com/office/drawing/2014/main" id="{B696C52D-B0CB-A074-27FD-4613929C7B66}"/>
                    </a:ext>
                  </a:extLst>
                </p:cNvPr>
                <p:cNvSpPr/>
                <p:nvPr/>
              </p:nvSpPr>
              <p:spPr bwMode="auto">
                <a:xfrm>
                  <a:off x="13583750" y="3546593"/>
                  <a:ext cx="702875" cy="68279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66" name="フローチャート: 結合子 65">
                  <a:extLst>
                    <a:ext uri="{FF2B5EF4-FFF2-40B4-BE49-F238E27FC236}">
                      <a16:creationId xmlns:a16="http://schemas.microsoft.com/office/drawing/2014/main" id="{D1A44D1C-0E58-7A70-E336-FE2EBA8623DF}"/>
                    </a:ext>
                  </a:extLst>
                </p:cNvPr>
                <p:cNvSpPr/>
                <p:nvPr/>
              </p:nvSpPr>
              <p:spPr bwMode="auto">
                <a:xfrm>
                  <a:off x="12385465" y="3550847"/>
                  <a:ext cx="702875" cy="68279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cxnSp>
            <p:nvCxnSpPr>
              <p:cNvPr id="73" name="直線コネクタ 72">
                <a:extLst>
                  <a:ext uri="{FF2B5EF4-FFF2-40B4-BE49-F238E27FC236}">
                    <a16:creationId xmlns:a16="http://schemas.microsoft.com/office/drawing/2014/main" id="{B9F723A7-A6C6-9605-2BF9-660F05D6B38A}"/>
                  </a:ext>
                </a:extLst>
              </p:cNvPr>
              <p:cNvCxnSpPr>
                <a:cxnSpLocks/>
                <a:stCxn id="69" idx="0"/>
                <a:endCxn id="71" idx="0"/>
              </p:cNvCxnSpPr>
              <p:nvPr/>
            </p:nvCxnSpPr>
            <p:spPr bwMode="auto">
              <a:xfrm>
                <a:off x="4388747" y="5479985"/>
                <a:ext cx="1198285"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5" name="直線コネクタ 74">
                <a:extLst>
                  <a:ext uri="{FF2B5EF4-FFF2-40B4-BE49-F238E27FC236}">
                    <a16:creationId xmlns:a16="http://schemas.microsoft.com/office/drawing/2014/main" id="{B3819D43-1B78-A8F7-6F10-B19FFE9FDBFF}"/>
                  </a:ext>
                </a:extLst>
              </p:cNvPr>
              <p:cNvCxnSpPr>
                <a:cxnSpLocks/>
                <a:stCxn id="69" idx="4"/>
                <a:endCxn id="71" idx="4"/>
              </p:cNvCxnSpPr>
              <p:nvPr/>
            </p:nvCxnSpPr>
            <p:spPr bwMode="auto">
              <a:xfrm>
                <a:off x="4388747" y="6278791"/>
                <a:ext cx="1198285"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8" name="直線コネクタ 77">
                <a:extLst>
                  <a:ext uri="{FF2B5EF4-FFF2-40B4-BE49-F238E27FC236}">
                    <a16:creationId xmlns:a16="http://schemas.microsoft.com/office/drawing/2014/main" id="{AA02C786-B631-3933-3A72-F3A01A3D95FC}"/>
                  </a:ext>
                </a:extLst>
              </p:cNvPr>
              <p:cNvCxnSpPr>
                <a:cxnSpLocks/>
              </p:cNvCxnSpPr>
              <p:nvPr/>
            </p:nvCxnSpPr>
            <p:spPr bwMode="auto">
              <a:xfrm>
                <a:off x="4591889" y="5535446"/>
                <a:ext cx="792000"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8" name="直線コネクタ 87">
                <a:extLst>
                  <a:ext uri="{FF2B5EF4-FFF2-40B4-BE49-F238E27FC236}">
                    <a16:creationId xmlns:a16="http://schemas.microsoft.com/office/drawing/2014/main" id="{3DB3C7E0-69DC-446E-05F3-36073ED5D1FC}"/>
                  </a:ext>
                </a:extLst>
              </p:cNvPr>
              <p:cNvCxnSpPr>
                <a:cxnSpLocks/>
              </p:cNvCxnSpPr>
              <p:nvPr/>
            </p:nvCxnSpPr>
            <p:spPr bwMode="auto">
              <a:xfrm>
                <a:off x="4600889" y="6220785"/>
                <a:ext cx="774000"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92" name="テキスト ボックス 91">
            <a:extLst>
              <a:ext uri="{FF2B5EF4-FFF2-40B4-BE49-F238E27FC236}">
                <a16:creationId xmlns:a16="http://schemas.microsoft.com/office/drawing/2014/main" id="{6961C8A7-EFA9-BF0A-6AB7-1B85614B9092}"/>
              </a:ext>
            </a:extLst>
          </p:cNvPr>
          <p:cNvSpPr txBox="1"/>
          <p:nvPr/>
        </p:nvSpPr>
        <p:spPr>
          <a:xfrm>
            <a:off x="3229443" y="4977118"/>
            <a:ext cx="5724644" cy="461665"/>
          </a:xfrm>
          <a:prstGeom prst="rect">
            <a:avLst/>
          </a:prstGeom>
          <a:noFill/>
        </p:spPr>
        <p:txBody>
          <a:bodyPr wrap="none" rtlCol="0">
            <a:spAutoFit/>
          </a:bodyPr>
          <a:lstStyle/>
          <a:p>
            <a:pPr algn="l"/>
            <a:r>
              <a:rPr kumimoji="1" lang="ja-JP" altLang="en-US" sz="2400" i="0" dirty="0">
                <a:latin typeface="+mn-ea"/>
                <a:ea typeface="+mn-ea"/>
              </a:rPr>
              <a:t>なので重ね合わせを検証する前に・・・</a:t>
            </a:r>
          </a:p>
        </p:txBody>
      </p:sp>
      <p:sp>
        <p:nvSpPr>
          <p:cNvPr id="3" name="テキスト ボックス 2">
            <a:extLst>
              <a:ext uri="{FF2B5EF4-FFF2-40B4-BE49-F238E27FC236}">
                <a16:creationId xmlns:a16="http://schemas.microsoft.com/office/drawing/2014/main" id="{16C1E85B-823B-1774-C2AA-655ABF3A48AD}"/>
              </a:ext>
            </a:extLst>
          </p:cNvPr>
          <p:cNvSpPr txBox="1"/>
          <p:nvPr/>
        </p:nvSpPr>
        <p:spPr>
          <a:xfrm>
            <a:off x="4520960" y="3182947"/>
            <a:ext cx="3262432" cy="830997"/>
          </a:xfrm>
          <a:prstGeom prst="rect">
            <a:avLst/>
          </a:prstGeom>
          <a:noFill/>
        </p:spPr>
        <p:txBody>
          <a:bodyPr wrap="none" rtlCol="0">
            <a:spAutoFit/>
          </a:bodyPr>
          <a:lstStyle/>
          <a:p>
            <a:pPr algn="ctr"/>
            <a:r>
              <a:rPr kumimoji="1" lang="ja-JP" altLang="en-US" sz="2400" i="0" dirty="0">
                <a:latin typeface="+mn-ea"/>
                <a:ea typeface="+mn-ea"/>
              </a:rPr>
              <a:t>車体スケールと段差に</a:t>
            </a:r>
            <a:endParaRPr kumimoji="1" lang="en-US" altLang="ja-JP" sz="2400" i="0" dirty="0">
              <a:latin typeface="+mn-ea"/>
              <a:ea typeface="+mn-ea"/>
            </a:endParaRPr>
          </a:p>
          <a:p>
            <a:pPr algn="ctr"/>
            <a:r>
              <a:rPr kumimoji="1" lang="ja-JP" altLang="en-US" sz="2400" i="0" dirty="0">
                <a:latin typeface="+mn-ea"/>
                <a:ea typeface="+mn-ea"/>
              </a:rPr>
              <a:t>関係はないの？</a:t>
            </a:r>
          </a:p>
        </p:txBody>
      </p:sp>
    </p:spTree>
    <p:extLst>
      <p:ext uri="{BB962C8B-B14F-4D97-AF65-F5344CB8AC3E}">
        <p14:creationId xmlns:p14="http://schemas.microsoft.com/office/powerpoint/2010/main" val="2529555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069CF42-CBA1-A534-BC37-010EB9F411F5}"/>
              </a:ext>
            </a:extLst>
          </p:cNvPr>
          <p:cNvSpPr>
            <a:spLocks noGrp="1"/>
          </p:cNvSpPr>
          <p:nvPr>
            <p:ph type="title"/>
          </p:nvPr>
        </p:nvSpPr>
        <p:spPr/>
        <p:txBody>
          <a:bodyPr/>
          <a:lstStyle/>
          <a:p>
            <a:r>
              <a:rPr lang="ja-JP" altLang="en-US" sz="3200" b="1" dirty="0"/>
              <a:t>指標をどう作成するのか</a:t>
            </a:r>
            <a:endParaRPr kumimoji="1" lang="ja-JP" altLang="en-US" sz="3200" b="1" dirty="0"/>
          </a:p>
        </p:txBody>
      </p:sp>
      <p:sp>
        <p:nvSpPr>
          <p:cNvPr id="4" name="テキスト ボックス 3">
            <a:extLst>
              <a:ext uri="{FF2B5EF4-FFF2-40B4-BE49-F238E27FC236}">
                <a16:creationId xmlns:a16="http://schemas.microsoft.com/office/drawing/2014/main" id="{2A0CF359-3C73-B7ED-CEBE-D1A48E6A6CDD}"/>
              </a:ext>
            </a:extLst>
          </p:cNvPr>
          <p:cNvSpPr txBox="1"/>
          <p:nvPr/>
        </p:nvSpPr>
        <p:spPr>
          <a:xfrm>
            <a:off x="2435155" y="1340110"/>
            <a:ext cx="7313220" cy="584775"/>
          </a:xfrm>
          <a:prstGeom prst="rect">
            <a:avLst/>
          </a:prstGeom>
          <a:noFill/>
        </p:spPr>
        <p:txBody>
          <a:bodyPr wrap="none" rtlCol="0">
            <a:spAutoFit/>
          </a:bodyPr>
          <a:lstStyle/>
          <a:p>
            <a:pPr algn="l"/>
            <a:r>
              <a:rPr kumimoji="1" lang="en-US" altLang="ja-JP" sz="3200" b="1" i="0" dirty="0">
                <a:latin typeface="+mn-ea"/>
                <a:ea typeface="+mn-ea"/>
              </a:rPr>
              <a:t>sin</a:t>
            </a:r>
            <a:r>
              <a:rPr kumimoji="1" lang="ja-JP" altLang="en-US" sz="3200" b="1" i="0" dirty="0">
                <a:latin typeface="+mn-ea"/>
                <a:ea typeface="+mn-ea"/>
              </a:rPr>
              <a:t>波地形に対する車の</a:t>
            </a:r>
            <a:r>
              <a:rPr kumimoji="1" lang="ja-JP" altLang="en-US" sz="3200" b="1" i="0" dirty="0">
                <a:solidFill>
                  <a:srgbClr val="FF0000"/>
                </a:solidFill>
                <a:latin typeface="+mn-ea"/>
                <a:ea typeface="+mn-ea"/>
              </a:rPr>
              <a:t>運動応答で評価</a:t>
            </a:r>
            <a:endParaRPr kumimoji="1" lang="ja-JP" altLang="en-US" sz="3200" b="1" i="0" dirty="0">
              <a:latin typeface="+mn-ea"/>
              <a:ea typeface="+mn-ea"/>
            </a:endParaRPr>
          </a:p>
        </p:txBody>
      </p:sp>
      <p:pic>
        <p:nvPicPr>
          <p:cNvPr id="8" name="図 7" descr="グラフ, 折れ線グラフ&#10;&#10;AI 生成コンテンツは誤りを含む可能性があります。">
            <a:extLst>
              <a:ext uri="{FF2B5EF4-FFF2-40B4-BE49-F238E27FC236}">
                <a16:creationId xmlns:a16="http://schemas.microsoft.com/office/drawing/2014/main" id="{BD8E81A9-42EB-8D99-199A-E009E37FEF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74445" y="2124979"/>
            <a:ext cx="7034640" cy="4175770"/>
          </a:xfrm>
          <a:prstGeom prst="rect">
            <a:avLst/>
          </a:prstGeom>
        </p:spPr>
      </p:pic>
      <p:sp>
        <p:nvSpPr>
          <p:cNvPr id="9" name="テキスト ボックス 8">
            <a:extLst>
              <a:ext uri="{FF2B5EF4-FFF2-40B4-BE49-F238E27FC236}">
                <a16:creationId xmlns:a16="http://schemas.microsoft.com/office/drawing/2014/main" id="{58FCA20F-147D-8D93-1389-3D2F70E51DE2}"/>
              </a:ext>
            </a:extLst>
          </p:cNvPr>
          <p:cNvSpPr txBox="1"/>
          <p:nvPr/>
        </p:nvSpPr>
        <p:spPr>
          <a:xfrm>
            <a:off x="5917679" y="4212864"/>
            <a:ext cx="3344185" cy="707886"/>
          </a:xfrm>
          <a:prstGeom prst="rect">
            <a:avLst/>
          </a:prstGeom>
          <a:noFill/>
          <a:ln>
            <a:solidFill>
              <a:schemeClr val="tx1"/>
            </a:solidFill>
          </a:ln>
        </p:spPr>
        <p:txBody>
          <a:bodyPr wrap="none" rtlCol="0">
            <a:spAutoFit/>
          </a:bodyPr>
          <a:lstStyle/>
          <a:p>
            <a:pPr algn="l"/>
            <a:r>
              <a:rPr kumimoji="1" lang="ja-JP" altLang="en-US" sz="2000" i="0" dirty="0">
                <a:latin typeface="+mn-ea"/>
                <a:ea typeface="+mn-ea"/>
              </a:rPr>
              <a:t>横軸</a:t>
            </a:r>
            <a:r>
              <a:rPr kumimoji="1" lang="en-US" altLang="ja-JP" sz="2000" i="0" dirty="0">
                <a:latin typeface="+mn-ea"/>
                <a:ea typeface="+mn-ea"/>
              </a:rPr>
              <a:t>:</a:t>
            </a:r>
            <a:r>
              <a:rPr kumimoji="1" lang="ja-JP" altLang="en-US" sz="2000" i="0" dirty="0">
                <a:latin typeface="+mn-ea"/>
                <a:ea typeface="+mn-ea"/>
              </a:rPr>
              <a:t>周波数</a:t>
            </a:r>
            <a:endParaRPr kumimoji="1" lang="en-US" altLang="ja-JP" sz="2000" i="0" dirty="0">
              <a:latin typeface="+mn-ea"/>
              <a:ea typeface="+mn-ea"/>
            </a:endParaRPr>
          </a:p>
          <a:p>
            <a:pPr algn="l"/>
            <a:r>
              <a:rPr kumimoji="1" lang="ja-JP" altLang="en-US" sz="2000" i="0" dirty="0">
                <a:latin typeface="+mn-ea"/>
                <a:ea typeface="+mn-ea"/>
              </a:rPr>
              <a:t>縦軸</a:t>
            </a:r>
            <a:r>
              <a:rPr kumimoji="1" lang="en-US" altLang="ja-JP" sz="2000" i="0" dirty="0">
                <a:latin typeface="+mn-ea"/>
                <a:ea typeface="+mn-ea"/>
              </a:rPr>
              <a:t>:</a:t>
            </a:r>
            <a:r>
              <a:rPr kumimoji="1" lang="ja-JP" altLang="en-US" sz="2000" i="0" dirty="0">
                <a:latin typeface="+mn-ea"/>
                <a:ea typeface="+mn-ea"/>
              </a:rPr>
              <a:t>速度の最大</a:t>
            </a:r>
            <a:r>
              <a:rPr kumimoji="1" lang="en-US" altLang="ja-JP" sz="2000" i="0" dirty="0">
                <a:latin typeface="+mn-ea"/>
                <a:ea typeface="+mn-ea"/>
              </a:rPr>
              <a:t>-</a:t>
            </a:r>
            <a:r>
              <a:rPr kumimoji="1" lang="ja-JP" altLang="en-US" sz="2000" i="0" dirty="0">
                <a:latin typeface="+mn-ea"/>
                <a:ea typeface="+mn-ea"/>
              </a:rPr>
              <a:t>最小</a:t>
            </a:r>
            <a:r>
              <a:rPr kumimoji="1" lang="en-US" altLang="ja-JP" sz="2000" i="0" dirty="0">
                <a:latin typeface="+mn-ea"/>
                <a:ea typeface="+mn-ea"/>
              </a:rPr>
              <a:t>/</a:t>
            </a:r>
            <a:r>
              <a:rPr kumimoji="1" lang="ja-JP" altLang="en-US" sz="2000" i="0" dirty="0">
                <a:latin typeface="+mn-ea"/>
                <a:ea typeface="+mn-ea"/>
              </a:rPr>
              <a:t>振幅</a:t>
            </a:r>
          </a:p>
        </p:txBody>
      </p:sp>
    </p:spTree>
    <p:extLst>
      <p:ext uri="{BB962C8B-B14F-4D97-AF65-F5344CB8AC3E}">
        <p14:creationId xmlns:p14="http://schemas.microsoft.com/office/powerpoint/2010/main" val="4233179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B78D9E9-6E6D-CDBB-E099-97841ABCBBA7}"/>
              </a:ext>
            </a:extLst>
          </p:cNvPr>
          <p:cNvSpPr>
            <a:spLocks noGrp="1"/>
          </p:cNvSpPr>
          <p:nvPr>
            <p:ph type="title"/>
          </p:nvPr>
        </p:nvSpPr>
        <p:spPr/>
        <p:txBody>
          <a:bodyPr/>
          <a:lstStyle/>
          <a:p>
            <a:r>
              <a:rPr kumimoji="1" lang="ja-JP" altLang="en-US" sz="3200" b="1" dirty="0"/>
              <a:t>現状</a:t>
            </a:r>
          </a:p>
        </p:txBody>
      </p:sp>
      <p:pic>
        <p:nvPicPr>
          <p:cNvPr id="6" name="図 5" descr="黒い背景と白い文字&#10;&#10;AI 生成コンテンツは誤りを含む可能性があります。">
            <a:extLst>
              <a:ext uri="{FF2B5EF4-FFF2-40B4-BE49-F238E27FC236}">
                <a16:creationId xmlns:a16="http://schemas.microsoft.com/office/drawing/2014/main" id="{40B3B348-BBCA-5845-B569-20AA226D4E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7062" y="2903539"/>
            <a:ext cx="6600888" cy="2756861"/>
          </a:xfrm>
          <a:prstGeom prst="rect">
            <a:avLst/>
          </a:prstGeom>
        </p:spPr>
      </p:pic>
      <p:grpSp>
        <p:nvGrpSpPr>
          <p:cNvPr id="13" name="グループ化 12">
            <a:extLst>
              <a:ext uri="{FF2B5EF4-FFF2-40B4-BE49-F238E27FC236}">
                <a16:creationId xmlns:a16="http://schemas.microsoft.com/office/drawing/2014/main" id="{955DF33D-66CF-392F-D91A-4F3EB271F6A0}"/>
              </a:ext>
            </a:extLst>
          </p:cNvPr>
          <p:cNvGrpSpPr/>
          <p:nvPr/>
        </p:nvGrpSpPr>
        <p:grpSpPr>
          <a:xfrm>
            <a:off x="3189052" y="889000"/>
            <a:ext cx="5805428" cy="1847610"/>
            <a:chOff x="683527" y="1570847"/>
            <a:chExt cx="5801194" cy="1858152"/>
          </a:xfrm>
        </p:grpSpPr>
        <p:sp>
          <p:nvSpPr>
            <p:cNvPr id="8" name="正方形/長方形 7">
              <a:extLst>
                <a:ext uri="{FF2B5EF4-FFF2-40B4-BE49-F238E27FC236}">
                  <a16:creationId xmlns:a16="http://schemas.microsoft.com/office/drawing/2014/main" id="{F4BAF121-1C9B-B0C4-4323-666F060E916D}"/>
                </a:ext>
              </a:extLst>
            </p:cNvPr>
            <p:cNvSpPr/>
            <p:nvPr/>
          </p:nvSpPr>
          <p:spPr bwMode="auto">
            <a:xfrm>
              <a:off x="683527" y="1794372"/>
              <a:ext cx="5801194" cy="1634627"/>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9" name="テキスト ボックス 8">
              <a:extLst>
                <a:ext uri="{FF2B5EF4-FFF2-40B4-BE49-F238E27FC236}">
                  <a16:creationId xmlns:a16="http://schemas.microsoft.com/office/drawing/2014/main" id="{E986A358-EA6F-1ECF-1856-1469458AA674}"/>
                </a:ext>
              </a:extLst>
            </p:cNvPr>
            <p:cNvSpPr txBox="1"/>
            <p:nvPr/>
          </p:nvSpPr>
          <p:spPr>
            <a:xfrm>
              <a:off x="876803" y="1570847"/>
              <a:ext cx="3602851" cy="461666"/>
            </a:xfrm>
            <a:prstGeom prst="rect">
              <a:avLst/>
            </a:prstGeom>
            <a:solidFill>
              <a:schemeClr val="bg1"/>
            </a:solidFill>
            <a:ln>
              <a:solidFill>
                <a:schemeClr val="tx1"/>
              </a:solidFill>
            </a:ln>
          </p:spPr>
          <p:txBody>
            <a:bodyPr wrap="square" rtlCol="0">
              <a:spAutoFit/>
            </a:bodyPr>
            <a:lstStyle/>
            <a:p>
              <a:pPr algn="l"/>
              <a:r>
                <a:rPr kumimoji="1" lang="ja-JP" altLang="en-US" sz="2400" i="0" dirty="0">
                  <a:latin typeface="+mn-ea"/>
                  <a:ea typeface="+mn-ea"/>
                </a:rPr>
                <a:t>シミュレーションソフト</a:t>
              </a:r>
            </a:p>
          </p:txBody>
        </p:sp>
        <p:grpSp>
          <p:nvGrpSpPr>
            <p:cNvPr id="10" name="グループ化 9">
              <a:extLst>
                <a:ext uri="{FF2B5EF4-FFF2-40B4-BE49-F238E27FC236}">
                  <a16:creationId xmlns:a16="http://schemas.microsoft.com/office/drawing/2014/main" id="{1C12ECF2-1EC2-93CB-4292-DCA219824E09}"/>
                </a:ext>
              </a:extLst>
            </p:cNvPr>
            <p:cNvGrpSpPr/>
            <p:nvPr/>
          </p:nvGrpSpPr>
          <p:grpSpPr>
            <a:xfrm>
              <a:off x="1016653" y="2142734"/>
              <a:ext cx="5324103" cy="1176044"/>
              <a:chOff x="922073" y="2090627"/>
              <a:chExt cx="5324103" cy="1176044"/>
            </a:xfrm>
          </p:grpSpPr>
          <p:sp>
            <p:nvSpPr>
              <p:cNvPr id="11" name="テキスト ボックス 10">
                <a:extLst>
                  <a:ext uri="{FF2B5EF4-FFF2-40B4-BE49-F238E27FC236}">
                    <a16:creationId xmlns:a16="http://schemas.microsoft.com/office/drawing/2014/main" id="{832C89B1-9C0B-C49B-DAB5-7788CBE36C54}"/>
                  </a:ext>
                </a:extLst>
              </p:cNvPr>
              <p:cNvSpPr txBox="1"/>
              <p:nvPr/>
            </p:nvSpPr>
            <p:spPr>
              <a:xfrm>
                <a:off x="1481135" y="2090627"/>
                <a:ext cx="3927678" cy="830997"/>
              </a:xfrm>
              <a:prstGeom prst="rect">
                <a:avLst/>
              </a:prstGeom>
              <a:noFill/>
            </p:spPr>
            <p:txBody>
              <a:bodyPr wrap="none" rtlCol="0">
                <a:spAutoFit/>
              </a:bodyPr>
              <a:lstStyle/>
              <a:p>
                <a:r>
                  <a:rPr lang="ja-JP" altLang="en-US" sz="4800" b="1" i="0" dirty="0">
                    <a:solidFill>
                      <a:srgbClr val="FF0000"/>
                    </a:solidFill>
                    <a:latin typeface="+mn-ea"/>
                    <a:ea typeface="+mn-ea"/>
                  </a:rPr>
                  <a:t>「</a:t>
                </a:r>
                <a:r>
                  <a:rPr lang="en-US" altLang="ja-JP" sz="4800" b="1" i="0" dirty="0" err="1">
                    <a:solidFill>
                      <a:srgbClr val="FF0000"/>
                    </a:solidFill>
                    <a:latin typeface="+mn-ea"/>
                    <a:ea typeface="+mn-ea"/>
                  </a:rPr>
                  <a:t>MuJoCo</a:t>
                </a:r>
                <a:r>
                  <a:rPr lang="ja-JP" altLang="en-US" sz="4800" b="1" i="0" dirty="0">
                    <a:solidFill>
                      <a:srgbClr val="FF0000"/>
                    </a:solidFill>
                    <a:latin typeface="+mn-ea"/>
                    <a:ea typeface="+mn-ea"/>
                  </a:rPr>
                  <a:t>」</a:t>
                </a:r>
              </a:p>
            </p:txBody>
          </p:sp>
          <p:sp>
            <p:nvSpPr>
              <p:cNvPr id="12" name="テキスト ボックス 11">
                <a:extLst>
                  <a:ext uri="{FF2B5EF4-FFF2-40B4-BE49-F238E27FC236}">
                    <a16:creationId xmlns:a16="http://schemas.microsoft.com/office/drawing/2014/main" id="{B7DC5918-A12D-4965-A98C-C05EFDF1FDE4}"/>
                  </a:ext>
                </a:extLst>
              </p:cNvPr>
              <p:cNvSpPr txBox="1"/>
              <p:nvPr/>
            </p:nvSpPr>
            <p:spPr>
              <a:xfrm>
                <a:off x="922073" y="2805006"/>
                <a:ext cx="5324103" cy="461665"/>
              </a:xfrm>
              <a:prstGeom prst="rect">
                <a:avLst/>
              </a:prstGeom>
              <a:noFill/>
            </p:spPr>
            <p:txBody>
              <a:bodyPr wrap="square" rtlCol="0">
                <a:spAutoFit/>
              </a:bodyPr>
              <a:lstStyle/>
              <a:p>
                <a:r>
                  <a:rPr lang="en-US" altLang="ja-JP" sz="2400" dirty="0">
                    <a:latin typeface="+mn-ea"/>
                    <a:ea typeface="+mn-ea"/>
                  </a:rPr>
                  <a:t>Multi-Joint dynamics with Contact</a:t>
                </a:r>
              </a:p>
            </p:txBody>
          </p:sp>
        </p:grpSp>
      </p:grpSp>
      <p:sp>
        <p:nvSpPr>
          <p:cNvPr id="14" name="テキスト ボックス 13">
            <a:extLst>
              <a:ext uri="{FF2B5EF4-FFF2-40B4-BE49-F238E27FC236}">
                <a16:creationId xmlns:a16="http://schemas.microsoft.com/office/drawing/2014/main" id="{F1C61A99-E06F-ABF4-9B14-B54205F16C63}"/>
              </a:ext>
            </a:extLst>
          </p:cNvPr>
          <p:cNvSpPr txBox="1"/>
          <p:nvPr/>
        </p:nvSpPr>
        <p:spPr>
          <a:xfrm>
            <a:off x="1275652" y="5827329"/>
            <a:ext cx="4493538" cy="523220"/>
          </a:xfrm>
          <a:prstGeom prst="rect">
            <a:avLst/>
          </a:prstGeom>
          <a:noFill/>
        </p:spPr>
        <p:txBody>
          <a:bodyPr wrap="none" rtlCol="0">
            <a:spAutoFit/>
          </a:bodyPr>
          <a:lstStyle/>
          <a:p>
            <a:pPr algn="l"/>
            <a:r>
              <a:rPr kumimoji="1" lang="ja-JP" altLang="en-US" sz="2800" i="0" dirty="0">
                <a:latin typeface="+mn-ea"/>
                <a:ea typeface="+mn-ea"/>
              </a:rPr>
              <a:t>シミュレーションイメージ</a:t>
            </a:r>
          </a:p>
        </p:txBody>
      </p:sp>
      <p:pic>
        <p:nvPicPr>
          <p:cNvPr id="15" name="2025.9.9 中間発表用　車体長と同じ波長sim">
            <a:hlinkClick r:id="" action="ppaction://media"/>
            <a:extLst>
              <a:ext uri="{FF2B5EF4-FFF2-40B4-BE49-F238E27FC236}">
                <a16:creationId xmlns:a16="http://schemas.microsoft.com/office/drawing/2014/main" id="{C9063010-0E16-445B-AB67-26BFDDA78523}"/>
              </a:ext>
            </a:extLst>
          </p:cNvPr>
          <p:cNvPicPr>
            <a:picLocks noChangeAspect="1"/>
          </p:cNvPicPr>
          <p:nvPr>
            <a:videoFile r:link="rId2"/>
            <p:extLst>
              <p:ext uri="{DAA4B4D4-6D71-4841-9C94-3DE7FCFB9230}">
                <p14:media xmlns:p14="http://schemas.microsoft.com/office/powerpoint/2010/main" r:embed="rId1"/>
              </p:ext>
            </p:extLst>
          </p:nvPr>
        </p:nvPicPr>
        <p:blipFill>
          <a:blip r:embed="rId6">
            <a:lum bright="20000" contrast="40000"/>
          </a:blip>
          <a:srcRect l="7794" t="5911" r="21625" b="5316"/>
          <a:stretch>
            <a:fillRect/>
          </a:stretch>
        </p:blipFill>
        <p:spPr>
          <a:xfrm>
            <a:off x="7469444" y="3033311"/>
            <a:ext cx="4535179" cy="3213261"/>
          </a:xfrm>
          <a:prstGeom prst="rect">
            <a:avLst/>
          </a:prstGeom>
        </p:spPr>
      </p:pic>
    </p:spTree>
    <p:extLst>
      <p:ext uri="{BB962C8B-B14F-4D97-AF65-F5344CB8AC3E}">
        <p14:creationId xmlns:p14="http://schemas.microsoft.com/office/powerpoint/2010/main" val="1359544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247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1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15"/>
                                        </p:tgtEl>
                                      </p:cBhvr>
                                    </p:cmd>
                                  </p:childTnLst>
                                </p:cTn>
                              </p:par>
                            </p:childTnLst>
                          </p:cTn>
                        </p:par>
                      </p:childTnLst>
                    </p:cTn>
                  </p:par>
                </p:childTnLst>
              </p:cTn>
              <p:nextCondLst>
                <p:cond evt="onClick" delay="0">
                  <p:tgtEl>
                    <p:spTgt spid="15"/>
                  </p:tgtEl>
                </p:cond>
              </p:nextCondLst>
            </p:seq>
            <p:video>
              <p:cMediaNode vol="80000" mute="1">
                <p:cTn id="12" repeatCount="indefinite" fill="remove" display="0">
                  <p:stCondLst>
                    <p:cond delay="indefinite"/>
                  </p:stCondLst>
                </p:cTn>
                <p:tgtEl>
                  <p:spTgt spid="15"/>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C3FDE-3BFF-8C40-E723-B896E9A4AB0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A0656FB-966A-925E-E088-53D8589C4B21}"/>
              </a:ext>
            </a:extLst>
          </p:cNvPr>
          <p:cNvSpPr>
            <a:spLocks noGrp="1"/>
          </p:cNvSpPr>
          <p:nvPr>
            <p:ph type="title"/>
          </p:nvPr>
        </p:nvSpPr>
        <p:spPr/>
        <p:txBody>
          <a:bodyPr/>
          <a:lstStyle/>
          <a:p>
            <a:r>
              <a:rPr kumimoji="1" lang="ja-JP" altLang="en-US" sz="3200" b="1" dirty="0"/>
              <a:t>まとめと今後の展望</a:t>
            </a:r>
          </a:p>
        </p:txBody>
      </p:sp>
      <p:grpSp>
        <p:nvGrpSpPr>
          <p:cNvPr id="5" name="グループ化 4">
            <a:extLst>
              <a:ext uri="{FF2B5EF4-FFF2-40B4-BE49-F238E27FC236}">
                <a16:creationId xmlns:a16="http://schemas.microsoft.com/office/drawing/2014/main" id="{F9D645E4-316D-A363-E278-0F3A84AB89DB}"/>
              </a:ext>
            </a:extLst>
          </p:cNvPr>
          <p:cNvGrpSpPr/>
          <p:nvPr/>
        </p:nvGrpSpPr>
        <p:grpSpPr>
          <a:xfrm>
            <a:off x="995824" y="2650791"/>
            <a:ext cx="9705221" cy="954107"/>
            <a:chOff x="995824" y="2650791"/>
            <a:chExt cx="9705221" cy="954107"/>
          </a:xfrm>
        </p:grpSpPr>
        <p:sp>
          <p:nvSpPr>
            <p:cNvPr id="15" name="テキスト ボックス 14">
              <a:extLst>
                <a:ext uri="{FF2B5EF4-FFF2-40B4-BE49-F238E27FC236}">
                  <a16:creationId xmlns:a16="http://schemas.microsoft.com/office/drawing/2014/main" id="{46E56279-B8EF-0610-1587-3637AD3566F7}"/>
                </a:ext>
              </a:extLst>
            </p:cNvPr>
            <p:cNvSpPr txBox="1"/>
            <p:nvPr/>
          </p:nvSpPr>
          <p:spPr>
            <a:xfrm>
              <a:off x="2975853" y="2650791"/>
              <a:ext cx="7725192" cy="954107"/>
            </a:xfrm>
            <a:prstGeom prst="rect">
              <a:avLst/>
            </a:prstGeom>
            <a:noFill/>
          </p:spPr>
          <p:txBody>
            <a:bodyPr wrap="none" rtlCol="0">
              <a:spAutoFit/>
            </a:bodyPr>
            <a:lstStyle/>
            <a:p>
              <a:r>
                <a:rPr kumimoji="1" lang="ja-JP" altLang="en-US" sz="2800" i="0" dirty="0">
                  <a:latin typeface="+mn-ea"/>
                  <a:ea typeface="+mn-ea"/>
                </a:rPr>
                <a:t>フーリエ変換を応用して不整地を</a:t>
              </a:r>
              <a:r>
                <a:rPr kumimoji="1" lang="ja-JP" altLang="en-US" sz="2800" b="1" i="0" dirty="0">
                  <a:latin typeface="+mn-ea"/>
                  <a:ea typeface="+mn-ea"/>
                </a:rPr>
                <a:t>分解</a:t>
              </a:r>
              <a:r>
                <a:rPr kumimoji="1" lang="ja-JP" altLang="en-US" sz="2800" i="0" dirty="0">
                  <a:latin typeface="+mn-ea"/>
                  <a:ea typeface="+mn-ea"/>
                </a:rPr>
                <a:t>し</a:t>
              </a:r>
              <a:endParaRPr kumimoji="1" lang="en-US" altLang="ja-JP" sz="2800" i="0" dirty="0">
                <a:latin typeface="+mn-ea"/>
                <a:ea typeface="+mn-ea"/>
              </a:endParaRPr>
            </a:p>
            <a:p>
              <a:r>
                <a:rPr kumimoji="1" lang="ja-JP" altLang="en-US" sz="2800" b="1" i="0" dirty="0">
                  <a:latin typeface="+mn-ea"/>
                  <a:ea typeface="+mn-ea"/>
                </a:rPr>
                <a:t>重ね合わせ</a:t>
              </a:r>
              <a:r>
                <a:rPr kumimoji="1" lang="ja-JP" altLang="en-US" sz="2800" i="0" dirty="0">
                  <a:latin typeface="+mn-ea"/>
                  <a:ea typeface="+mn-ea"/>
                </a:rPr>
                <a:t>によって</a:t>
              </a:r>
              <a:r>
                <a:rPr kumimoji="1" lang="ja-JP" altLang="en-US" sz="2800" b="1" i="0" dirty="0">
                  <a:solidFill>
                    <a:srgbClr val="FF0000"/>
                  </a:solidFill>
                  <a:latin typeface="+mn-ea"/>
                  <a:ea typeface="+mn-ea"/>
                </a:rPr>
                <a:t>走行性能を事前に予測</a:t>
              </a:r>
              <a:r>
                <a:rPr kumimoji="1" lang="ja-JP" altLang="en-US" sz="2800" i="0" dirty="0">
                  <a:latin typeface="+mn-ea"/>
                  <a:ea typeface="+mn-ea"/>
                </a:rPr>
                <a:t>する</a:t>
              </a:r>
            </a:p>
          </p:txBody>
        </p:sp>
        <p:sp>
          <p:nvSpPr>
            <p:cNvPr id="18" name="テキスト ボックス 17">
              <a:extLst>
                <a:ext uri="{FF2B5EF4-FFF2-40B4-BE49-F238E27FC236}">
                  <a16:creationId xmlns:a16="http://schemas.microsoft.com/office/drawing/2014/main" id="{0657122E-1913-F48B-56C1-C2377F033893}"/>
                </a:ext>
              </a:extLst>
            </p:cNvPr>
            <p:cNvSpPr txBox="1"/>
            <p:nvPr/>
          </p:nvSpPr>
          <p:spPr>
            <a:xfrm>
              <a:off x="995824" y="2651635"/>
              <a:ext cx="1620957" cy="523220"/>
            </a:xfrm>
            <a:prstGeom prst="rect">
              <a:avLst/>
            </a:prstGeom>
            <a:noFill/>
          </p:spPr>
          <p:txBody>
            <a:bodyPr wrap="none" rtlCol="0">
              <a:spAutoFit/>
            </a:bodyPr>
            <a:lstStyle/>
            <a:p>
              <a:pPr algn="l"/>
              <a:r>
                <a:rPr kumimoji="1" lang="ja-JP" altLang="en-US" sz="2800" i="0" dirty="0">
                  <a:latin typeface="+mn-ea"/>
                  <a:ea typeface="+mn-ea"/>
                </a:rPr>
                <a:t>仮説理論</a:t>
              </a:r>
            </a:p>
          </p:txBody>
        </p:sp>
      </p:grpSp>
      <p:grpSp>
        <p:nvGrpSpPr>
          <p:cNvPr id="4" name="グループ化 3">
            <a:extLst>
              <a:ext uri="{FF2B5EF4-FFF2-40B4-BE49-F238E27FC236}">
                <a16:creationId xmlns:a16="http://schemas.microsoft.com/office/drawing/2014/main" id="{646B361A-3822-43E1-2BFC-E550DFA461CD}"/>
              </a:ext>
            </a:extLst>
          </p:cNvPr>
          <p:cNvGrpSpPr/>
          <p:nvPr/>
        </p:nvGrpSpPr>
        <p:grpSpPr>
          <a:xfrm>
            <a:off x="816287" y="3784933"/>
            <a:ext cx="8807540" cy="1010264"/>
            <a:chOff x="816287" y="3784933"/>
            <a:chExt cx="8807540" cy="1010264"/>
          </a:xfrm>
        </p:grpSpPr>
        <p:sp>
          <p:nvSpPr>
            <p:cNvPr id="19" name="テキスト ボックス 18">
              <a:extLst>
                <a:ext uri="{FF2B5EF4-FFF2-40B4-BE49-F238E27FC236}">
                  <a16:creationId xmlns:a16="http://schemas.microsoft.com/office/drawing/2014/main" id="{29E60A78-9FE6-47B6-24B3-1403719F4A7D}"/>
                </a:ext>
              </a:extLst>
            </p:cNvPr>
            <p:cNvSpPr txBox="1"/>
            <p:nvPr/>
          </p:nvSpPr>
          <p:spPr>
            <a:xfrm>
              <a:off x="2975853" y="3841090"/>
              <a:ext cx="6647974" cy="954107"/>
            </a:xfrm>
            <a:prstGeom prst="rect">
              <a:avLst/>
            </a:prstGeom>
            <a:noFill/>
          </p:spPr>
          <p:txBody>
            <a:bodyPr wrap="square" rtlCol="0">
              <a:spAutoFit/>
            </a:bodyPr>
            <a:lstStyle/>
            <a:p>
              <a:pPr algn="l"/>
              <a:r>
                <a:rPr kumimoji="1" lang="ja-JP" altLang="en-US" sz="2800" i="0" dirty="0">
                  <a:latin typeface="+mn-ea"/>
                  <a:ea typeface="+mn-ea"/>
                </a:rPr>
                <a:t>仮説理論の検証の前に走行性能を</a:t>
              </a:r>
              <a:endParaRPr kumimoji="1" lang="en-US" altLang="ja-JP" sz="2800" i="0" dirty="0">
                <a:latin typeface="+mn-ea"/>
                <a:ea typeface="+mn-ea"/>
              </a:endParaRPr>
            </a:p>
            <a:p>
              <a:pPr algn="l"/>
              <a:r>
                <a:rPr kumimoji="1" lang="ja-JP" altLang="en-US" sz="2800" b="1" i="0" dirty="0">
                  <a:solidFill>
                    <a:srgbClr val="FF0000"/>
                  </a:solidFill>
                  <a:latin typeface="+mn-ea"/>
                  <a:ea typeface="+mn-ea"/>
                </a:rPr>
                <a:t>周波数特性で評価する手法</a:t>
              </a:r>
              <a:r>
                <a:rPr kumimoji="1" lang="ja-JP" altLang="en-US" sz="2800" i="0" dirty="0">
                  <a:latin typeface="+mn-ea"/>
                  <a:ea typeface="+mn-ea"/>
                </a:rPr>
                <a:t>を確立する</a:t>
              </a:r>
              <a:endParaRPr kumimoji="1" lang="en-US" altLang="ja-JP" sz="2800" i="0" dirty="0">
                <a:latin typeface="+mn-ea"/>
                <a:ea typeface="+mn-ea"/>
              </a:endParaRPr>
            </a:p>
          </p:txBody>
        </p:sp>
        <p:sp>
          <p:nvSpPr>
            <p:cNvPr id="20" name="テキスト ボックス 19">
              <a:extLst>
                <a:ext uri="{FF2B5EF4-FFF2-40B4-BE49-F238E27FC236}">
                  <a16:creationId xmlns:a16="http://schemas.microsoft.com/office/drawing/2014/main" id="{8F67DC8B-6838-4874-F20C-8828D98B7643}"/>
                </a:ext>
              </a:extLst>
            </p:cNvPr>
            <p:cNvSpPr txBox="1"/>
            <p:nvPr/>
          </p:nvSpPr>
          <p:spPr>
            <a:xfrm>
              <a:off x="816287" y="3784933"/>
              <a:ext cx="1980029" cy="523220"/>
            </a:xfrm>
            <a:prstGeom prst="rect">
              <a:avLst/>
            </a:prstGeom>
            <a:noFill/>
          </p:spPr>
          <p:txBody>
            <a:bodyPr wrap="none" rtlCol="0">
              <a:spAutoFit/>
            </a:bodyPr>
            <a:lstStyle/>
            <a:p>
              <a:pPr algn="l"/>
              <a:r>
                <a:rPr kumimoji="1" lang="ja-JP" altLang="en-US" sz="2800" i="0" dirty="0">
                  <a:latin typeface="+mn-ea"/>
                  <a:ea typeface="+mn-ea"/>
                </a:rPr>
                <a:t>現在の目標</a:t>
              </a:r>
            </a:p>
          </p:txBody>
        </p:sp>
      </p:grpSp>
      <p:grpSp>
        <p:nvGrpSpPr>
          <p:cNvPr id="7" name="グループ化 6">
            <a:extLst>
              <a:ext uri="{FF2B5EF4-FFF2-40B4-BE49-F238E27FC236}">
                <a16:creationId xmlns:a16="http://schemas.microsoft.com/office/drawing/2014/main" id="{1CF8F6E5-08A6-8E73-9543-BDF8FCC03118}"/>
              </a:ext>
            </a:extLst>
          </p:cNvPr>
          <p:cNvGrpSpPr/>
          <p:nvPr/>
        </p:nvGrpSpPr>
        <p:grpSpPr>
          <a:xfrm>
            <a:off x="995824" y="1550608"/>
            <a:ext cx="8761362" cy="954107"/>
            <a:chOff x="995824" y="1550608"/>
            <a:chExt cx="8761362" cy="954107"/>
          </a:xfrm>
        </p:grpSpPr>
        <p:sp>
          <p:nvSpPr>
            <p:cNvPr id="16" name="テキスト ボックス 15">
              <a:extLst>
                <a:ext uri="{FF2B5EF4-FFF2-40B4-BE49-F238E27FC236}">
                  <a16:creationId xmlns:a16="http://schemas.microsoft.com/office/drawing/2014/main" id="{34CBC437-D989-561F-BDD6-BB40C8BFCC79}"/>
                </a:ext>
              </a:extLst>
            </p:cNvPr>
            <p:cNvSpPr txBox="1"/>
            <p:nvPr/>
          </p:nvSpPr>
          <p:spPr>
            <a:xfrm>
              <a:off x="995824" y="1573775"/>
              <a:ext cx="1620957" cy="523220"/>
            </a:xfrm>
            <a:prstGeom prst="rect">
              <a:avLst/>
            </a:prstGeom>
            <a:noFill/>
          </p:spPr>
          <p:txBody>
            <a:bodyPr wrap="none" rtlCol="0">
              <a:spAutoFit/>
            </a:bodyPr>
            <a:lstStyle/>
            <a:p>
              <a:pPr algn="l"/>
              <a:r>
                <a:rPr kumimoji="1" lang="ja-JP" altLang="en-US" sz="2800" i="0" dirty="0">
                  <a:latin typeface="+mn-ea"/>
                  <a:ea typeface="+mn-ea"/>
                </a:rPr>
                <a:t>研究目的</a:t>
              </a:r>
            </a:p>
          </p:txBody>
        </p:sp>
        <p:sp>
          <p:nvSpPr>
            <p:cNvPr id="6" name="テキスト ボックス 5">
              <a:extLst>
                <a:ext uri="{FF2B5EF4-FFF2-40B4-BE49-F238E27FC236}">
                  <a16:creationId xmlns:a16="http://schemas.microsoft.com/office/drawing/2014/main" id="{351DF1C6-1CC7-95D0-2BA9-112B73A8338A}"/>
                </a:ext>
              </a:extLst>
            </p:cNvPr>
            <p:cNvSpPr txBox="1"/>
            <p:nvPr/>
          </p:nvSpPr>
          <p:spPr>
            <a:xfrm>
              <a:off x="2975853" y="1550608"/>
              <a:ext cx="6781333" cy="954107"/>
            </a:xfrm>
            <a:prstGeom prst="rect">
              <a:avLst/>
            </a:prstGeom>
            <a:noFill/>
          </p:spPr>
          <p:txBody>
            <a:bodyPr wrap="square" rtlCol="0">
              <a:spAutoFit/>
            </a:bodyPr>
            <a:lstStyle/>
            <a:p>
              <a:r>
                <a:rPr kumimoji="1" lang="ja-JP" altLang="en-US" sz="2800" b="1" i="0" dirty="0">
                  <a:latin typeface="+mn-ea"/>
                  <a:ea typeface="+mn-ea"/>
                </a:rPr>
                <a:t>未知環境におけるロボットの走行性能を</a:t>
              </a:r>
              <a:endParaRPr kumimoji="1" lang="en-US" altLang="ja-JP" sz="2800" b="1" i="0" dirty="0">
                <a:latin typeface="+mn-ea"/>
                <a:ea typeface="+mn-ea"/>
              </a:endParaRPr>
            </a:p>
            <a:p>
              <a:r>
                <a:rPr kumimoji="1" lang="ja-JP" altLang="en-US" sz="2800" b="1" i="0" dirty="0">
                  <a:latin typeface="+mn-ea"/>
                  <a:ea typeface="+mn-ea"/>
                </a:rPr>
                <a:t>予測する</a:t>
              </a:r>
              <a:r>
                <a:rPr kumimoji="1" lang="ja-JP" altLang="en-US" sz="2800" b="1" i="0" dirty="0">
                  <a:solidFill>
                    <a:srgbClr val="FF0000"/>
                  </a:solidFill>
                  <a:latin typeface="+mn-ea"/>
                  <a:ea typeface="+mn-ea"/>
                </a:rPr>
                <a:t>手法</a:t>
              </a:r>
              <a:r>
                <a:rPr kumimoji="1" lang="ja-JP" altLang="en-US" sz="2800" b="1" i="0" dirty="0">
                  <a:latin typeface="+mn-ea"/>
                  <a:ea typeface="+mn-ea"/>
                </a:rPr>
                <a:t>の確立</a:t>
              </a:r>
            </a:p>
          </p:txBody>
        </p:sp>
      </p:grpSp>
      <p:grpSp>
        <p:nvGrpSpPr>
          <p:cNvPr id="3" name="グループ化 2">
            <a:extLst>
              <a:ext uri="{FF2B5EF4-FFF2-40B4-BE49-F238E27FC236}">
                <a16:creationId xmlns:a16="http://schemas.microsoft.com/office/drawing/2014/main" id="{801B6326-87E1-45D2-EB64-040F33B05697}"/>
              </a:ext>
            </a:extLst>
          </p:cNvPr>
          <p:cNvGrpSpPr/>
          <p:nvPr/>
        </p:nvGrpSpPr>
        <p:grpSpPr>
          <a:xfrm>
            <a:off x="816286" y="5204555"/>
            <a:ext cx="7730323" cy="954107"/>
            <a:chOff x="816286" y="5204555"/>
            <a:chExt cx="7730323" cy="954107"/>
          </a:xfrm>
        </p:grpSpPr>
        <p:sp>
          <p:nvSpPr>
            <p:cNvPr id="8" name="テキスト ボックス 7">
              <a:extLst>
                <a:ext uri="{FF2B5EF4-FFF2-40B4-BE49-F238E27FC236}">
                  <a16:creationId xmlns:a16="http://schemas.microsoft.com/office/drawing/2014/main" id="{2EF91301-467A-6715-C447-06B47EA5F7F7}"/>
                </a:ext>
              </a:extLst>
            </p:cNvPr>
            <p:cNvSpPr txBox="1"/>
            <p:nvPr/>
          </p:nvSpPr>
          <p:spPr>
            <a:xfrm>
              <a:off x="2975853" y="5204555"/>
              <a:ext cx="5570756" cy="954107"/>
            </a:xfrm>
            <a:prstGeom prst="rect">
              <a:avLst/>
            </a:prstGeom>
            <a:noFill/>
          </p:spPr>
          <p:txBody>
            <a:bodyPr wrap="none" rtlCol="0">
              <a:spAutoFit/>
            </a:bodyPr>
            <a:lstStyle/>
            <a:p>
              <a:pPr algn="l"/>
              <a:r>
                <a:rPr kumimoji="1" lang="ja-JP" altLang="en-US" sz="2800" i="0" dirty="0">
                  <a:latin typeface="+mn-ea"/>
                  <a:ea typeface="+mn-ea"/>
                </a:rPr>
                <a:t>走行性能の</a:t>
              </a:r>
              <a:r>
                <a:rPr kumimoji="1" lang="ja-JP" altLang="en-US" sz="2800" b="1" i="0" dirty="0">
                  <a:latin typeface="+mn-ea"/>
                  <a:ea typeface="+mn-ea"/>
                </a:rPr>
                <a:t>評価手法</a:t>
              </a:r>
              <a:r>
                <a:rPr kumimoji="1" lang="ja-JP" altLang="en-US" sz="2800" i="0" dirty="0">
                  <a:latin typeface="+mn-ea"/>
                  <a:ea typeface="+mn-ea"/>
                </a:rPr>
                <a:t>を確立した後</a:t>
              </a:r>
              <a:endParaRPr kumimoji="1" lang="en-US" altLang="ja-JP" sz="2800" i="0" dirty="0">
                <a:latin typeface="+mn-ea"/>
                <a:ea typeface="+mn-ea"/>
              </a:endParaRPr>
            </a:p>
            <a:p>
              <a:pPr algn="l"/>
              <a:r>
                <a:rPr kumimoji="1" lang="ja-JP" altLang="en-US" sz="2800" b="1" i="0" dirty="0">
                  <a:latin typeface="+mn-ea"/>
                  <a:ea typeface="+mn-ea"/>
                </a:rPr>
                <a:t>仮説理論</a:t>
              </a:r>
              <a:r>
                <a:rPr kumimoji="1" lang="ja-JP" altLang="en-US" sz="2800" i="0" dirty="0">
                  <a:latin typeface="+mn-ea"/>
                  <a:ea typeface="+mn-ea"/>
                </a:rPr>
                <a:t>の</a:t>
              </a:r>
              <a:r>
                <a:rPr kumimoji="1" lang="ja-JP" altLang="en-US" sz="2800" b="1" i="0" dirty="0">
                  <a:solidFill>
                    <a:srgbClr val="FF0000"/>
                  </a:solidFill>
                  <a:latin typeface="+mn-ea"/>
                  <a:ea typeface="+mn-ea"/>
                </a:rPr>
                <a:t>成立可否</a:t>
              </a:r>
              <a:r>
                <a:rPr kumimoji="1" lang="ja-JP" altLang="en-US" sz="2800" i="0" dirty="0">
                  <a:latin typeface="+mn-ea"/>
                  <a:ea typeface="+mn-ea"/>
                </a:rPr>
                <a:t>を検証する</a:t>
              </a:r>
            </a:p>
          </p:txBody>
        </p:sp>
        <p:sp>
          <p:nvSpPr>
            <p:cNvPr id="26" name="テキスト ボックス 25">
              <a:extLst>
                <a:ext uri="{FF2B5EF4-FFF2-40B4-BE49-F238E27FC236}">
                  <a16:creationId xmlns:a16="http://schemas.microsoft.com/office/drawing/2014/main" id="{8D142667-072F-C874-544B-04913A066835}"/>
                </a:ext>
              </a:extLst>
            </p:cNvPr>
            <p:cNvSpPr txBox="1"/>
            <p:nvPr/>
          </p:nvSpPr>
          <p:spPr>
            <a:xfrm>
              <a:off x="816286" y="5204555"/>
              <a:ext cx="1980029" cy="523220"/>
            </a:xfrm>
            <a:prstGeom prst="rect">
              <a:avLst/>
            </a:prstGeom>
            <a:noFill/>
          </p:spPr>
          <p:txBody>
            <a:bodyPr wrap="none" rtlCol="0">
              <a:spAutoFit/>
            </a:bodyPr>
            <a:lstStyle/>
            <a:p>
              <a:pPr algn="l"/>
              <a:r>
                <a:rPr kumimoji="1" lang="ja-JP" altLang="en-US" sz="2800" i="0" dirty="0">
                  <a:latin typeface="+mn-ea"/>
                  <a:ea typeface="+mn-ea"/>
                </a:rPr>
                <a:t>今後の展望</a:t>
              </a:r>
            </a:p>
          </p:txBody>
        </p:sp>
      </p:grpSp>
    </p:spTree>
    <p:extLst>
      <p:ext uri="{BB962C8B-B14F-4D97-AF65-F5344CB8AC3E}">
        <p14:creationId xmlns:p14="http://schemas.microsoft.com/office/powerpoint/2010/main" val="1419152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8C4B44-BFDA-2CD2-001C-49479077CEB3}"/>
              </a:ext>
            </a:extLst>
          </p:cNvPr>
          <p:cNvSpPr>
            <a:spLocks noGrp="1"/>
          </p:cNvSpPr>
          <p:nvPr>
            <p:ph type="title"/>
          </p:nvPr>
        </p:nvSpPr>
        <p:spPr/>
        <p:txBody>
          <a:bodyPr/>
          <a:lstStyle/>
          <a:p>
            <a:endParaRPr kumimoji="1" lang="ja-JP" altLang="en-US" dirty="0"/>
          </a:p>
        </p:txBody>
      </p:sp>
      <p:sp>
        <p:nvSpPr>
          <p:cNvPr id="4" name="テキスト ボックス 3">
            <a:extLst>
              <a:ext uri="{FF2B5EF4-FFF2-40B4-BE49-F238E27FC236}">
                <a16:creationId xmlns:a16="http://schemas.microsoft.com/office/drawing/2014/main" id="{1E854B2C-C727-BEBA-FA06-E8474E1D7CE5}"/>
              </a:ext>
            </a:extLst>
          </p:cNvPr>
          <p:cNvSpPr txBox="1"/>
          <p:nvPr/>
        </p:nvSpPr>
        <p:spPr>
          <a:xfrm>
            <a:off x="867833" y="1643270"/>
            <a:ext cx="14650164" cy="3785652"/>
          </a:xfrm>
          <a:prstGeom prst="rect">
            <a:avLst/>
          </a:prstGeom>
          <a:noFill/>
        </p:spPr>
        <p:txBody>
          <a:bodyPr wrap="none" rtlCol="0">
            <a:spAutoFit/>
          </a:bodyPr>
          <a:lstStyle/>
          <a:p>
            <a:pPr algn="l"/>
            <a:r>
              <a:rPr kumimoji="1" lang="ja-JP" altLang="en-US" sz="2400" i="0" dirty="0">
                <a:latin typeface="+mn-ea"/>
                <a:ea typeface="+mn-ea"/>
              </a:rPr>
              <a:t>全体の流れ</a:t>
            </a:r>
            <a:endParaRPr kumimoji="1" lang="en-US" altLang="ja-JP" sz="2400" i="0" dirty="0">
              <a:latin typeface="+mn-ea"/>
              <a:ea typeface="+mn-ea"/>
            </a:endParaRPr>
          </a:p>
          <a:p>
            <a:pPr algn="l"/>
            <a:r>
              <a:rPr kumimoji="1" lang="ja-JP" altLang="en-US" sz="2400" i="0" dirty="0">
                <a:latin typeface="+mn-ea"/>
                <a:ea typeface="+mn-ea"/>
              </a:rPr>
              <a:t>緒言</a:t>
            </a:r>
            <a:endParaRPr kumimoji="1" lang="en-US" altLang="ja-JP" sz="2400" i="0" dirty="0">
              <a:latin typeface="+mn-ea"/>
              <a:ea typeface="+mn-ea"/>
            </a:endParaRPr>
          </a:p>
          <a:p>
            <a:pPr algn="l"/>
            <a:r>
              <a:rPr kumimoji="1" lang="ja-JP" altLang="en-US" sz="2400" i="0" dirty="0">
                <a:latin typeface="+mn-ea"/>
                <a:ea typeface="+mn-ea"/>
              </a:rPr>
              <a:t>　研究の背景</a:t>
            </a:r>
            <a:endParaRPr kumimoji="1" lang="en-US" altLang="ja-JP" sz="2400" i="0" dirty="0">
              <a:latin typeface="+mn-ea"/>
              <a:ea typeface="+mn-ea"/>
            </a:endParaRPr>
          </a:p>
          <a:p>
            <a:pPr algn="l"/>
            <a:r>
              <a:rPr kumimoji="1" lang="ja-JP" altLang="en-US" sz="2400" i="0" dirty="0">
                <a:latin typeface="+mn-ea"/>
                <a:ea typeface="+mn-ea"/>
              </a:rPr>
              <a:t>　　日本は災害大国である→災害のあとには災害現場の復興が必要</a:t>
            </a:r>
            <a:endParaRPr kumimoji="1" lang="en-US" altLang="ja-JP" sz="2400" i="0" dirty="0">
              <a:latin typeface="+mn-ea"/>
              <a:ea typeface="+mn-ea"/>
            </a:endParaRPr>
          </a:p>
          <a:p>
            <a:pPr algn="l"/>
            <a:r>
              <a:rPr kumimoji="1" lang="ja-JP" altLang="en-US" sz="2400" i="0" dirty="0">
                <a:latin typeface="+mn-ea"/>
                <a:ea typeface="+mn-ea"/>
              </a:rPr>
              <a:t>　　人による復興作業には二次災害がつきものである．</a:t>
            </a:r>
            <a:endParaRPr kumimoji="1" lang="en-US" altLang="ja-JP" sz="2400" i="0" dirty="0">
              <a:latin typeface="+mn-ea"/>
              <a:ea typeface="+mn-ea"/>
            </a:endParaRPr>
          </a:p>
          <a:p>
            <a:pPr algn="l"/>
            <a:r>
              <a:rPr kumimoji="1" lang="ja-JP" altLang="en-US" sz="2400" i="0" dirty="0">
                <a:latin typeface="+mn-ea"/>
                <a:ea typeface="+mn-ea"/>
              </a:rPr>
              <a:t>　　そんな二次災害を予防するために，事前調査や復興作業を人間の代わりにやるロボットの需要がある</a:t>
            </a:r>
            <a:endParaRPr kumimoji="1" lang="en-US" altLang="ja-JP" sz="2400" i="0" dirty="0">
              <a:latin typeface="+mn-ea"/>
              <a:ea typeface="+mn-ea"/>
            </a:endParaRPr>
          </a:p>
          <a:p>
            <a:pPr algn="l"/>
            <a:r>
              <a:rPr kumimoji="1" lang="ja-JP" altLang="en-US" sz="2400" i="0" dirty="0">
                <a:latin typeface="+mn-ea"/>
                <a:ea typeface="+mn-ea"/>
              </a:rPr>
              <a:t>　　けど，災害現場は未知環境と呼ばれる場所→事前にどのような環境かわからない</a:t>
            </a:r>
            <a:endParaRPr kumimoji="1" lang="en-US" altLang="ja-JP" sz="2400" i="0" dirty="0">
              <a:latin typeface="+mn-ea"/>
              <a:ea typeface="+mn-ea"/>
            </a:endParaRPr>
          </a:p>
          <a:p>
            <a:pPr algn="l"/>
            <a:r>
              <a:rPr kumimoji="1" lang="ja-JP" altLang="en-US" sz="2400" i="0" dirty="0">
                <a:latin typeface="+mn-ea"/>
                <a:ea typeface="+mn-ea"/>
              </a:rPr>
              <a:t>　　そのため，未知環境でどのようにロボットが移動するのかを事前に知ることはできない</a:t>
            </a:r>
            <a:endParaRPr kumimoji="1" lang="en-US" altLang="ja-JP" sz="2400" i="0" dirty="0">
              <a:latin typeface="+mn-ea"/>
              <a:ea typeface="+mn-ea"/>
            </a:endParaRPr>
          </a:p>
          <a:p>
            <a:pPr algn="l"/>
            <a:r>
              <a:rPr kumimoji="1" lang="ja-JP" altLang="en-US" sz="2400" i="0" dirty="0">
                <a:latin typeface="+mn-ea"/>
                <a:ea typeface="+mn-ea"/>
              </a:rPr>
              <a:t>　　今回の研究では，この未知環境でどのように移動するかを事前に知ることが目的</a:t>
            </a:r>
            <a:endParaRPr kumimoji="1" lang="en-US" altLang="ja-JP" sz="2400" i="0" dirty="0">
              <a:latin typeface="+mn-ea"/>
              <a:ea typeface="+mn-ea"/>
            </a:endParaRPr>
          </a:p>
          <a:p>
            <a:pPr algn="l"/>
            <a:endParaRPr kumimoji="1" lang="en-US" altLang="ja-JP" sz="2400" i="0" dirty="0">
              <a:latin typeface="+mn-ea"/>
              <a:ea typeface="+mn-ea"/>
            </a:endParaRPr>
          </a:p>
        </p:txBody>
      </p:sp>
    </p:spTree>
    <p:extLst>
      <p:ext uri="{BB962C8B-B14F-4D97-AF65-F5344CB8AC3E}">
        <p14:creationId xmlns:p14="http://schemas.microsoft.com/office/powerpoint/2010/main" val="2501850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4A6A663-DBAA-A9CB-E807-6846F704039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4E89E2DB-73F0-A3AE-FC1A-76BAA6F77BA0}"/>
              </a:ext>
            </a:extLst>
          </p:cNvPr>
          <p:cNvSpPr>
            <a:spLocks noGrp="1"/>
          </p:cNvSpPr>
          <p:nvPr>
            <p:ph type="title"/>
          </p:nvPr>
        </p:nvSpPr>
        <p:spPr/>
        <p:txBody>
          <a:bodyPr/>
          <a:lstStyle/>
          <a:p>
            <a:r>
              <a:rPr kumimoji="1" lang="ja-JP" altLang="en-US" sz="3200" b="1" dirty="0"/>
              <a:t>実験方法　このスライドは指標についてに変更</a:t>
            </a:r>
          </a:p>
        </p:txBody>
      </p:sp>
      <p:sp>
        <p:nvSpPr>
          <p:cNvPr id="3" name="テキスト ボックス 2">
            <a:extLst>
              <a:ext uri="{FF2B5EF4-FFF2-40B4-BE49-F238E27FC236}">
                <a16:creationId xmlns:a16="http://schemas.microsoft.com/office/drawing/2014/main" id="{B7C3F79C-A4D7-F7E2-FC35-F2A08DDD0F2E}"/>
              </a:ext>
            </a:extLst>
          </p:cNvPr>
          <p:cNvSpPr txBox="1"/>
          <p:nvPr/>
        </p:nvSpPr>
        <p:spPr>
          <a:xfrm>
            <a:off x="2743510" y="1321535"/>
            <a:ext cx="6750566" cy="584775"/>
          </a:xfrm>
          <a:prstGeom prst="rect">
            <a:avLst/>
          </a:prstGeom>
          <a:noFill/>
        </p:spPr>
        <p:txBody>
          <a:bodyPr wrap="none" rtlCol="0">
            <a:spAutoFit/>
          </a:bodyPr>
          <a:lstStyle/>
          <a:p>
            <a:pPr algn="l"/>
            <a:r>
              <a:rPr kumimoji="1" lang="ja-JP" altLang="en-US" sz="3200" b="1" i="0" u="sng" dirty="0">
                <a:solidFill>
                  <a:srgbClr val="FF0000"/>
                </a:solidFill>
                <a:latin typeface="+mn-ea"/>
                <a:ea typeface="+mn-ea"/>
              </a:rPr>
              <a:t>走行性能の重ね合わせの可否</a:t>
            </a:r>
            <a:r>
              <a:rPr kumimoji="1" lang="ja-JP" altLang="en-US" sz="3200" i="0" dirty="0">
                <a:latin typeface="+mn-ea"/>
                <a:ea typeface="+mn-ea"/>
              </a:rPr>
              <a:t>を検証</a:t>
            </a:r>
          </a:p>
        </p:txBody>
      </p:sp>
      <p:sp>
        <p:nvSpPr>
          <p:cNvPr id="4" name="テキスト ボックス 3">
            <a:extLst>
              <a:ext uri="{FF2B5EF4-FFF2-40B4-BE49-F238E27FC236}">
                <a16:creationId xmlns:a16="http://schemas.microsoft.com/office/drawing/2014/main" id="{7DDFB124-9546-0D5B-EFAF-B0ED0A6A604A}"/>
              </a:ext>
            </a:extLst>
          </p:cNvPr>
          <p:cNvSpPr txBox="1"/>
          <p:nvPr/>
        </p:nvSpPr>
        <p:spPr>
          <a:xfrm>
            <a:off x="2086833" y="1894610"/>
            <a:ext cx="8392041" cy="584775"/>
          </a:xfrm>
          <a:prstGeom prst="rect">
            <a:avLst/>
          </a:prstGeom>
          <a:noFill/>
        </p:spPr>
        <p:txBody>
          <a:bodyPr wrap="none" rtlCol="0">
            <a:spAutoFit/>
          </a:bodyPr>
          <a:lstStyle/>
          <a:p>
            <a:pPr algn="l"/>
            <a:r>
              <a:rPr kumimoji="1" lang="ja-JP" altLang="en-US" sz="3200" i="0" dirty="0">
                <a:latin typeface="+mn-ea"/>
                <a:ea typeface="+mn-ea"/>
              </a:rPr>
              <a:t>まずは</a:t>
            </a:r>
            <a:r>
              <a:rPr kumimoji="1" lang="ja-JP" altLang="en-US" sz="3200" b="1" i="0" dirty="0">
                <a:latin typeface="+mn-ea"/>
                <a:ea typeface="+mn-ea"/>
              </a:rPr>
              <a:t>二次元空間</a:t>
            </a:r>
            <a:r>
              <a:rPr kumimoji="1" lang="ja-JP" altLang="en-US" sz="3200" i="0" dirty="0">
                <a:latin typeface="+mn-ea"/>
                <a:ea typeface="+mn-ea"/>
              </a:rPr>
              <a:t>で仮説が成立するかどうか</a:t>
            </a:r>
          </a:p>
        </p:txBody>
      </p:sp>
      <p:sp>
        <p:nvSpPr>
          <p:cNvPr id="8" name="テキスト ボックス 7">
            <a:extLst>
              <a:ext uri="{FF2B5EF4-FFF2-40B4-BE49-F238E27FC236}">
                <a16:creationId xmlns:a16="http://schemas.microsoft.com/office/drawing/2014/main" id="{062D9E3C-131B-4544-D2A9-D72D5F21C9C5}"/>
              </a:ext>
            </a:extLst>
          </p:cNvPr>
          <p:cNvSpPr txBox="1"/>
          <p:nvPr/>
        </p:nvSpPr>
        <p:spPr>
          <a:xfrm>
            <a:off x="1564701" y="5617076"/>
            <a:ext cx="9414285" cy="584775"/>
          </a:xfrm>
          <a:prstGeom prst="rect">
            <a:avLst/>
          </a:prstGeom>
          <a:noFill/>
        </p:spPr>
        <p:txBody>
          <a:bodyPr wrap="square" rtlCol="0">
            <a:spAutoFit/>
          </a:bodyPr>
          <a:lstStyle/>
          <a:p>
            <a:pPr algn="l"/>
            <a:r>
              <a:rPr kumimoji="1" lang="ja-JP" altLang="en-US" sz="3200" i="0" dirty="0">
                <a:latin typeface="+mn-ea"/>
                <a:ea typeface="+mn-ea"/>
              </a:rPr>
              <a:t>組み合わせが多いので</a:t>
            </a:r>
            <a:r>
              <a:rPr kumimoji="1" lang="ja-JP" altLang="en-US" sz="3200" b="1" i="0" dirty="0">
                <a:solidFill>
                  <a:schemeClr val="accent1">
                    <a:lumMod val="75000"/>
                  </a:schemeClr>
                </a:solidFill>
                <a:latin typeface="+mn-ea"/>
                <a:ea typeface="+mn-ea"/>
              </a:rPr>
              <a:t>シミュレーション</a:t>
            </a:r>
            <a:r>
              <a:rPr kumimoji="1" lang="ja-JP" altLang="en-US" sz="3200" i="0" dirty="0">
                <a:latin typeface="+mn-ea"/>
                <a:ea typeface="+mn-ea"/>
              </a:rPr>
              <a:t>を用いる</a:t>
            </a:r>
          </a:p>
        </p:txBody>
      </p:sp>
      <p:grpSp>
        <p:nvGrpSpPr>
          <p:cNvPr id="51" name="グループ化 50">
            <a:extLst>
              <a:ext uri="{FF2B5EF4-FFF2-40B4-BE49-F238E27FC236}">
                <a16:creationId xmlns:a16="http://schemas.microsoft.com/office/drawing/2014/main" id="{01350B31-9DDD-FE72-4EEA-783A90C54BA6}"/>
              </a:ext>
            </a:extLst>
          </p:cNvPr>
          <p:cNvGrpSpPr/>
          <p:nvPr/>
        </p:nvGrpSpPr>
        <p:grpSpPr>
          <a:xfrm>
            <a:off x="2982872" y="4190810"/>
            <a:ext cx="1639733" cy="1029243"/>
            <a:chOff x="2982872" y="4190810"/>
            <a:chExt cx="1639733" cy="1029243"/>
          </a:xfrm>
        </p:grpSpPr>
        <p:sp>
          <p:nvSpPr>
            <p:cNvPr id="14" name="正方形/長方形 13">
              <a:extLst>
                <a:ext uri="{FF2B5EF4-FFF2-40B4-BE49-F238E27FC236}">
                  <a16:creationId xmlns:a16="http://schemas.microsoft.com/office/drawing/2014/main" id="{789C22A9-DF46-3C84-8103-58A167A960D5}"/>
                </a:ext>
              </a:extLst>
            </p:cNvPr>
            <p:cNvSpPr/>
            <p:nvPr/>
          </p:nvSpPr>
          <p:spPr bwMode="auto">
            <a:xfrm>
              <a:off x="3286229" y="4190810"/>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7" name="フローチャート: 結合子 6">
              <a:extLst>
                <a:ext uri="{FF2B5EF4-FFF2-40B4-BE49-F238E27FC236}">
                  <a16:creationId xmlns:a16="http://schemas.microsoft.com/office/drawing/2014/main" id="{3DC4FE64-41B6-12D4-82A2-6EB74FECF594}"/>
                </a:ext>
              </a:extLst>
            </p:cNvPr>
            <p:cNvSpPr/>
            <p:nvPr/>
          </p:nvSpPr>
          <p:spPr bwMode="auto">
            <a:xfrm>
              <a:off x="2982872" y="4403860"/>
              <a:ext cx="825792" cy="81619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6" name="フローチャート: 結合子 15">
              <a:extLst>
                <a:ext uri="{FF2B5EF4-FFF2-40B4-BE49-F238E27FC236}">
                  <a16:creationId xmlns:a16="http://schemas.microsoft.com/office/drawing/2014/main" id="{AE92306D-95BD-141C-74F0-7C387B8019B1}"/>
                </a:ext>
              </a:extLst>
            </p:cNvPr>
            <p:cNvSpPr/>
            <p:nvPr/>
          </p:nvSpPr>
          <p:spPr bwMode="auto">
            <a:xfrm>
              <a:off x="3796813" y="4378914"/>
              <a:ext cx="825792" cy="81619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50" name="グループ化 49">
            <a:extLst>
              <a:ext uri="{FF2B5EF4-FFF2-40B4-BE49-F238E27FC236}">
                <a16:creationId xmlns:a16="http://schemas.microsoft.com/office/drawing/2014/main" id="{C1FC4E9B-B42D-C952-2276-922B04455055}"/>
              </a:ext>
            </a:extLst>
          </p:cNvPr>
          <p:cNvGrpSpPr/>
          <p:nvPr/>
        </p:nvGrpSpPr>
        <p:grpSpPr>
          <a:xfrm>
            <a:off x="924072" y="4303572"/>
            <a:ext cx="1312649" cy="881147"/>
            <a:chOff x="924072" y="4303572"/>
            <a:chExt cx="1312649" cy="881147"/>
          </a:xfrm>
        </p:grpSpPr>
        <p:sp>
          <p:nvSpPr>
            <p:cNvPr id="15" name="正方形/長方形 14">
              <a:extLst>
                <a:ext uri="{FF2B5EF4-FFF2-40B4-BE49-F238E27FC236}">
                  <a16:creationId xmlns:a16="http://schemas.microsoft.com/office/drawing/2014/main" id="{7E8C95EA-31D8-6BF3-9053-9227EBBB6659}"/>
                </a:ext>
              </a:extLst>
            </p:cNvPr>
            <p:cNvSpPr/>
            <p:nvPr/>
          </p:nvSpPr>
          <p:spPr bwMode="auto">
            <a:xfrm>
              <a:off x="1053181" y="4303572"/>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0" name="フローチャート: 結合子 9">
              <a:extLst>
                <a:ext uri="{FF2B5EF4-FFF2-40B4-BE49-F238E27FC236}">
                  <a16:creationId xmlns:a16="http://schemas.microsoft.com/office/drawing/2014/main" id="{CB398C0C-5255-78D9-D42F-3FE8091B6474}"/>
                </a:ext>
              </a:extLst>
            </p:cNvPr>
            <p:cNvSpPr/>
            <p:nvPr/>
          </p:nvSpPr>
          <p:spPr bwMode="auto">
            <a:xfrm>
              <a:off x="924072" y="4599944"/>
              <a:ext cx="581064" cy="584775"/>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7" name="フローチャート: 結合子 16">
              <a:extLst>
                <a:ext uri="{FF2B5EF4-FFF2-40B4-BE49-F238E27FC236}">
                  <a16:creationId xmlns:a16="http://schemas.microsoft.com/office/drawing/2014/main" id="{36BD18CE-F260-992A-EA51-D2DE62C7684A}"/>
                </a:ext>
              </a:extLst>
            </p:cNvPr>
            <p:cNvSpPr/>
            <p:nvPr/>
          </p:nvSpPr>
          <p:spPr bwMode="auto">
            <a:xfrm>
              <a:off x="1655657" y="4599944"/>
              <a:ext cx="581064" cy="584775"/>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49" name="グループ化 48">
            <a:extLst>
              <a:ext uri="{FF2B5EF4-FFF2-40B4-BE49-F238E27FC236}">
                <a16:creationId xmlns:a16="http://schemas.microsoft.com/office/drawing/2014/main" id="{050E466D-583A-1672-D630-4523FB1FEEDC}"/>
              </a:ext>
            </a:extLst>
          </p:cNvPr>
          <p:cNvGrpSpPr/>
          <p:nvPr/>
        </p:nvGrpSpPr>
        <p:grpSpPr>
          <a:xfrm>
            <a:off x="2123507" y="3298269"/>
            <a:ext cx="1033019" cy="897643"/>
            <a:chOff x="2123507" y="3298269"/>
            <a:chExt cx="1033019" cy="897643"/>
          </a:xfrm>
        </p:grpSpPr>
        <p:sp>
          <p:nvSpPr>
            <p:cNvPr id="13" name="正方形/長方形 12">
              <a:extLst>
                <a:ext uri="{FF2B5EF4-FFF2-40B4-BE49-F238E27FC236}">
                  <a16:creationId xmlns:a16="http://schemas.microsoft.com/office/drawing/2014/main" id="{83F91BBD-AA44-C476-E848-20E353B9C7D4}"/>
                </a:ext>
              </a:extLst>
            </p:cNvPr>
            <p:cNvSpPr/>
            <p:nvPr/>
          </p:nvSpPr>
          <p:spPr bwMode="auto">
            <a:xfrm>
              <a:off x="2123507" y="3298269"/>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1" name="フローチャート: 結合子 10">
              <a:extLst>
                <a:ext uri="{FF2B5EF4-FFF2-40B4-BE49-F238E27FC236}">
                  <a16:creationId xmlns:a16="http://schemas.microsoft.com/office/drawing/2014/main" id="{03FBB37A-8D15-7A4B-F90A-09E7A07DBC7F}"/>
                </a:ext>
              </a:extLst>
            </p:cNvPr>
            <p:cNvSpPr/>
            <p:nvPr/>
          </p:nvSpPr>
          <p:spPr bwMode="auto">
            <a:xfrm>
              <a:off x="2705502" y="3767442"/>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8" name="フローチャート: 結合子 17">
              <a:extLst>
                <a:ext uri="{FF2B5EF4-FFF2-40B4-BE49-F238E27FC236}">
                  <a16:creationId xmlns:a16="http://schemas.microsoft.com/office/drawing/2014/main" id="{3FF8C842-2661-50E7-8BE8-DEF9B87483FF}"/>
                </a:ext>
              </a:extLst>
            </p:cNvPr>
            <p:cNvSpPr/>
            <p:nvPr/>
          </p:nvSpPr>
          <p:spPr bwMode="auto">
            <a:xfrm>
              <a:off x="2214319" y="3772524"/>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pic>
        <p:nvPicPr>
          <p:cNvPr id="19" name="図 18">
            <a:extLst>
              <a:ext uri="{FF2B5EF4-FFF2-40B4-BE49-F238E27FC236}">
                <a16:creationId xmlns:a16="http://schemas.microsoft.com/office/drawing/2014/main" id="{2409F96B-933D-3DAE-D17E-239E0A3BE5BE}"/>
              </a:ext>
            </a:extLst>
          </p:cNvPr>
          <p:cNvPicPr>
            <a:picLocks noChangeAspect="1"/>
          </p:cNvPicPr>
          <p:nvPr/>
        </p:nvPicPr>
        <p:blipFill>
          <a:blip r:embed="rId3"/>
          <a:stretch>
            <a:fillRect/>
          </a:stretch>
        </p:blipFill>
        <p:spPr>
          <a:xfrm>
            <a:off x="5917194" y="3097213"/>
            <a:ext cx="1087270" cy="904745"/>
          </a:xfrm>
          <a:prstGeom prst="rect">
            <a:avLst/>
          </a:prstGeom>
        </p:spPr>
      </p:pic>
      <p:graphicFrame>
        <p:nvGraphicFramePr>
          <p:cNvPr id="20" name="グラフ 19">
            <a:extLst>
              <a:ext uri="{FF2B5EF4-FFF2-40B4-BE49-F238E27FC236}">
                <a16:creationId xmlns:a16="http://schemas.microsoft.com/office/drawing/2014/main" id="{E0729158-CB7C-3C62-EC71-6B4725BF84A9}"/>
              </a:ext>
            </a:extLst>
          </p:cNvPr>
          <p:cNvGraphicFramePr>
            <a:graphicFrameLocks/>
          </p:cNvGraphicFramePr>
          <p:nvPr/>
        </p:nvGraphicFramePr>
        <p:xfrm>
          <a:off x="6713780" y="3899198"/>
          <a:ext cx="1701288" cy="147479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1" name="グラフ 20">
            <a:extLst>
              <a:ext uri="{FF2B5EF4-FFF2-40B4-BE49-F238E27FC236}">
                <a16:creationId xmlns:a16="http://schemas.microsoft.com/office/drawing/2014/main" id="{90D4747E-76BC-F3AB-D6C9-F694C6FD5D5D}"/>
              </a:ext>
            </a:extLst>
          </p:cNvPr>
          <p:cNvGraphicFramePr>
            <a:graphicFrameLocks/>
          </p:cNvGraphicFramePr>
          <p:nvPr/>
        </p:nvGraphicFramePr>
        <p:xfrm>
          <a:off x="5076270" y="3907263"/>
          <a:ext cx="1569833" cy="1514102"/>
        </p:xfrm>
        <a:graphic>
          <a:graphicData uri="http://schemas.openxmlformats.org/drawingml/2006/chart">
            <c:chart xmlns:c="http://schemas.openxmlformats.org/drawingml/2006/chart" xmlns:r="http://schemas.openxmlformats.org/officeDocument/2006/relationships" r:id="rId5"/>
          </a:graphicData>
        </a:graphic>
      </p:graphicFrame>
      <p:sp>
        <p:nvSpPr>
          <p:cNvPr id="22" name="テキスト ボックス 21">
            <a:extLst>
              <a:ext uri="{FF2B5EF4-FFF2-40B4-BE49-F238E27FC236}">
                <a16:creationId xmlns:a16="http://schemas.microsoft.com/office/drawing/2014/main" id="{49131C50-FAAA-1362-7732-7D4A1AAD626B}"/>
              </a:ext>
            </a:extLst>
          </p:cNvPr>
          <p:cNvSpPr txBox="1"/>
          <p:nvPr/>
        </p:nvSpPr>
        <p:spPr>
          <a:xfrm>
            <a:off x="2077238" y="2723418"/>
            <a:ext cx="1256527" cy="461665"/>
          </a:xfrm>
          <a:prstGeom prst="rect">
            <a:avLst/>
          </a:prstGeom>
          <a:noFill/>
        </p:spPr>
        <p:txBody>
          <a:bodyPr wrap="square" rtlCol="0">
            <a:spAutoFit/>
          </a:bodyPr>
          <a:lstStyle/>
          <a:p>
            <a:pPr algn="l"/>
            <a:r>
              <a:rPr kumimoji="1" lang="ja-JP" altLang="en-US" sz="2400" i="0" dirty="0">
                <a:latin typeface="+mn-ea"/>
                <a:ea typeface="+mn-ea"/>
              </a:rPr>
              <a:t>車輪径</a:t>
            </a:r>
          </a:p>
        </p:txBody>
      </p:sp>
      <p:sp>
        <p:nvSpPr>
          <p:cNvPr id="23" name="テキスト ボックス 22">
            <a:extLst>
              <a:ext uri="{FF2B5EF4-FFF2-40B4-BE49-F238E27FC236}">
                <a16:creationId xmlns:a16="http://schemas.microsoft.com/office/drawing/2014/main" id="{B8D91D95-65CA-8A8A-064F-9953342DF256}"/>
              </a:ext>
            </a:extLst>
          </p:cNvPr>
          <p:cNvSpPr txBox="1"/>
          <p:nvPr/>
        </p:nvSpPr>
        <p:spPr>
          <a:xfrm>
            <a:off x="5464402" y="2694482"/>
            <a:ext cx="1992853" cy="461665"/>
          </a:xfrm>
          <a:prstGeom prst="rect">
            <a:avLst/>
          </a:prstGeom>
          <a:noFill/>
        </p:spPr>
        <p:txBody>
          <a:bodyPr wrap="none" rtlCol="0">
            <a:spAutoFit/>
          </a:bodyPr>
          <a:lstStyle/>
          <a:p>
            <a:pPr algn="l"/>
            <a:r>
              <a:rPr kumimoji="1" lang="ja-JP" altLang="en-US" sz="2400" i="0" dirty="0">
                <a:latin typeface="+mn-ea"/>
                <a:ea typeface="+mn-ea"/>
              </a:rPr>
              <a:t>波長</a:t>
            </a:r>
            <a:r>
              <a:rPr kumimoji="1" lang="en-US" altLang="ja-JP" sz="2400" i="0" dirty="0">
                <a:latin typeface="+mn-ea"/>
                <a:ea typeface="+mn-ea"/>
              </a:rPr>
              <a:t>(</a:t>
            </a:r>
            <a:r>
              <a:rPr kumimoji="1" lang="ja-JP" altLang="en-US" sz="2400" i="0" dirty="0">
                <a:latin typeface="+mn-ea"/>
                <a:ea typeface="+mn-ea"/>
              </a:rPr>
              <a:t>周波数</a:t>
            </a:r>
            <a:r>
              <a:rPr kumimoji="1" lang="en-US" altLang="ja-JP" sz="2400" i="0" dirty="0">
                <a:latin typeface="+mn-ea"/>
                <a:ea typeface="+mn-ea"/>
              </a:rPr>
              <a:t>)</a:t>
            </a:r>
            <a:endParaRPr kumimoji="1" lang="ja-JP" altLang="en-US" sz="2400" i="0" dirty="0">
              <a:latin typeface="+mn-ea"/>
              <a:ea typeface="+mn-ea"/>
            </a:endParaRPr>
          </a:p>
        </p:txBody>
      </p:sp>
      <p:grpSp>
        <p:nvGrpSpPr>
          <p:cNvPr id="52" name="グループ化 51">
            <a:extLst>
              <a:ext uri="{FF2B5EF4-FFF2-40B4-BE49-F238E27FC236}">
                <a16:creationId xmlns:a16="http://schemas.microsoft.com/office/drawing/2014/main" id="{70721D9A-FD38-99E5-9638-98A049F31F03}"/>
              </a:ext>
            </a:extLst>
          </p:cNvPr>
          <p:cNvGrpSpPr/>
          <p:nvPr/>
        </p:nvGrpSpPr>
        <p:grpSpPr>
          <a:xfrm>
            <a:off x="9101728" y="3216798"/>
            <a:ext cx="1221737" cy="902778"/>
            <a:chOff x="9101728" y="3216798"/>
            <a:chExt cx="1221737" cy="902778"/>
          </a:xfrm>
        </p:grpSpPr>
        <p:grpSp>
          <p:nvGrpSpPr>
            <p:cNvPr id="33" name="グループ化 32">
              <a:extLst>
                <a:ext uri="{FF2B5EF4-FFF2-40B4-BE49-F238E27FC236}">
                  <a16:creationId xmlns:a16="http://schemas.microsoft.com/office/drawing/2014/main" id="{C302F52F-05E6-B5EC-0D0E-13574711876F}"/>
                </a:ext>
              </a:extLst>
            </p:cNvPr>
            <p:cNvGrpSpPr/>
            <p:nvPr/>
          </p:nvGrpSpPr>
          <p:grpSpPr>
            <a:xfrm>
              <a:off x="9101728" y="3216798"/>
              <a:ext cx="1033019" cy="897643"/>
              <a:chOff x="8624577" y="2961321"/>
              <a:chExt cx="1033019" cy="897643"/>
            </a:xfrm>
          </p:grpSpPr>
          <p:sp>
            <p:nvSpPr>
              <p:cNvPr id="24" name="正方形/長方形 23">
                <a:extLst>
                  <a:ext uri="{FF2B5EF4-FFF2-40B4-BE49-F238E27FC236}">
                    <a16:creationId xmlns:a16="http://schemas.microsoft.com/office/drawing/2014/main" id="{2284BF22-BCC1-2FF8-1529-F960FFE52382}"/>
                  </a:ext>
                </a:extLst>
              </p:cNvPr>
              <p:cNvSpPr/>
              <p:nvPr/>
            </p:nvSpPr>
            <p:spPr bwMode="auto">
              <a:xfrm>
                <a:off x="8624577" y="2961321"/>
                <a:ext cx="1033019" cy="701360"/>
              </a:xfrm>
              <a:prstGeom prst="rect">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5" name="フローチャート: 結合子 24">
                <a:extLst>
                  <a:ext uri="{FF2B5EF4-FFF2-40B4-BE49-F238E27FC236}">
                    <a16:creationId xmlns:a16="http://schemas.microsoft.com/office/drawing/2014/main" id="{E8C173A4-66D3-3D5C-1E60-0ACC55C638DD}"/>
                  </a:ext>
                </a:extLst>
              </p:cNvPr>
              <p:cNvSpPr/>
              <p:nvPr/>
            </p:nvSpPr>
            <p:spPr bwMode="auto">
              <a:xfrm>
                <a:off x="9206572" y="3430494"/>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6" name="フローチャート: 結合子 25">
                <a:extLst>
                  <a:ext uri="{FF2B5EF4-FFF2-40B4-BE49-F238E27FC236}">
                    <a16:creationId xmlns:a16="http://schemas.microsoft.com/office/drawing/2014/main" id="{443F7BA1-809D-B6CF-BBD7-F641236C57F0}"/>
                  </a:ext>
                </a:extLst>
              </p:cNvPr>
              <p:cNvSpPr/>
              <p:nvPr/>
            </p:nvSpPr>
            <p:spPr bwMode="auto">
              <a:xfrm>
                <a:off x="8715389" y="3435576"/>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34" name="グループ化 33">
              <a:extLst>
                <a:ext uri="{FF2B5EF4-FFF2-40B4-BE49-F238E27FC236}">
                  <a16:creationId xmlns:a16="http://schemas.microsoft.com/office/drawing/2014/main" id="{FBB0E133-8C29-8F5F-8A86-1C05451B18C0}"/>
                </a:ext>
              </a:extLst>
            </p:cNvPr>
            <p:cNvGrpSpPr/>
            <p:nvPr/>
          </p:nvGrpSpPr>
          <p:grpSpPr>
            <a:xfrm>
              <a:off x="9192911" y="3221933"/>
              <a:ext cx="1033019" cy="897643"/>
              <a:chOff x="10799190" y="2671132"/>
              <a:chExt cx="1033019" cy="897643"/>
            </a:xfrm>
          </p:grpSpPr>
          <p:sp>
            <p:nvSpPr>
              <p:cNvPr id="30" name="正方形/長方形 29">
                <a:extLst>
                  <a:ext uri="{FF2B5EF4-FFF2-40B4-BE49-F238E27FC236}">
                    <a16:creationId xmlns:a16="http://schemas.microsoft.com/office/drawing/2014/main" id="{F1C738D4-3938-4E80-CA73-5D0836EB2208}"/>
                  </a:ext>
                </a:extLst>
              </p:cNvPr>
              <p:cNvSpPr/>
              <p:nvPr/>
            </p:nvSpPr>
            <p:spPr bwMode="auto">
              <a:xfrm>
                <a:off x="10799190" y="2671132"/>
                <a:ext cx="1033019" cy="701360"/>
              </a:xfrm>
              <a:prstGeom prst="rect">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1" name="フローチャート: 結合子 30">
                <a:extLst>
                  <a:ext uri="{FF2B5EF4-FFF2-40B4-BE49-F238E27FC236}">
                    <a16:creationId xmlns:a16="http://schemas.microsoft.com/office/drawing/2014/main" id="{4ADA274F-69F0-91E1-9401-D74D60BE4F9C}"/>
                  </a:ext>
                </a:extLst>
              </p:cNvPr>
              <p:cNvSpPr/>
              <p:nvPr/>
            </p:nvSpPr>
            <p:spPr bwMode="auto">
              <a:xfrm>
                <a:off x="11381185" y="3140305"/>
                <a:ext cx="389730" cy="423388"/>
              </a:xfrm>
              <a:prstGeom prst="flowChartConnector">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2" name="フローチャート: 結合子 31">
                <a:extLst>
                  <a:ext uri="{FF2B5EF4-FFF2-40B4-BE49-F238E27FC236}">
                    <a16:creationId xmlns:a16="http://schemas.microsoft.com/office/drawing/2014/main" id="{5E43975D-C58E-0213-6D80-667DA2EFD9BC}"/>
                  </a:ext>
                </a:extLst>
              </p:cNvPr>
              <p:cNvSpPr/>
              <p:nvPr/>
            </p:nvSpPr>
            <p:spPr bwMode="auto">
              <a:xfrm>
                <a:off x="10890002" y="3145387"/>
                <a:ext cx="389730" cy="423388"/>
              </a:xfrm>
              <a:prstGeom prst="flowChartConnector">
                <a:avLst/>
              </a:prstGeom>
              <a:solidFill>
                <a:schemeClr val="bg1"/>
              </a:solidFill>
              <a:ln w="19050" cap="flat" cmpd="sng" algn="ctr">
                <a:solidFill>
                  <a:schemeClr val="bg2">
                    <a:lumMod val="5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35" name="グループ化 34">
              <a:extLst>
                <a:ext uri="{FF2B5EF4-FFF2-40B4-BE49-F238E27FC236}">
                  <a16:creationId xmlns:a16="http://schemas.microsoft.com/office/drawing/2014/main" id="{370FEA03-92EB-E09D-2ADC-D0C690A43BC3}"/>
                </a:ext>
              </a:extLst>
            </p:cNvPr>
            <p:cNvGrpSpPr/>
            <p:nvPr/>
          </p:nvGrpSpPr>
          <p:grpSpPr>
            <a:xfrm>
              <a:off x="9290446" y="3220821"/>
              <a:ext cx="1033019" cy="897643"/>
              <a:chOff x="10749795" y="4534948"/>
              <a:chExt cx="1033019" cy="897643"/>
            </a:xfrm>
          </p:grpSpPr>
          <p:sp>
            <p:nvSpPr>
              <p:cNvPr id="27" name="正方形/長方形 26">
                <a:extLst>
                  <a:ext uri="{FF2B5EF4-FFF2-40B4-BE49-F238E27FC236}">
                    <a16:creationId xmlns:a16="http://schemas.microsoft.com/office/drawing/2014/main" id="{5663563A-6505-D5B7-9226-0749F00E5018}"/>
                  </a:ext>
                </a:extLst>
              </p:cNvPr>
              <p:cNvSpPr/>
              <p:nvPr/>
            </p:nvSpPr>
            <p:spPr bwMode="auto">
              <a:xfrm>
                <a:off x="10749795" y="4534948"/>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8" name="フローチャート: 結合子 27">
                <a:extLst>
                  <a:ext uri="{FF2B5EF4-FFF2-40B4-BE49-F238E27FC236}">
                    <a16:creationId xmlns:a16="http://schemas.microsoft.com/office/drawing/2014/main" id="{35829E5C-0FAB-3D32-155D-EC6938C4A6AC}"/>
                  </a:ext>
                </a:extLst>
              </p:cNvPr>
              <p:cNvSpPr/>
              <p:nvPr/>
            </p:nvSpPr>
            <p:spPr bwMode="auto">
              <a:xfrm>
                <a:off x="11331790" y="5004121"/>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9" name="フローチャート: 結合子 28">
                <a:extLst>
                  <a:ext uri="{FF2B5EF4-FFF2-40B4-BE49-F238E27FC236}">
                    <a16:creationId xmlns:a16="http://schemas.microsoft.com/office/drawing/2014/main" id="{DAF9E32C-B7FF-4F46-D0B3-A956271D5FD1}"/>
                  </a:ext>
                </a:extLst>
              </p:cNvPr>
              <p:cNvSpPr/>
              <p:nvPr/>
            </p:nvSpPr>
            <p:spPr bwMode="auto">
              <a:xfrm>
                <a:off x="10840607" y="5009203"/>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grpSp>
        <p:nvGrpSpPr>
          <p:cNvPr id="53" name="グループ化 52">
            <a:extLst>
              <a:ext uri="{FF2B5EF4-FFF2-40B4-BE49-F238E27FC236}">
                <a16:creationId xmlns:a16="http://schemas.microsoft.com/office/drawing/2014/main" id="{5417CB76-86D6-5B49-07FA-084E911D9416}"/>
              </a:ext>
            </a:extLst>
          </p:cNvPr>
          <p:cNvGrpSpPr/>
          <p:nvPr/>
        </p:nvGrpSpPr>
        <p:grpSpPr>
          <a:xfrm>
            <a:off x="8433630" y="4250516"/>
            <a:ext cx="2672842" cy="897761"/>
            <a:chOff x="8433630" y="4250516"/>
            <a:chExt cx="2672842" cy="897761"/>
          </a:xfrm>
        </p:grpSpPr>
        <p:grpSp>
          <p:nvGrpSpPr>
            <p:cNvPr id="44" name="グループ化 43">
              <a:extLst>
                <a:ext uri="{FF2B5EF4-FFF2-40B4-BE49-F238E27FC236}">
                  <a16:creationId xmlns:a16="http://schemas.microsoft.com/office/drawing/2014/main" id="{1D993EBF-5B7D-7784-4BB4-9629FA419B39}"/>
                </a:ext>
              </a:extLst>
            </p:cNvPr>
            <p:cNvGrpSpPr/>
            <p:nvPr/>
          </p:nvGrpSpPr>
          <p:grpSpPr>
            <a:xfrm>
              <a:off x="8433630" y="4250516"/>
              <a:ext cx="1033019" cy="897643"/>
              <a:chOff x="8624577" y="2961321"/>
              <a:chExt cx="1033019" cy="897643"/>
            </a:xfrm>
          </p:grpSpPr>
          <p:sp>
            <p:nvSpPr>
              <p:cNvPr id="45" name="正方形/長方形 44">
                <a:extLst>
                  <a:ext uri="{FF2B5EF4-FFF2-40B4-BE49-F238E27FC236}">
                    <a16:creationId xmlns:a16="http://schemas.microsoft.com/office/drawing/2014/main" id="{01515D23-44B8-910E-6F7E-4CD637975EEB}"/>
                  </a:ext>
                </a:extLst>
              </p:cNvPr>
              <p:cNvSpPr/>
              <p:nvPr/>
            </p:nvSpPr>
            <p:spPr bwMode="auto">
              <a:xfrm>
                <a:off x="8624577" y="2961321"/>
                <a:ext cx="1033019" cy="701360"/>
              </a:xfrm>
              <a:prstGeom prst="rect">
                <a:avLst/>
              </a:prstGeom>
              <a:solidFill>
                <a:schemeClr val="bg1"/>
              </a:solidFill>
              <a:ln w="19050" cap="flat" cmpd="sng" algn="ctr">
                <a:solidFill>
                  <a:schemeClr val="bg2">
                    <a:lumMod val="9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6" name="フローチャート: 結合子 45">
                <a:extLst>
                  <a:ext uri="{FF2B5EF4-FFF2-40B4-BE49-F238E27FC236}">
                    <a16:creationId xmlns:a16="http://schemas.microsoft.com/office/drawing/2014/main" id="{CECAC475-F83D-F192-762B-4D84ADEF4142}"/>
                  </a:ext>
                </a:extLst>
              </p:cNvPr>
              <p:cNvSpPr/>
              <p:nvPr/>
            </p:nvSpPr>
            <p:spPr bwMode="auto">
              <a:xfrm>
                <a:off x="9206572" y="3430494"/>
                <a:ext cx="389730" cy="423388"/>
              </a:xfrm>
              <a:prstGeom prst="flowChartConnector">
                <a:avLst/>
              </a:prstGeom>
              <a:solidFill>
                <a:schemeClr val="bg1"/>
              </a:solidFill>
              <a:ln w="19050" cap="flat" cmpd="sng" algn="ctr">
                <a:solidFill>
                  <a:schemeClr val="bg2">
                    <a:lumMod val="9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7" name="フローチャート: 結合子 46">
                <a:extLst>
                  <a:ext uri="{FF2B5EF4-FFF2-40B4-BE49-F238E27FC236}">
                    <a16:creationId xmlns:a16="http://schemas.microsoft.com/office/drawing/2014/main" id="{69BC0E06-8A71-F78C-66BF-C799AA8481E1}"/>
                  </a:ext>
                </a:extLst>
              </p:cNvPr>
              <p:cNvSpPr/>
              <p:nvPr/>
            </p:nvSpPr>
            <p:spPr bwMode="auto">
              <a:xfrm>
                <a:off x="8715389" y="3435576"/>
                <a:ext cx="389730" cy="423388"/>
              </a:xfrm>
              <a:prstGeom prst="flowChartConnector">
                <a:avLst/>
              </a:prstGeom>
              <a:solidFill>
                <a:schemeClr val="bg1"/>
              </a:solidFill>
              <a:ln w="19050" cap="flat" cmpd="sng" algn="ctr">
                <a:solidFill>
                  <a:schemeClr val="bg2">
                    <a:lumMod val="90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40" name="グループ化 39">
              <a:extLst>
                <a:ext uri="{FF2B5EF4-FFF2-40B4-BE49-F238E27FC236}">
                  <a16:creationId xmlns:a16="http://schemas.microsoft.com/office/drawing/2014/main" id="{BCBEA615-88DA-A126-CB3D-F59F7C46248F}"/>
                </a:ext>
              </a:extLst>
            </p:cNvPr>
            <p:cNvGrpSpPr/>
            <p:nvPr/>
          </p:nvGrpSpPr>
          <p:grpSpPr>
            <a:xfrm>
              <a:off x="9256590" y="4250516"/>
              <a:ext cx="1033019" cy="897643"/>
              <a:chOff x="10799190" y="2671132"/>
              <a:chExt cx="1033019" cy="897643"/>
            </a:xfrm>
          </p:grpSpPr>
          <p:sp>
            <p:nvSpPr>
              <p:cNvPr id="41" name="正方形/長方形 40">
                <a:extLst>
                  <a:ext uri="{FF2B5EF4-FFF2-40B4-BE49-F238E27FC236}">
                    <a16:creationId xmlns:a16="http://schemas.microsoft.com/office/drawing/2014/main" id="{35CD3C0D-8D75-DFDC-A073-B6F059758836}"/>
                  </a:ext>
                </a:extLst>
              </p:cNvPr>
              <p:cNvSpPr/>
              <p:nvPr/>
            </p:nvSpPr>
            <p:spPr bwMode="auto">
              <a:xfrm>
                <a:off x="10799190" y="2671132"/>
                <a:ext cx="1033019" cy="701360"/>
              </a:xfrm>
              <a:prstGeom prst="rect">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2" name="フローチャート: 結合子 41">
                <a:extLst>
                  <a:ext uri="{FF2B5EF4-FFF2-40B4-BE49-F238E27FC236}">
                    <a16:creationId xmlns:a16="http://schemas.microsoft.com/office/drawing/2014/main" id="{1530588B-755A-0BAD-DA50-F31F9780335C}"/>
                  </a:ext>
                </a:extLst>
              </p:cNvPr>
              <p:cNvSpPr/>
              <p:nvPr/>
            </p:nvSpPr>
            <p:spPr bwMode="auto">
              <a:xfrm>
                <a:off x="11381185" y="3140305"/>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3" name="フローチャート: 結合子 42">
                <a:extLst>
                  <a:ext uri="{FF2B5EF4-FFF2-40B4-BE49-F238E27FC236}">
                    <a16:creationId xmlns:a16="http://schemas.microsoft.com/office/drawing/2014/main" id="{7FE9D0D3-5E6F-2309-8A4E-9D92260F5ADF}"/>
                  </a:ext>
                </a:extLst>
              </p:cNvPr>
              <p:cNvSpPr/>
              <p:nvPr/>
            </p:nvSpPr>
            <p:spPr bwMode="auto">
              <a:xfrm>
                <a:off x="10890002" y="3145387"/>
                <a:ext cx="389730" cy="423388"/>
              </a:xfrm>
              <a:prstGeom prst="flowChartConnector">
                <a:avLst/>
              </a:prstGeom>
              <a:solidFill>
                <a:schemeClr val="bg1"/>
              </a:solidFill>
              <a:ln w="19050" cap="flat" cmpd="sng" algn="ctr">
                <a:solidFill>
                  <a:schemeClr val="bg2">
                    <a:lumMod val="75000"/>
                  </a:schemeClr>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36" name="グループ化 35">
              <a:extLst>
                <a:ext uri="{FF2B5EF4-FFF2-40B4-BE49-F238E27FC236}">
                  <a16:creationId xmlns:a16="http://schemas.microsoft.com/office/drawing/2014/main" id="{5D851720-7A98-37F2-24D5-D5F35D3AA03C}"/>
                </a:ext>
              </a:extLst>
            </p:cNvPr>
            <p:cNvGrpSpPr/>
            <p:nvPr/>
          </p:nvGrpSpPr>
          <p:grpSpPr>
            <a:xfrm>
              <a:off x="10073453" y="4250634"/>
              <a:ext cx="1033019" cy="897643"/>
              <a:chOff x="10749795" y="4534948"/>
              <a:chExt cx="1033019" cy="897643"/>
            </a:xfrm>
          </p:grpSpPr>
          <p:sp>
            <p:nvSpPr>
              <p:cNvPr id="37" name="正方形/長方形 36">
                <a:extLst>
                  <a:ext uri="{FF2B5EF4-FFF2-40B4-BE49-F238E27FC236}">
                    <a16:creationId xmlns:a16="http://schemas.microsoft.com/office/drawing/2014/main" id="{040725B8-BF64-4D24-10AA-0D881469AFFF}"/>
                  </a:ext>
                </a:extLst>
              </p:cNvPr>
              <p:cNvSpPr/>
              <p:nvPr/>
            </p:nvSpPr>
            <p:spPr bwMode="auto">
              <a:xfrm>
                <a:off x="10749795" y="4534948"/>
                <a:ext cx="1033019" cy="70136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8" name="フローチャート: 結合子 37">
                <a:extLst>
                  <a:ext uri="{FF2B5EF4-FFF2-40B4-BE49-F238E27FC236}">
                    <a16:creationId xmlns:a16="http://schemas.microsoft.com/office/drawing/2014/main" id="{2451E80E-2C08-2EAB-96CF-68DDDD835389}"/>
                  </a:ext>
                </a:extLst>
              </p:cNvPr>
              <p:cNvSpPr/>
              <p:nvPr/>
            </p:nvSpPr>
            <p:spPr bwMode="auto">
              <a:xfrm>
                <a:off x="11331790" y="5004121"/>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39" name="フローチャート: 結合子 38">
                <a:extLst>
                  <a:ext uri="{FF2B5EF4-FFF2-40B4-BE49-F238E27FC236}">
                    <a16:creationId xmlns:a16="http://schemas.microsoft.com/office/drawing/2014/main" id="{B56F6206-2256-DF20-DD63-41F1E30ED14E}"/>
                  </a:ext>
                </a:extLst>
              </p:cNvPr>
              <p:cNvSpPr/>
              <p:nvPr/>
            </p:nvSpPr>
            <p:spPr bwMode="auto">
              <a:xfrm>
                <a:off x="10840607" y="5009203"/>
                <a:ext cx="389730" cy="423388"/>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sp>
        <p:nvSpPr>
          <p:cNvPr id="48" name="テキスト ボックス 47">
            <a:extLst>
              <a:ext uri="{FF2B5EF4-FFF2-40B4-BE49-F238E27FC236}">
                <a16:creationId xmlns:a16="http://schemas.microsoft.com/office/drawing/2014/main" id="{FECD9F10-AFD7-6E5C-7D1A-8D1B68E25CD8}"/>
              </a:ext>
            </a:extLst>
          </p:cNvPr>
          <p:cNvSpPr txBox="1"/>
          <p:nvPr/>
        </p:nvSpPr>
        <p:spPr>
          <a:xfrm>
            <a:off x="9063102" y="2675095"/>
            <a:ext cx="1415772" cy="461665"/>
          </a:xfrm>
          <a:prstGeom prst="rect">
            <a:avLst/>
          </a:prstGeom>
          <a:noFill/>
        </p:spPr>
        <p:txBody>
          <a:bodyPr wrap="none" rtlCol="0">
            <a:spAutoFit/>
          </a:bodyPr>
          <a:lstStyle/>
          <a:p>
            <a:pPr algn="l"/>
            <a:r>
              <a:rPr kumimoji="1" lang="ja-JP" altLang="en-US" sz="2400" i="0" dirty="0">
                <a:latin typeface="+mn-ea"/>
                <a:ea typeface="+mn-ea"/>
              </a:rPr>
              <a:t>走行速度</a:t>
            </a:r>
          </a:p>
        </p:txBody>
      </p:sp>
    </p:spTree>
    <p:extLst>
      <p:ext uri="{BB962C8B-B14F-4D97-AF65-F5344CB8AC3E}">
        <p14:creationId xmlns:p14="http://schemas.microsoft.com/office/powerpoint/2010/main" val="21755437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B7C3BE3-29EE-FFDF-5047-A0A0B1BE1423}"/>
            </a:ext>
          </a:extLst>
        </p:cNvPr>
        <p:cNvGrpSpPr/>
        <p:nvPr/>
      </p:nvGrpSpPr>
      <p:grpSpPr>
        <a:xfrm>
          <a:off x="0" y="0"/>
          <a:ext cx="0" cy="0"/>
          <a:chOff x="0" y="0"/>
          <a:chExt cx="0" cy="0"/>
        </a:xfrm>
      </p:grpSpPr>
      <p:sp>
        <p:nvSpPr>
          <p:cNvPr id="12" name="正方形/長方形 11">
            <a:extLst>
              <a:ext uri="{FF2B5EF4-FFF2-40B4-BE49-F238E27FC236}">
                <a16:creationId xmlns:a16="http://schemas.microsoft.com/office/drawing/2014/main" id="{DF8579E9-8892-0559-D919-F1E028494EF1}"/>
              </a:ext>
            </a:extLst>
          </p:cNvPr>
          <p:cNvSpPr/>
          <p:nvPr/>
        </p:nvSpPr>
        <p:spPr bwMode="auto">
          <a:xfrm>
            <a:off x="683527" y="1794372"/>
            <a:ext cx="5801194" cy="1634627"/>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9" name="正方形/長方形 8">
            <a:extLst>
              <a:ext uri="{FF2B5EF4-FFF2-40B4-BE49-F238E27FC236}">
                <a16:creationId xmlns:a16="http://schemas.microsoft.com/office/drawing/2014/main" id="{FADABA68-BD27-F479-BBED-DF683B739ACC}"/>
              </a:ext>
            </a:extLst>
          </p:cNvPr>
          <p:cNvSpPr/>
          <p:nvPr/>
        </p:nvSpPr>
        <p:spPr bwMode="auto">
          <a:xfrm>
            <a:off x="683527" y="4123251"/>
            <a:ext cx="5801194" cy="1634628"/>
          </a:xfrm>
          <a:prstGeom prst="rect">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 name="タイトル 1">
            <a:extLst>
              <a:ext uri="{FF2B5EF4-FFF2-40B4-BE49-F238E27FC236}">
                <a16:creationId xmlns:a16="http://schemas.microsoft.com/office/drawing/2014/main" id="{562E60F0-0E22-4FCC-C1BB-A4166DFE40D4}"/>
              </a:ext>
            </a:extLst>
          </p:cNvPr>
          <p:cNvSpPr>
            <a:spLocks noGrp="1"/>
          </p:cNvSpPr>
          <p:nvPr>
            <p:ph type="title"/>
          </p:nvPr>
        </p:nvSpPr>
        <p:spPr/>
        <p:txBody>
          <a:bodyPr/>
          <a:lstStyle/>
          <a:p>
            <a:r>
              <a:rPr kumimoji="1" lang="ja-JP" altLang="en-US" sz="3200" b="1" dirty="0"/>
              <a:t>現状</a:t>
            </a:r>
          </a:p>
        </p:txBody>
      </p:sp>
      <p:sp>
        <p:nvSpPr>
          <p:cNvPr id="8" name="テキスト ボックス 7">
            <a:extLst>
              <a:ext uri="{FF2B5EF4-FFF2-40B4-BE49-F238E27FC236}">
                <a16:creationId xmlns:a16="http://schemas.microsoft.com/office/drawing/2014/main" id="{67C45B29-F03F-512B-E7FB-48B18CF2058D}"/>
              </a:ext>
            </a:extLst>
          </p:cNvPr>
          <p:cNvSpPr txBox="1"/>
          <p:nvPr/>
        </p:nvSpPr>
        <p:spPr>
          <a:xfrm>
            <a:off x="876803" y="1570847"/>
            <a:ext cx="3602851" cy="461666"/>
          </a:xfrm>
          <a:prstGeom prst="rect">
            <a:avLst/>
          </a:prstGeom>
          <a:solidFill>
            <a:schemeClr val="bg1"/>
          </a:solidFill>
          <a:ln>
            <a:solidFill>
              <a:schemeClr val="tx1"/>
            </a:solidFill>
          </a:ln>
        </p:spPr>
        <p:txBody>
          <a:bodyPr wrap="square" rtlCol="0">
            <a:spAutoFit/>
          </a:bodyPr>
          <a:lstStyle/>
          <a:p>
            <a:pPr algn="l"/>
            <a:r>
              <a:rPr kumimoji="1" lang="ja-JP" altLang="en-US" sz="2400" i="0" dirty="0">
                <a:latin typeface="+mn-ea"/>
                <a:ea typeface="+mn-ea"/>
              </a:rPr>
              <a:t>シミュレーションソフト</a:t>
            </a:r>
          </a:p>
        </p:txBody>
      </p:sp>
      <p:sp>
        <p:nvSpPr>
          <p:cNvPr id="13" name="テキスト ボックス 12">
            <a:extLst>
              <a:ext uri="{FF2B5EF4-FFF2-40B4-BE49-F238E27FC236}">
                <a16:creationId xmlns:a16="http://schemas.microsoft.com/office/drawing/2014/main" id="{EBEF0AAF-D9BD-E615-AD5B-C9D35759DD0B}"/>
              </a:ext>
            </a:extLst>
          </p:cNvPr>
          <p:cNvSpPr txBox="1"/>
          <p:nvPr/>
        </p:nvSpPr>
        <p:spPr>
          <a:xfrm>
            <a:off x="6669027" y="5105808"/>
            <a:ext cx="5114211" cy="830997"/>
          </a:xfrm>
          <a:prstGeom prst="rect">
            <a:avLst/>
          </a:prstGeom>
          <a:noFill/>
        </p:spPr>
        <p:txBody>
          <a:bodyPr wrap="square" rtlCol="0">
            <a:spAutoFit/>
          </a:bodyPr>
          <a:lstStyle/>
          <a:p>
            <a:pPr algn="l"/>
            <a:r>
              <a:rPr kumimoji="1" lang="ja-JP" altLang="en-US" sz="2400" i="0" dirty="0">
                <a:latin typeface="+mn-ea"/>
                <a:ea typeface="+mn-ea"/>
              </a:rPr>
              <a:t>車体長と同じ波長の正弦波地形での</a:t>
            </a:r>
            <a:endParaRPr kumimoji="1" lang="en-US" altLang="ja-JP" sz="2400" i="0" dirty="0">
              <a:latin typeface="+mn-ea"/>
              <a:ea typeface="+mn-ea"/>
            </a:endParaRPr>
          </a:p>
          <a:p>
            <a:pPr algn="l"/>
            <a:r>
              <a:rPr kumimoji="1" lang="ja-JP" altLang="en-US" sz="2400" i="0" dirty="0">
                <a:latin typeface="+mn-ea"/>
                <a:ea typeface="+mn-ea"/>
              </a:rPr>
              <a:t>走行シミュレーション</a:t>
            </a:r>
          </a:p>
        </p:txBody>
      </p:sp>
      <p:grpSp>
        <p:nvGrpSpPr>
          <p:cNvPr id="11" name="グループ化 10">
            <a:extLst>
              <a:ext uri="{FF2B5EF4-FFF2-40B4-BE49-F238E27FC236}">
                <a16:creationId xmlns:a16="http://schemas.microsoft.com/office/drawing/2014/main" id="{99BBD113-62E9-27EC-BB6B-389AAD0CE4A1}"/>
              </a:ext>
            </a:extLst>
          </p:cNvPr>
          <p:cNvGrpSpPr/>
          <p:nvPr/>
        </p:nvGrpSpPr>
        <p:grpSpPr>
          <a:xfrm>
            <a:off x="1016653" y="2142734"/>
            <a:ext cx="5324103" cy="1176044"/>
            <a:chOff x="922073" y="2090627"/>
            <a:chExt cx="5324103" cy="1176044"/>
          </a:xfrm>
        </p:grpSpPr>
        <p:sp>
          <p:nvSpPr>
            <p:cNvPr id="7" name="テキスト ボックス 6">
              <a:extLst>
                <a:ext uri="{FF2B5EF4-FFF2-40B4-BE49-F238E27FC236}">
                  <a16:creationId xmlns:a16="http://schemas.microsoft.com/office/drawing/2014/main" id="{85051A89-1B55-71A0-C26C-F8DD9FAD4906}"/>
                </a:ext>
              </a:extLst>
            </p:cNvPr>
            <p:cNvSpPr txBox="1"/>
            <p:nvPr/>
          </p:nvSpPr>
          <p:spPr>
            <a:xfrm>
              <a:off x="1481135" y="2090627"/>
              <a:ext cx="3927678" cy="830997"/>
            </a:xfrm>
            <a:prstGeom prst="rect">
              <a:avLst/>
            </a:prstGeom>
            <a:noFill/>
          </p:spPr>
          <p:txBody>
            <a:bodyPr wrap="none" rtlCol="0">
              <a:spAutoFit/>
            </a:bodyPr>
            <a:lstStyle/>
            <a:p>
              <a:r>
                <a:rPr lang="ja-JP" altLang="en-US" sz="4800" b="1" i="0" dirty="0">
                  <a:solidFill>
                    <a:srgbClr val="FF0000"/>
                  </a:solidFill>
                  <a:latin typeface="+mn-ea"/>
                  <a:ea typeface="+mn-ea"/>
                </a:rPr>
                <a:t>「</a:t>
              </a:r>
              <a:r>
                <a:rPr lang="en-US" altLang="ja-JP" sz="4800" b="1" i="0" dirty="0" err="1">
                  <a:solidFill>
                    <a:srgbClr val="FF0000"/>
                  </a:solidFill>
                  <a:latin typeface="+mn-ea"/>
                  <a:ea typeface="+mn-ea"/>
                </a:rPr>
                <a:t>MuJoCo</a:t>
              </a:r>
              <a:r>
                <a:rPr lang="ja-JP" altLang="en-US" sz="4800" b="1" i="0" dirty="0">
                  <a:solidFill>
                    <a:srgbClr val="FF0000"/>
                  </a:solidFill>
                  <a:latin typeface="+mn-ea"/>
                  <a:ea typeface="+mn-ea"/>
                </a:rPr>
                <a:t>」</a:t>
              </a:r>
            </a:p>
          </p:txBody>
        </p:sp>
        <p:sp>
          <p:nvSpPr>
            <p:cNvPr id="14" name="テキスト ボックス 13">
              <a:extLst>
                <a:ext uri="{FF2B5EF4-FFF2-40B4-BE49-F238E27FC236}">
                  <a16:creationId xmlns:a16="http://schemas.microsoft.com/office/drawing/2014/main" id="{1E0EDAB7-2208-76B4-5FAB-622240F7D73D}"/>
                </a:ext>
              </a:extLst>
            </p:cNvPr>
            <p:cNvSpPr txBox="1"/>
            <p:nvPr/>
          </p:nvSpPr>
          <p:spPr>
            <a:xfrm>
              <a:off x="922073" y="2805006"/>
              <a:ext cx="5324103" cy="461665"/>
            </a:xfrm>
            <a:prstGeom prst="rect">
              <a:avLst/>
            </a:prstGeom>
            <a:noFill/>
          </p:spPr>
          <p:txBody>
            <a:bodyPr wrap="square" rtlCol="0">
              <a:spAutoFit/>
            </a:bodyPr>
            <a:lstStyle/>
            <a:p>
              <a:r>
                <a:rPr lang="en-US" altLang="ja-JP" sz="2400" dirty="0">
                  <a:latin typeface="+mn-ea"/>
                  <a:ea typeface="+mn-ea"/>
                </a:rPr>
                <a:t>Multi-Joint dynamics with Contact</a:t>
              </a:r>
            </a:p>
          </p:txBody>
        </p:sp>
      </p:grpSp>
      <p:sp>
        <p:nvSpPr>
          <p:cNvPr id="3" name="テキスト ボックス 2">
            <a:extLst>
              <a:ext uri="{FF2B5EF4-FFF2-40B4-BE49-F238E27FC236}">
                <a16:creationId xmlns:a16="http://schemas.microsoft.com/office/drawing/2014/main" id="{08FC105D-C664-0D78-3E07-DFB8563488C5}"/>
              </a:ext>
            </a:extLst>
          </p:cNvPr>
          <p:cNvSpPr txBox="1"/>
          <p:nvPr/>
        </p:nvSpPr>
        <p:spPr>
          <a:xfrm>
            <a:off x="876803" y="3882531"/>
            <a:ext cx="1723549" cy="461665"/>
          </a:xfrm>
          <a:prstGeom prst="rect">
            <a:avLst/>
          </a:prstGeom>
          <a:solidFill>
            <a:schemeClr val="bg1"/>
          </a:solidFill>
          <a:ln>
            <a:solidFill>
              <a:schemeClr val="tx1"/>
            </a:solidFill>
          </a:ln>
        </p:spPr>
        <p:txBody>
          <a:bodyPr wrap="none" rtlCol="0">
            <a:spAutoFit/>
          </a:bodyPr>
          <a:lstStyle/>
          <a:p>
            <a:pPr algn="l"/>
            <a:r>
              <a:rPr kumimoji="1" lang="ja-JP" altLang="en-US" sz="2400" i="0" dirty="0">
                <a:latin typeface="+mn-ea"/>
                <a:ea typeface="+mn-ea"/>
              </a:rPr>
              <a:t>特徴と強み</a:t>
            </a:r>
          </a:p>
        </p:txBody>
      </p:sp>
      <p:sp>
        <p:nvSpPr>
          <p:cNvPr id="5" name="テキスト ボックス 4">
            <a:extLst>
              <a:ext uri="{FF2B5EF4-FFF2-40B4-BE49-F238E27FC236}">
                <a16:creationId xmlns:a16="http://schemas.microsoft.com/office/drawing/2014/main" id="{B1B60F44-A678-DA45-254B-546CC97ECCD8}"/>
              </a:ext>
            </a:extLst>
          </p:cNvPr>
          <p:cNvSpPr txBox="1"/>
          <p:nvPr/>
        </p:nvSpPr>
        <p:spPr>
          <a:xfrm>
            <a:off x="876803" y="4426063"/>
            <a:ext cx="4532010" cy="1200329"/>
          </a:xfrm>
          <a:prstGeom prst="rect">
            <a:avLst/>
          </a:prstGeom>
          <a:noFill/>
        </p:spPr>
        <p:txBody>
          <a:bodyPr wrap="none" rtlCol="0">
            <a:spAutoFit/>
          </a:bodyPr>
          <a:lstStyle/>
          <a:p>
            <a:pPr marL="342900" indent="-342900" algn="l">
              <a:buFont typeface="Arial" panose="020B0604020202020204" pitchFamily="34" charset="0"/>
              <a:buChar char="•"/>
            </a:pPr>
            <a:r>
              <a:rPr kumimoji="1" lang="ja-JP" altLang="en-US" sz="2400" i="0" dirty="0">
                <a:latin typeface="+mn-ea"/>
                <a:ea typeface="+mn-ea"/>
              </a:rPr>
              <a:t>無料オープンソース</a:t>
            </a:r>
            <a:endParaRPr kumimoji="1" lang="en-US" altLang="ja-JP" sz="2400" i="0" dirty="0">
              <a:latin typeface="+mn-ea"/>
              <a:ea typeface="+mn-ea"/>
            </a:endParaRPr>
          </a:p>
          <a:p>
            <a:pPr marL="342900" indent="-342900" algn="l">
              <a:buFont typeface="Arial" panose="020B0604020202020204" pitchFamily="34" charset="0"/>
              <a:buChar char="•"/>
            </a:pPr>
            <a:r>
              <a:rPr kumimoji="1" lang="ja-JP" altLang="en-US" sz="2400" i="0" dirty="0">
                <a:latin typeface="+mn-ea"/>
                <a:ea typeface="+mn-ea"/>
              </a:rPr>
              <a:t>物理現象を視覚的に確認可能</a:t>
            </a:r>
            <a:endParaRPr kumimoji="1" lang="en-US" altLang="ja-JP" sz="2400" i="0" dirty="0">
              <a:latin typeface="+mn-ea"/>
              <a:ea typeface="+mn-ea"/>
            </a:endParaRPr>
          </a:p>
          <a:p>
            <a:pPr marL="342900" indent="-342900" algn="l">
              <a:buFont typeface="Arial" panose="020B0604020202020204" pitchFamily="34" charset="0"/>
              <a:buChar char="•"/>
            </a:pPr>
            <a:r>
              <a:rPr kumimoji="1" lang="en-US" altLang="ja-JP" sz="2400" i="0" dirty="0">
                <a:latin typeface="+mn-ea"/>
                <a:ea typeface="+mn-ea"/>
              </a:rPr>
              <a:t>python</a:t>
            </a:r>
            <a:r>
              <a:rPr kumimoji="1" lang="ja-JP" altLang="en-US" sz="2400" i="0" dirty="0">
                <a:latin typeface="+mn-ea"/>
                <a:ea typeface="+mn-ea"/>
              </a:rPr>
              <a:t>と連携可能</a:t>
            </a:r>
          </a:p>
        </p:txBody>
      </p:sp>
    </p:spTree>
    <p:extLst>
      <p:ext uri="{BB962C8B-B14F-4D97-AF65-F5344CB8AC3E}">
        <p14:creationId xmlns:p14="http://schemas.microsoft.com/office/powerpoint/2010/main" val="29609337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E741E1-2A0D-8B51-DD76-64AF066AB051}"/>
              </a:ext>
            </a:extLst>
          </p:cNvPr>
          <p:cNvSpPr>
            <a:spLocks noGrp="1"/>
          </p:cNvSpPr>
          <p:nvPr>
            <p:ph type="title"/>
          </p:nvPr>
        </p:nvSpPr>
        <p:spPr/>
        <p:txBody>
          <a:bodyPr/>
          <a:lstStyle/>
          <a:p>
            <a:endParaRPr kumimoji="1" lang="ja-JP" altLang="en-US"/>
          </a:p>
        </p:txBody>
      </p:sp>
      <p:sp>
        <p:nvSpPr>
          <p:cNvPr id="4" name="テキスト ボックス 3">
            <a:extLst>
              <a:ext uri="{FF2B5EF4-FFF2-40B4-BE49-F238E27FC236}">
                <a16:creationId xmlns:a16="http://schemas.microsoft.com/office/drawing/2014/main" id="{17FA9D26-537E-0562-7A20-7C9B852659BF}"/>
              </a:ext>
            </a:extLst>
          </p:cNvPr>
          <p:cNvSpPr txBox="1"/>
          <p:nvPr/>
        </p:nvSpPr>
        <p:spPr>
          <a:xfrm>
            <a:off x="1512509" y="2449627"/>
            <a:ext cx="8042023" cy="2677656"/>
          </a:xfrm>
          <a:prstGeom prst="rect">
            <a:avLst/>
          </a:prstGeom>
          <a:solidFill>
            <a:schemeClr val="accent2">
              <a:lumMod val="20000"/>
              <a:lumOff val="80000"/>
            </a:schemeClr>
          </a:solidFill>
          <a:ln>
            <a:noFill/>
          </a:ln>
        </p:spPr>
        <p:txBody>
          <a:bodyPr wrap="square" rtlCol="0">
            <a:spAutoFit/>
          </a:bodyPr>
          <a:lstStyle/>
          <a:p>
            <a:pPr algn="ctr"/>
            <a:r>
              <a:rPr kumimoji="1" lang="ja-JP" altLang="en-US" sz="1800" i="0" dirty="0">
                <a:latin typeface="+mn-ea"/>
                <a:ea typeface="+mn-ea"/>
              </a:rPr>
              <a:t>実験に必要な項目</a:t>
            </a:r>
            <a:endParaRPr kumimoji="1" lang="en-US" altLang="ja-JP" sz="1800" i="0" dirty="0">
              <a:latin typeface="+mn-ea"/>
              <a:ea typeface="+mn-ea"/>
            </a:endParaRPr>
          </a:p>
          <a:p>
            <a:pPr algn="l"/>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車両設計パラメータの変更</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大量の分解した地形における走行データの収集</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実験条件の変更</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計測器（センサ）の実装</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収集したデータの集計・重ね合わせ・比較・グラフ化</a:t>
            </a:r>
            <a:endParaRPr kumimoji="1" lang="en-US" altLang="ja-JP" sz="1800" i="0" dirty="0">
              <a:latin typeface="+mn-ea"/>
              <a:ea typeface="+mn-ea"/>
            </a:endParaRPr>
          </a:p>
          <a:p>
            <a:pPr marL="342900" indent="-342900" algn="l">
              <a:buFont typeface="Wingdings" panose="05000000000000000000" pitchFamily="2" charset="2"/>
              <a:buChar char="l"/>
            </a:pPr>
            <a:r>
              <a:rPr kumimoji="1" lang="ja-JP" altLang="en-US" sz="1800" i="0" dirty="0">
                <a:latin typeface="+mn-ea"/>
                <a:ea typeface="+mn-ea"/>
              </a:rPr>
              <a:t>大量の試行回数</a:t>
            </a:r>
            <a:endParaRPr kumimoji="1" lang="en-US" altLang="ja-JP" sz="1800" i="0" dirty="0">
              <a:latin typeface="+mn-ea"/>
              <a:ea typeface="+mn-ea"/>
            </a:endParaRPr>
          </a:p>
          <a:p>
            <a:pPr algn="l"/>
            <a:r>
              <a:rPr kumimoji="1" lang="en-US" altLang="ja-JP" sz="1800" i="0" dirty="0">
                <a:latin typeface="+mn-ea"/>
                <a:ea typeface="+mn-ea"/>
              </a:rPr>
              <a:t>etc.</a:t>
            </a:r>
          </a:p>
        </p:txBody>
      </p:sp>
    </p:spTree>
    <p:extLst>
      <p:ext uri="{BB962C8B-B14F-4D97-AF65-F5344CB8AC3E}">
        <p14:creationId xmlns:p14="http://schemas.microsoft.com/office/powerpoint/2010/main" val="1730517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B727AB-3CE0-6F91-B14C-167A42329857}"/>
              </a:ext>
            </a:extLst>
          </p:cNvPr>
          <p:cNvSpPr>
            <a:spLocks noGrp="1"/>
          </p:cNvSpPr>
          <p:nvPr>
            <p:ph type="title"/>
          </p:nvPr>
        </p:nvSpPr>
        <p:spPr/>
        <p:txBody>
          <a:bodyPr/>
          <a:lstStyle/>
          <a:p>
            <a:r>
              <a:rPr kumimoji="1" lang="ja-JP" altLang="en-US" b="1" dirty="0"/>
              <a:t>走行性能とは？</a:t>
            </a:r>
          </a:p>
        </p:txBody>
      </p:sp>
      <p:sp>
        <p:nvSpPr>
          <p:cNvPr id="4" name="テキスト ボックス 3">
            <a:extLst>
              <a:ext uri="{FF2B5EF4-FFF2-40B4-BE49-F238E27FC236}">
                <a16:creationId xmlns:a16="http://schemas.microsoft.com/office/drawing/2014/main" id="{AA421009-8D1C-56CF-5BCE-22FF0419CC36}"/>
              </a:ext>
            </a:extLst>
          </p:cNvPr>
          <p:cNvSpPr txBox="1"/>
          <p:nvPr/>
        </p:nvSpPr>
        <p:spPr>
          <a:xfrm>
            <a:off x="1369630" y="1696664"/>
            <a:ext cx="4801314" cy="461665"/>
          </a:xfrm>
          <a:prstGeom prst="rect">
            <a:avLst/>
          </a:prstGeom>
          <a:noFill/>
        </p:spPr>
        <p:txBody>
          <a:bodyPr wrap="none" rtlCol="0">
            <a:spAutoFit/>
          </a:bodyPr>
          <a:lstStyle/>
          <a:p>
            <a:pPr algn="l"/>
            <a:r>
              <a:rPr kumimoji="1" lang="ja-JP" altLang="en-US" sz="2400" i="0" dirty="0">
                <a:latin typeface="+mn-ea"/>
                <a:ea typeface="+mn-ea"/>
              </a:rPr>
              <a:t>そもそも</a:t>
            </a:r>
            <a:r>
              <a:rPr kumimoji="1" lang="ja-JP" altLang="en-US" sz="2400" b="1" i="0" dirty="0">
                <a:latin typeface="+mn-ea"/>
                <a:ea typeface="+mn-ea"/>
              </a:rPr>
              <a:t>走行性能</a:t>
            </a:r>
            <a:r>
              <a:rPr kumimoji="1" lang="ja-JP" altLang="en-US" sz="2400" i="0" dirty="0">
                <a:latin typeface="+mn-ea"/>
                <a:ea typeface="+mn-ea"/>
              </a:rPr>
              <a:t>とは？　・・・</a:t>
            </a:r>
            <a:endParaRPr kumimoji="1" lang="en-US" altLang="ja-JP" sz="2400" i="0" dirty="0">
              <a:latin typeface="+mn-ea"/>
              <a:ea typeface="+mn-ea"/>
            </a:endParaRPr>
          </a:p>
        </p:txBody>
      </p:sp>
      <p:sp>
        <p:nvSpPr>
          <p:cNvPr id="5" name="テキスト ボックス 4">
            <a:extLst>
              <a:ext uri="{FF2B5EF4-FFF2-40B4-BE49-F238E27FC236}">
                <a16:creationId xmlns:a16="http://schemas.microsoft.com/office/drawing/2014/main" id="{9815068E-4D7A-C177-396E-818C5EA21DB7}"/>
              </a:ext>
            </a:extLst>
          </p:cNvPr>
          <p:cNvSpPr txBox="1"/>
          <p:nvPr/>
        </p:nvSpPr>
        <p:spPr>
          <a:xfrm>
            <a:off x="1981889" y="2730294"/>
            <a:ext cx="6955750" cy="461665"/>
          </a:xfrm>
          <a:prstGeom prst="rect">
            <a:avLst/>
          </a:prstGeom>
          <a:noFill/>
        </p:spPr>
        <p:txBody>
          <a:bodyPr wrap="none" rtlCol="0">
            <a:spAutoFit/>
          </a:bodyPr>
          <a:lstStyle/>
          <a:p>
            <a:pPr algn="l"/>
            <a:r>
              <a:rPr kumimoji="1" lang="ja-JP" altLang="en-US" sz="2400" i="0" dirty="0">
                <a:latin typeface="+mn-ea"/>
                <a:ea typeface="+mn-ea"/>
              </a:rPr>
              <a:t>特に不整地を移動するロボットに求められる性能</a:t>
            </a:r>
          </a:p>
        </p:txBody>
      </p:sp>
      <p:sp>
        <p:nvSpPr>
          <p:cNvPr id="6" name="テキスト ボックス 5">
            <a:extLst>
              <a:ext uri="{FF2B5EF4-FFF2-40B4-BE49-F238E27FC236}">
                <a16:creationId xmlns:a16="http://schemas.microsoft.com/office/drawing/2014/main" id="{FA55A2EB-4236-F51C-1A6B-4690CD65D8F3}"/>
              </a:ext>
            </a:extLst>
          </p:cNvPr>
          <p:cNvSpPr txBox="1"/>
          <p:nvPr/>
        </p:nvSpPr>
        <p:spPr>
          <a:xfrm>
            <a:off x="2734142" y="3425252"/>
            <a:ext cx="6473247" cy="2308324"/>
          </a:xfrm>
          <a:prstGeom prst="rect">
            <a:avLst/>
          </a:prstGeom>
          <a:solidFill>
            <a:schemeClr val="accent2">
              <a:lumMod val="20000"/>
              <a:lumOff val="80000"/>
            </a:schemeClr>
          </a:solidFill>
          <a:ln>
            <a:solidFill>
              <a:schemeClr val="bg1"/>
            </a:solidFill>
          </a:ln>
        </p:spPr>
        <p:txBody>
          <a:bodyPr wrap="none" rtlCol="0">
            <a:spAutoFit/>
          </a:bodyPr>
          <a:lstStyle/>
          <a:p>
            <a:pPr algn="l"/>
            <a:r>
              <a:rPr kumimoji="1" lang="ja-JP" altLang="en-US" sz="2400" i="0" dirty="0">
                <a:latin typeface="+mn-ea"/>
                <a:ea typeface="+mn-ea"/>
              </a:rPr>
              <a:t>　　　　走破性</a:t>
            </a:r>
            <a:r>
              <a:rPr kumimoji="1" lang="en-US" altLang="ja-JP" sz="2400" i="0" dirty="0">
                <a:latin typeface="+mn-ea"/>
                <a:ea typeface="+mn-ea"/>
              </a:rPr>
              <a:t>:</a:t>
            </a:r>
            <a:r>
              <a:rPr kumimoji="1" lang="ja-JP" altLang="en-US" sz="2400" i="0" dirty="0">
                <a:latin typeface="+mn-ea"/>
                <a:ea typeface="+mn-ea"/>
              </a:rPr>
              <a:t>地形を通過できるか</a:t>
            </a:r>
            <a:endParaRPr kumimoji="1" lang="en-US" altLang="ja-JP" sz="2400" i="0" dirty="0">
              <a:latin typeface="+mn-ea"/>
              <a:ea typeface="+mn-ea"/>
            </a:endParaRPr>
          </a:p>
          <a:p>
            <a:pPr algn="l"/>
            <a:r>
              <a:rPr kumimoji="1" lang="ja-JP" altLang="en-US" sz="2400" i="0" dirty="0">
                <a:latin typeface="+mn-ea"/>
                <a:ea typeface="+mn-ea"/>
              </a:rPr>
              <a:t>　　　　安定性</a:t>
            </a:r>
            <a:r>
              <a:rPr kumimoji="1" lang="en-US" altLang="ja-JP" sz="2400" i="0" dirty="0">
                <a:latin typeface="+mn-ea"/>
                <a:ea typeface="+mn-ea"/>
              </a:rPr>
              <a:t>:</a:t>
            </a:r>
            <a:r>
              <a:rPr kumimoji="1" lang="ja-JP" altLang="en-US" sz="2400" i="0" dirty="0">
                <a:latin typeface="+mn-ea"/>
                <a:ea typeface="+mn-ea"/>
              </a:rPr>
              <a:t>転倒，横転しないか</a:t>
            </a:r>
            <a:endParaRPr kumimoji="1" lang="en-US" altLang="ja-JP" sz="2400" i="0" dirty="0">
              <a:latin typeface="+mn-ea"/>
              <a:ea typeface="+mn-ea"/>
            </a:endParaRPr>
          </a:p>
          <a:p>
            <a:pPr algn="l"/>
            <a:r>
              <a:rPr kumimoji="1" lang="ja-JP" altLang="en-US" sz="2400" i="0" dirty="0">
                <a:latin typeface="+mn-ea"/>
                <a:ea typeface="+mn-ea"/>
              </a:rPr>
              <a:t>　　　　　速度</a:t>
            </a:r>
            <a:r>
              <a:rPr kumimoji="1" lang="en-US" altLang="ja-JP" sz="2400" i="0" dirty="0">
                <a:latin typeface="+mn-ea"/>
                <a:ea typeface="+mn-ea"/>
              </a:rPr>
              <a:t>:</a:t>
            </a:r>
            <a:r>
              <a:rPr kumimoji="1" lang="ja-JP" altLang="en-US" sz="2400" i="0" dirty="0">
                <a:latin typeface="+mn-ea"/>
                <a:ea typeface="+mn-ea"/>
              </a:rPr>
              <a:t>通過にかかった時間</a:t>
            </a:r>
            <a:endParaRPr kumimoji="1" lang="en-US" altLang="ja-JP" sz="2400" i="0" dirty="0">
              <a:latin typeface="+mn-ea"/>
              <a:ea typeface="+mn-ea"/>
            </a:endParaRPr>
          </a:p>
          <a:p>
            <a:pPr algn="l"/>
            <a:r>
              <a:rPr kumimoji="1" lang="ja-JP" altLang="en-US" sz="2400" i="0" dirty="0">
                <a:latin typeface="+mn-ea"/>
                <a:ea typeface="+mn-ea"/>
              </a:rPr>
              <a:t>　　　復帰性能</a:t>
            </a:r>
            <a:r>
              <a:rPr kumimoji="1" lang="en-US" altLang="ja-JP" sz="2400" i="0" dirty="0">
                <a:latin typeface="+mn-ea"/>
                <a:ea typeface="+mn-ea"/>
              </a:rPr>
              <a:t>:</a:t>
            </a:r>
            <a:r>
              <a:rPr kumimoji="1" lang="ja-JP" altLang="en-US" sz="2400" i="0" dirty="0">
                <a:latin typeface="+mn-ea"/>
                <a:ea typeface="+mn-ea"/>
              </a:rPr>
              <a:t>転倒，横転時に復帰できるか</a:t>
            </a:r>
            <a:endParaRPr kumimoji="1" lang="en-US" altLang="ja-JP" sz="2400" i="0" dirty="0">
              <a:latin typeface="+mn-ea"/>
              <a:ea typeface="+mn-ea"/>
            </a:endParaRPr>
          </a:p>
          <a:p>
            <a:pPr algn="l"/>
            <a:r>
              <a:rPr kumimoji="1" lang="ja-JP" altLang="en-US" sz="2400" i="0" dirty="0">
                <a:latin typeface="+mn-ea"/>
                <a:ea typeface="+mn-ea"/>
              </a:rPr>
              <a:t>エネルギー効率</a:t>
            </a:r>
            <a:r>
              <a:rPr kumimoji="1" lang="en-US" altLang="ja-JP" sz="2400" i="0" dirty="0">
                <a:latin typeface="+mn-ea"/>
                <a:ea typeface="+mn-ea"/>
              </a:rPr>
              <a:t>:</a:t>
            </a:r>
            <a:r>
              <a:rPr kumimoji="1" lang="ja-JP" altLang="en-US" sz="2400" i="0" dirty="0">
                <a:latin typeface="+mn-ea"/>
                <a:ea typeface="+mn-ea"/>
              </a:rPr>
              <a:t>バッテリー，熱効率</a:t>
            </a:r>
            <a:endParaRPr kumimoji="1" lang="en-US" altLang="ja-JP" sz="2400" i="0" dirty="0">
              <a:latin typeface="+mn-ea"/>
              <a:ea typeface="+mn-ea"/>
            </a:endParaRPr>
          </a:p>
          <a:p>
            <a:pPr algn="l"/>
            <a:r>
              <a:rPr kumimoji="1" lang="ja-JP" altLang="en-US" sz="2400" i="0" dirty="0">
                <a:latin typeface="+mn-ea"/>
                <a:ea typeface="+mn-ea"/>
              </a:rPr>
              <a:t>　　　　　</a:t>
            </a:r>
            <a:r>
              <a:rPr kumimoji="1" lang="en-US" altLang="ja-JP" sz="2400" i="0" dirty="0">
                <a:latin typeface="+mn-ea"/>
                <a:ea typeface="+mn-ea"/>
              </a:rPr>
              <a:t>etc.</a:t>
            </a:r>
          </a:p>
        </p:txBody>
      </p:sp>
      <p:sp>
        <p:nvSpPr>
          <p:cNvPr id="9" name="正方形/長方形 8">
            <a:extLst>
              <a:ext uri="{FF2B5EF4-FFF2-40B4-BE49-F238E27FC236}">
                <a16:creationId xmlns:a16="http://schemas.microsoft.com/office/drawing/2014/main" id="{A96EFEC8-904F-8FEC-4FC4-C265733F6CC9}"/>
              </a:ext>
            </a:extLst>
          </p:cNvPr>
          <p:cNvSpPr/>
          <p:nvPr/>
        </p:nvSpPr>
        <p:spPr bwMode="auto">
          <a:xfrm>
            <a:off x="6383094" y="1346868"/>
            <a:ext cx="5144756" cy="1014495"/>
          </a:xfrm>
          <a:prstGeom prst="rect">
            <a:avLst/>
          </a:prstGeom>
          <a:solidFill>
            <a:schemeClr val="accent1">
              <a:lumMod val="20000"/>
              <a:lumOff val="80000"/>
            </a:schemeClr>
          </a:solidFill>
          <a:ln w="9525" cap="flat" cmpd="sng" algn="ctr">
            <a:solidFill>
              <a:schemeClr val="bg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10" name="テキスト ボックス 9">
            <a:extLst>
              <a:ext uri="{FF2B5EF4-FFF2-40B4-BE49-F238E27FC236}">
                <a16:creationId xmlns:a16="http://schemas.microsoft.com/office/drawing/2014/main" id="{48AE849C-2A53-AACA-E0F7-332F927B1DE1}"/>
              </a:ext>
            </a:extLst>
          </p:cNvPr>
          <p:cNvSpPr txBox="1"/>
          <p:nvPr/>
        </p:nvSpPr>
        <p:spPr>
          <a:xfrm>
            <a:off x="6595244" y="1438561"/>
            <a:ext cx="4720456" cy="1200329"/>
          </a:xfrm>
          <a:prstGeom prst="rect">
            <a:avLst/>
          </a:prstGeom>
          <a:noFill/>
        </p:spPr>
        <p:txBody>
          <a:bodyPr wrap="square" rtlCol="0">
            <a:spAutoFit/>
          </a:bodyPr>
          <a:lstStyle/>
          <a:p>
            <a:pPr algn="ctr"/>
            <a:r>
              <a:rPr kumimoji="1" lang="ja-JP" altLang="en-US" sz="2400" i="0" dirty="0">
                <a:latin typeface="+mn-ea"/>
                <a:ea typeface="+mn-ea"/>
              </a:rPr>
              <a:t>一般に，車両が走行するのに</a:t>
            </a:r>
            <a:endParaRPr kumimoji="1" lang="en-US" altLang="ja-JP" sz="2400" i="0" dirty="0">
              <a:latin typeface="+mn-ea"/>
              <a:ea typeface="+mn-ea"/>
            </a:endParaRPr>
          </a:p>
          <a:p>
            <a:pPr algn="ctr"/>
            <a:r>
              <a:rPr kumimoji="1" lang="ja-JP" altLang="en-US" sz="2400" i="0" dirty="0">
                <a:latin typeface="+mn-ea"/>
                <a:ea typeface="+mn-ea"/>
              </a:rPr>
              <a:t>求められる</a:t>
            </a:r>
            <a:r>
              <a:rPr kumimoji="1" lang="ja-JP" altLang="en-US" sz="2400" b="1" i="0" dirty="0">
                <a:latin typeface="+mn-ea"/>
                <a:ea typeface="+mn-ea"/>
              </a:rPr>
              <a:t>性能全般</a:t>
            </a:r>
            <a:r>
              <a:rPr kumimoji="1" lang="ja-JP" altLang="en-US" sz="2400" i="0" dirty="0">
                <a:latin typeface="+mn-ea"/>
                <a:ea typeface="+mn-ea"/>
              </a:rPr>
              <a:t>のこと</a:t>
            </a:r>
          </a:p>
          <a:p>
            <a:pPr algn="l"/>
            <a:endParaRPr kumimoji="1" lang="ja-JP" altLang="en-US" sz="2400" i="0" dirty="0">
              <a:latin typeface="+mn-ea"/>
              <a:ea typeface="+mn-ea"/>
            </a:endParaRPr>
          </a:p>
        </p:txBody>
      </p:sp>
    </p:spTree>
    <p:extLst>
      <p:ext uri="{BB962C8B-B14F-4D97-AF65-F5344CB8AC3E}">
        <p14:creationId xmlns:p14="http://schemas.microsoft.com/office/powerpoint/2010/main" val="1871261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1773EC-1F02-172F-725A-D0B6C12AA1B9}"/>
              </a:ext>
            </a:extLst>
          </p:cNvPr>
          <p:cNvSpPr>
            <a:spLocks noGrp="1"/>
          </p:cNvSpPr>
          <p:nvPr>
            <p:ph type="title"/>
          </p:nvPr>
        </p:nvSpPr>
        <p:spPr/>
        <p:txBody>
          <a:bodyPr/>
          <a:lstStyle/>
          <a:p>
            <a:r>
              <a:rPr kumimoji="1" lang="ja-JP" altLang="en-US" b="1" dirty="0"/>
              <a:t>緒言</a:t>
            </a:r>
          </a:p>
        </p:txBody>
      </p:sp>
      <p:pic>
        <p:nvPicPr>
          <p:cNvPr id="4" name="図 3">
            <a:extLst>
              <a:ext uri="{FF2B5EF4-FFF2-40B4-BE49-F238E27FC236}">
                <a16:creationId xmlns:a16="http://schemas.microsoft.com/office/drawing/2014/main" id="{000B837B-21FF-B5A4-8840-E286D49EEE79}"/>
              </a:ext>
            </a:extLst>
          </p:cNvPr>
          <p:cNvPicPr>
            <a:picLocks noChangeAspect="1"/>
          </p:cNvPicPr>
          <p:nvPr/>
        </p:nvPicPr>
        <p:blipFill>
          <a:blip r:embed="rId2"/>
          <a:stretch>
            <a:fillRect/>
          </a:stretch>
        </p:blipFill>
        <p:spPr>
          <a:xfrm>
            <a:off x="1470586" y="2927589"/>
            <a:ext cx="2846581" cy="2092066"/>
          </a:xfrm>
          <a:prstGeom prst="rect">
            <a:avLst/>
          </a:prstGeom>
        </p:spPr>
      </p:pic>
      <p:pic>
        <p:nvPicPr>
          <p:cNvPr id="6" name="図 5">
            <a:extLst>
              <a:ext uri="{FF2B5EF4-FFF2-40B4-BE49-F238E27FC236}">
                <a16:creationId xmlns:a16="http://schemas.microsoft.com/office/drawing/2014/main" id="{CA03788F-D16C-57EE-4213-7BE5528582D8}"/>
              </a:ext>
            </a:extLst>
          </p:cNvPr>
          <p:cNvPicPr>
            <a:picLocks noChangeAspect="1"/>
          </p:cNvPicPr>
          <p:nvPr/>
        </p:nvPicPr>
        <p:blipFill>
          <a:blip r:embed="rId3"/>
          <a:stretch>
            <a:fillRect/>
          </a:stretch>
        </p:blipFill>
        <p:spPr>
          <a:xfrm>
            <a:off x="7683363" y="2897503"/>
            <a:ext cx="2846581" cy="2122152"/>
          </a:xfrm>
          <a:prstGeom prst="rect">
            <a:avLst/>
          </a:prstGeom>
        </p:spPr>
      </p:pic>
      <p:sp>
        <p:nvSpPr>
          <p:cNvPr id="7" name="テキスト ボックス 6">
            <a:extLst>
              <a:ext uri="{FF2B5EF4-FFF2-40B4-BE49-F238E27FC236}">
                <a16:creationId xmlns:a16="http://schemas.microsoft.com/office/drawing/2014/main" id="{CF5E846F-6309-F6ED-EA24-0FBA6DCF763F}"/>
              </a:ext>
            </a:extLst>
          </p:cNvPr>
          <p:cNvSpPr txBox="1"/>
          <p:nvPr/>
        </p:nvSpPr>
        <p:spPr>
          <a:xfrm>
            <a:off x="867833" y="5085655"/>
            <a:ext cx="4131471" cy="830996"/>
          </a:xfrm>
          <a:prstGeom prst="rect">
            <a:avLst/>
          </a:prstGeom>
          <a:noFill/>
        </p:spPr>
        <p:txBody>
          <a:bodyPr wrap="square" rtlCol="0">
            <a:spAutoFit/>
          </a:bodyPr>
          <a:lstStyle/>
          <a:p>
            <a:pPr algn="ctr"/>
            <a:r>
              <a:rPr kumimoji="1" lang="ja-JP" altLang="en-US" sz="2400" i="0" dirty="0">
                <a:latin typeface="+mn-ea"/>
                <a:ea typeface="+mn-ea"/>
              </a:rPr>
              <a:t>クローラ部分が柔軟に</a:t>
            </a:r>
            <a:endParaRPr kumimoji="1" lang="en-US" altLang="ja-JP" sz="2400" i="0" dirty="0">
              <a:latin typeface="+mn-ea"/>
              <a:ea typeface="+mn-ea"/>
            </a:endParaRPr>
          </a:p>
          <a:p>
            <a:pPr algn="ctr"/>
            <a:r>
              <a:rPr kumimoji="1" lang="ja-JP" altLang="en-US" sz="2400" i="0" dirty="0">
                <a:latin typeface="+mn-ea"/>
                <a:ea typeface="+mn-ea"/>
              </a:rPr>
              <a:t>湾曲できる移動ロボット</a:t>
            </a:r>
            <a:endParaRPr kumimoji="1" lang="en-US" altLang="ja-JP" sz="2400" i="0" dirty="0">
              <a:latin typeface="+mn-ea"/>
              <a:ea typeface="+mn-ea"/>
            </a:endParaRPr>
          </a:p>
        </p:txBody>
      </p:sp>
      <p:sp>
        <p:nvSpPr>
          <p:cNvPr id="8" name="テキスト ボックス 7">
            <a:extLst>
              <a:ext uri="{FF2B5EF4-FFF2-40B4-BE49-F238E27FC236}">
                <a16:creationId xmlns:a16="http://schemas.microsoft.com/office/drawing/2014/main" id="{B96FBA95-8857-58B9-14C7-905E617FA020}"/>
              </a:ext>
            </a:extLst>
          </p:cNvPr>
          <p:cNvSpPr txBox="1"/>
          <p:nvPr/>
        </p:nvSpPr>
        <p:spPr>
          <a:xfrm>
            <a:off x="6566390" y="5107111"/>
            <a:ext cx="5080525" cy="830997"/>
          </a:xfrm>
          <a:prstGeom prst="rect">
            <a:avLst/>
          </a:prstGeom>
          <a:noFill/>
        </p:spPr>
        <p:txBody>
          <a:bodyPr wrap="square" rtlCol="0">
            <a:spAutoFit/>
          </a:bodyPr>
          <a:lstStyle/>
          <a:p>
            <a:pPr algn="ctr"/>
            <a:r>
              <a:rPr kumimoji="1" lang="ja-JP" altLang="en-US" sz="2400" i="0" dirty="0">
                <a:latin typeface="+mn-ea"/>
                <a:ea typeface="+mn-ea"/>
              </a:rPr>
              <a:t>クローラを可変型にし</a:t>
            </a:r>
            <a:endParaRPr kumimoji="1" lang="en-US" altLang="ja-JP" sz="2400" i="0" dirty="0">
              <a:latin typeface="+mn-ea"/>
              <a:ea typeface="+mn-ea"/>
            </a:endParaRPr>
          </a:p>
          <a:p>
            <a:pPr algn="ctr"/>
            <a:r>
              <a:rPr kumimoji="1" lang="en-US" altLang="ja-JP" sz="2400" i="0" dirty="0">
                <a:latin typeface="+mn-ea"/>
                <a:ea typeface="+mn-ea"/>
              </a:rPr>
              <a:t>4</a:t>
            </a:r>
            <a:r>
              <a:rPr kumimoji="1" lang="ja-JP" altLang="en-US" sz="2400" i="0" dirty="0">
                <a:latin typeface="+mn-ea"/>
                <a:ea typeface="+mn-ea"/>
              </a:rPr>
              <a:t>足歩行を可能にした移動ロボット</a:t>
            </a:r>
            <a:endParaRPr kumimoji="1" lang="en-US" altLang="ja-JP" sz="2400" i="0" dirty="0">
              <a:latin typeface="+mn-ea"/>
              <a:ea typeface="+mn-ea"/>
            </a:endParaRPr>
          </a:p>
        </p:txBody>
      </p:sp>
      <p:sp>
        <p:nvSpPr>
          <p:cNvPr id="9" name="正方形/長方形 8">
            <a:extLst>
              <a:ext uri="{FF2B5EF4-FFF2-40B4-BE49-F238E27FC236}">
                <a16:creationId xmlns:a16="http://schemas.microsoft.com/office/drawing/2014/main" id="{21915977-51D1-D962-9162-2F8620AB32DD}"/>
              </a:ext>
            </a:extLst>
          </p:cNvPr>
          <p:cNvSpPr/>
          <p:nvPr/>
        </p:nvSpPr>
        <p:spPr bwMode="auto">
          <a:xfrm>
            <a:off x="4927558" y="3310430"/>
            <a:ext cx="2220686" cy="1569659"/>
          </a:xfrm>
          <a:prstGeom prst="rect">
            <a:avLst/>
          </a:prstGeom>
          <a:solidFill>
            <a:schemeClr val="accent1">
              <a:lumMod val="20000"/>
              <a:lumOff val="80000"/>
            </a:schemeClr>
          </a:solidFill>
          <a:ln w="9525" cap="flat" cmpd="sng" algn="ctr">
            <a:no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lang="en-US" altLang="ja-JP" sz="2400" i="0" dirty="0">
              <a:latin typeface="ＭＳ Ｐゴシック" charset="-128"/>
              <a:ea typeface="ＭＳ Ｐゴシック" charset="-128"/>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2400" i="0" dirty="0">
                <a:latin typeface="ＭＳ Ｐゴシック" charset="-128"/>
                <a:ea typeface="ＭＳ Ｐゴシック" charset="-128"/>
              </a:rPr>
              <a:t>さまざまな</a:t>
            </a:r>
            <a:endParaRPr lang="en-US" altLang="ja-JP" sz="2400" i="0" dirty="0">
              <a:latin typeface="ＭＳ Ｐゴシック" charset="-128"/>
              <a:ea typeface="ＭＳ Ｐゴシック" charset="-128"/>
            </a:endParaRPr>
          </a:p>
          <a:p>
            <a:pPr marL="0" marR="0" indent="0" algn="ctr" defTabSz="914400" rtl="0" eaLnBrk="0" fontAlgn="base" latinLnBrk="0" hangingPunct="0">
              <a:lnSpc>
                <a:spcPct val="100000"/>
              </a:lnSpc>
              <a:spcBef>
                <a:spcPct val="0"/>
              </a:spcBef>
              <a:spcAft>
                <a:spcPct val="0"/>
              </a:spcAft>
              <a:buClrTx/>
              <a:buSzTx/>
              <a:buFontTx/>
              <a:buNone/>
              <a:tabLst/>
            </a:pPr>
            <a:r>
              <a:rPr lang="ja-JP" altLang="en-US" sz="2400" i="0" dirty="0">
                <a:latin typeface="ＭＳ Ｐゴシック" charset="-128"/>
                <a:ea typeface="ＭＳ Ｐゴシック" charset="-128"/>
              </a:rPr>
              <a:t>機構，工夫</a:t>
            </a:r>
            <a:endParaRPr kumimoji="0" lang="ja-JP" altLang="en-US" sz="2400" b="0" i="0" u="none" strike="noStrike" cap="none" normalizeH="0" baseline="0" dirty="0">
              <a:ln>
                <a:noFill/>
              </a:ln>
              <a:solidFill>
                <a:schemeClr val="tx1"/>
              </a:solidFill>
              <a:effectLst/>
              <a:latin typeface="ＭＳ Ｐゴシック" charset="-128"/>
              <a:ea typeface="ＭＳ Ｐゴシック" charset="-128"/>
            </a:endParaRPr>
          </a:p>
        </p:txBody>
      </p:sp>
      <p:sp>
        <p:nvSpPr>
          <p:cNvPr id="5" name="テキスト ボックス 4">
            <a:extLst>
              <a:ext uri="{FF2B5EF4-FFF2-40B4-BE49-F238E27FC236}">
                <a16:creationId xmlns:a16="http://schemas.microsoft.com/office/drawing/2014/main" id="{D60F3339-09B0-5FFB-143C-7B54E277FCC2}"/>
              </a:ext>
            </a:extLst>
          </p:cNvPr>
          <p:cNvSpPr txBox="1"/>
          <p:nvPr/>
        </p:nvSpPr>
        <p:spPr>
          <a:xfrm>
            <a:off x="1278630" y="1545439"/>
            <a:ext cx="9626272" cy="954107"/>
          </a:xfrm>
          <a:prstGeom prst="rect">
            <a:avLst/>
          </a:prstGeom>
          <a:noFill/>
        </p:spPr>
        <p:txBody>
          <a:bodyPr wrap="square" rtlCol="0">
            <a:spAutoFit/>
          </a:bodyPr>
          <a:lstStyle/>
          <a:p>
            <a:r>
              <a:rPr kumimoji="1" lang="ja-JP" altLang="en-US" sz="2400" i="0" dirty="0">
                <a:latin typeface="+mn-ea"/>
                <a:ea typeface="+mn-ea"/>
              </a:rPr>
              <a:t>瓦礫や土砂の撤去作業における二次災害のリスクを排除するために</a:t>
            </a:r>
            <a:endParaRPr kumimoji="1" lang="en-US" altLang="ja-JP" sz="2400" i="0" dirty="0">
              <a:latin typeface="+mn-ea"/>
              <a:ea typeface="+mn-ea"/>
            </a:endParaRPr>
          </a:p>
          <a:p>
            <a:r>
              <a:rPr kumimoji="1" lang="ja-JP" altLang="en-US" sz="2400" i="0" dirty="0">
                <a:latin typeface="+mn-ea"/>
                <a:ea typeface="+mn-ea"/>
              </a:rPr>
              <a:t>さまざまな</a:t>
            </a:r>
            <a:r>
              <a:rPr kumimoji="1" lang="ja-JP" altLang="en-US" sz="3200" b="1" i="0" dirty="0">
                <a:latin typeface="+mn-ea"/>
                <a:ea typeface="+mn-ea"/>
              </a:rPr>
              <a:t>移動ロボット</a:t>
            </a:r>
            <a:r>
              <a:rPr kumimoji="1" lang="ja-JP" altLang="en-US" sz="2400" i="0" dirty="0">
                <a:latin typeface="+mn-ea"/>
                <a:ea typeface="+mn-ea"/>
              </a:rPr>
              <a:t>が開発されている</a:t>
            </a:r>
          </a:p>
        </p:txBody>
      </p:sp>
      <p:sp>
        <p:nvSpPr>
          <p:cNvPr id="10" name="テキスト ボックス 9">
            <a:extLst>
              <a:ext uri="{FF2B5EF4-FFF2-40B4-BE49-F238E27FC236}">
                <a16:creationId xmlns:a16="http://schemas.microsoft.com/office/drawing/2014/main" id="{97B302F4-CC67-F6EE-84C2-90761015A058}"/>
              </a:ext>
            </a:extLst>
          </p:cNvPr>
          <p:cNvSpPr txBox="1"/>
          <p:nvPr/>
        </p:nvSpPr>
        <p:spPr>
          <a:xfrm>
            <a:off x="3055686" y="5891772"/>
            <a:ext cx="1546294" cy="646331"/>
          </a:xfrm>
          <a:prstGeom prst="rect">
            <a:avLst/>
          </a:prstGeom>
          <a:noFill/>
        </p:spPr>
        <p:txBody>
          <a:bodyPr wrap="square" rtlCol="0">
            <a:spAutoFit/>
          </a:bodyPr>
          <a:lstStyle/>
          <a:p>
            <a:r>
              <a:rPr kumimoji="1" lang="ja-JP" altLang="en-US" i="0" dirty="0">
                <a:latin typeface="+mn-ea"/>
                <a:ea typeface="+mn-ea"/>
              </a:rPr>
              <a:t>浪花啓右ら </a:t>
            </a:r>
            <a:r>
              <a:rPr kumimoji="1" lang="en-US" altLang="ja-JP" i="0" dirty="0">
                <a:latin typeface="+mn-ea"/>
                <a:ea typeface="+mn-ea"/>
              </a:rPr>
              <a:t>2023</a:t>
            </a:r>
            <a:endParaRPr kumimoji="1" lang="ja-JP" altLang="en-US" i="0" dirty="0">
              <a:latin typeface="+mn-ea"/>
              <a:ea typeface="+mn-ea"/>
            </a:endParaRPr>
          </a:p>
          <a:p>
            <a:pPr algn="l"/>
            <a:endParaRPr kumimoji="1" lang="ja-JP" altLang="en-US" sz="2400" i="0" dirty="0">
              <a:latin typeface="+mn-ea"/>
              <a:ea typeface="+mn-ea"/>
            </a:endParaRPr>
          </a:p>
        </p:txBody>
      </p:sp>
      <p:sp>
        <p:nvSpPr>
          <p:cNvPr id="11" name="テキスト ボックス 10">
            <a:extLst>
              <a:ext uri="{FF2B5EF4-FFF2-40B4-BE49-F238E27FC236}">
                <a16:creationId xmlns:a16="http://schemas.microsoft.com/office/drawing/2014/main" id="{33CB6DC9-83A0-49FD-9F66-6AFC04A3F19E}"/>
              </a:ext>
            </a:extLst>
          </p:cNvPr>
          <p:cNvSpPr txBox="1"/>
          <p:nvPr/>
        </p:nvSpPr>
        <p:spPr>
          <a:xfrm>
            <a:off x="9138216" y="5891771"/>
            <a:ext cx="1391728" cy="646331"/>
          </a:xfrm>
          <a:prstGeom prst="rect">
            <a:avLst/>
          </a:prstGeom>
          <a:noFill/>
        </p:spPr>
        <p:txBody>
          <a:bodyPr wrap="none" rtlCol="0">
            <a:spAutoFit/>
          </a:bodyPr>
          <a:lstStyle/>
          <a:p>
            <a:r>
              <a:rPr kumimoji="1" lang="ja-JP" altLang="en-US" i="0" dirty="0">
                <a:latin typeface="+mn-ea"/>
                <a:ea typeface="+mn-ea"/>
              </a:rPr>
              <a:t>程島竜一ら </a:t>
            </a:r>
            <a:r>
              <a:rPr kumimoji="1" lang="en-US" altLang="ja-JP" i="0" dirty="0">
                <a:latin typeface="+mn-ea"/>
                <a:ea typeface="+mn-ea"/>
              </a:rPr>
              <a:t>2010</a:t>
            </a:r>
          </a:p>
          <a:p>
            <a:pPr algn="l"/>
            <a:endParaRPr kumimoji="1" lang="ja-JP" altLang="en-US" sz="2400" i="0" dirty="0">
              <a:latin typeface="+mn-ea"/>
              <a:ea typeface="+mn-ea"/>
            </a:endParaRPr>
          </a:p>
        </p:txBody>
      </p:sp>
    </p:spTree>
    <p:extLst>
      <p:ext uri="{BB962C8B-B14F-4D97-AF65-F5344CB8AC3E}">
        <p14:creationId xmlns:p14="http://schemas.microsoft.com/office/powerpoint/2010/main" val="130136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　被災２日後。破壊された家々は、がれきと化し街を埋め尽くしていた（１１年３月１３日、岩手・宮古市田老地区）">
            <a:extLst>
              <a:ext uri="{FF2B5EF4-FFF2-40B4-BE49-F238E27FC236}">
                <a16:creationId xmlns:a16="http://schemas.microsoft.com/office/drawing/2014/main" id="{E8EE8098-1791-9F1A-20F3-266D2AD9D4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99" y="2774732"/>
            <a:ext cx="3123959" cy="2082639"/>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2CA9806E-3B81-F206-AFE8-13B3E78F4439}"/>
              </a:ext>
            </a:extLst>
          </p:cNvPr>
          <p:cNvSpPr txBox="1"/>
          <p:nvPr/>
        </p:nvSpPr>
        <p:spPr>
          <a:xfrm>
            <a:off x="255053" y="5815117"/>
            <a:ext cx="3884049" cy="276999"/>
          </a:xfrm>
          <a:prstGeom prst="rect">
            <a:avLst/>
          </a:prstGeom>
          <a:noFill/>
        </p:spPr>
        <p:txBody>
          <a:bodyPr wrap="square">
            <a:spAutoFit/>
          </a:bodyPr>
          <a:lstStyle/>
          <a:p>
            <a:r>
              <a:rPr lang="ja-JP" altLang="en-US" i="0" dirty="0"/>
              <a:t>https://www.jiji.com/jc/v4?id=saigai-haikibutsu&amp;p=110323</a:t>
            </a:r>
          </a:p>
        </p:txBody>
      </p:sp>
      <p:pic>
        <p:nvPicPr>
          <p:cNvPr id="1028" name="Picture 4">
            <a:extLst>
              <a:ext uri="{FF2B5EF4-FFF2-40B4-BE49-F238E27FC236}">
                <a16:creationId xmlns:a16="http://schemas.microsoft.com/office/drawing/2014/main" id="{9B67FC7C-362A-39DA-8AB5-A9F9509414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0653" y="3179467"/>
            <a:ext cx="3985910" cy="2082639"/>
          </a:xfrm>
          <a:prstGeom prst="rect">
            <a:avLst/>
          </a:prstGeom>
          <a:noFill/>
          <a:extLst>
            <a:ext uri="{909E8E84-426E-40DD-AFC4-6F175D3DCCD1}">
              <a14:hiddenFill xmlns:a14="http://schemas.microsoft.com/office/drawing/2010/main">
                <a:solidFill>
                  <a:srgbClr val="FFFFFF"/>
                </a:solidFill>
              </a14:hiddenFill>
            </a:ext>
          </a:extLst>
        </p:spPr>
      </p:pic>
      <p:sp>
        <p:nvSpPr>
          <p:cNvPr id="12" name="テキスト ボックス 11">
            <a:extLst>
              <a:ext uri="{FF2B5EF4-FFF2-40B4-BE49-F238E27FC236}">
                <a16:creationId xmlns:a16="http://schemas.microsoft.com/office/drawing/2014/main" id="{5982BC9C-FEE7-ADB7-6CD2-F755E2747755}"/>
              </a:ext>
            </a:extLst>
          </p:cNvPr>
          <p:cNvSpPr txBox="1"/>
          <p:nvPr/>
        </p:nvSpPr>
        <p:spPr>
          <a:xfrm>
            <a:off x="5395904" y="5937885"/>
            <a:ext cx="3510659" cy="461665"/>
          </a:xfrm>
          <a:prstGeom prst="rect">
            <a:avLst/>
          </a:prstGeom>
          <a:noFill/>
        </p:spPr>
        <p:txBody>
          <a:bodyPr wrap="square">
            <a:spAutoFit/>
          </a:bodyPr>
          <a:lstStyle/>
          <a:p>
            <a:r>
              <a:rPr lang="ja-JP" altLang="en-US" i="0" dirty="0"/>
              <a:t>https://gooddo.jp/magazine/climate-change</a:t>
            </a:r>
            <a:endParaRPr lang="en-US" altLang="ja-JP" i="0" dirty="0"/>
          </a:p>
          <a:p>
            <a:r>
              <a:rPr lang="ja-JP" altLang="en-US" i="0" dirty="0"/>
              <a:t>/heavyrain_typhoon/heavyrain_kyushyu/3778/</a:t>
            </a:r>
          </a:p>
        </p:txBody>
      </p:sp>
      <p:sp>
        <p:nvSpPr>
          <p:cNvPr id="13" name="テキスト ボックス 12">
            <a:extLst>
              <a:ext uri="{FF2B5EF4-FFF2-40B4-BE49-F238E27FC236}">
                <a16:creationId xmlns:a16="http://schemas.microsoft.com/office/drawing/2014/main" id="{C5CC0C1E-1084-623A-9E65-8EBFDE9DF3F3}"/>
              </a:ext>
            </a:extLst>
          </p:cNvPr>
          <p:cNvSpPr txBox="1"/>
          <p:nvPr/>
        </p:nvSpPr>
        <p:spPr>
          <a:xfrm>
            <a:off x="0" y="4984120"/>
            <a:ext cx="4394153" cy="830997"/>
          </a:xfrm>
          <a:prstGeom prst="rect">
            <a:avLst/>
          </a:prstGeom>
          <a:noFill/>
        </p:spPr>
        <p:txBody>
          <a:bodyPr wrap="none" rtlCol="0">
            <a:spAutoFit/>
          </a:bodyPr>
          <a:lstStyle/>
          <a:p>
            <a:pPr algn="ctr"/>
            <a:r>
              <a:rPr kumimoji="1" lang="ja-JP" altLang="en-US" sz="2400" i="0" dirty="0">
                <a:latin typeface="+mn-ea"/>
                <a:ea typeface="+mn-ea"/>
              </a:rPr>
              <a:t>東日本大震災 </a:t>
            </a:r>
            <a:r>
              <a:rPr kumimoji="1" lang="en-US" altLang="ja-JP" sz="2400" i="0" dirty="0">
                <a:latin typeface="+mn-ea"/>
                <a:ea typeface="+mn-ea"/>
              </a:rPr>
              <a:t>2011</a:t>
            </a:r>
            <a:r>
              <a:rPr kumimoji="1" lang="ja-JP" altLang="en-US" sz="2400" i="0" dirty="0">
                <a:latin typeface="+mn-ea"/>
                <a:ea typeface="+mn-ea"/>
              </a:rPr>
              <a:t>年</a:t>
            </a:r>
            <a:r>
              <a:rPr kumimoji="1" lang="en-US" altLang="ja-JP" sz="2400" i="0" dirty="0">
                <a:latin typeface="+mn-ea"/>
                <a:ea typeface="+mn-ea"/>
              </a:rPr>
              <a:t>3</a:t>
            </a:r>
            <a:r>
              <a:rPr kumimoji="1" lang="ja-JP" altLang="en-US" sz="2400" i="0" dirty="0">
                <a:latin typeface="+mn-ea"/>
                <a:ea typeface="+mn-ea"/>
              </a:rPr>
              <a:t>月</a:t>
            </a:r>
            <a:r>
              <a:rPr kumimoji="1" lang="en-US" altLang="ja-JP" sz="2400" i="0" dirty="0">
                <a:latin typeface="+mn-ea"/>
                <a:ea typeface="+mn-ea"/>
              </a:rPr>
              <a:t>13</a:t>
            </a:r>
            <a:r>
              <a:rPr kumimoji="1" lang="ja-JP" altLang="en-US" sz="2400" i="0" dirty="0">
                <a:latin typeface="+mn-ea"/>
                <a:ea typeface="+mn-ea"/>
              </a:rPr>
              <a:t>日</a:t>
            </a:r>
            <a:endParaRPr kumimoji="1" lang="en-US" altLang="ja-JP" sz="2400" i="0" dirty="0">
              <a:latin typeface="+mn-ea"/>
              <a:ea typeface="+mn-ea"/>
            </a:endParaRPr>
          </a:p>
          <a:p>
            <a:pPr algn="ctr"/>
            <a:r>
              <a:rPr kumimoji="1" lang="ja-JP" altLang="en-US" sz="2400" i="0" dirty="0">
                <a:latin typeface="+mn-ea"/>
                <a:ea typeface="+mn-ea"/>
              </a:rPr>
              <a:t>岩手，宮古市田老地区</a:t>
            </a:r>
            <a:endParaRPr kumimoji="1" lang="en-US" altLang="ja-JP" sz="2400" i="0" dirty="0">
              <a:latin typeface="+mn-ea"/>
              <a:ea typeface="+mn-ea"/>
            </a:endParaRPr>
          </a:p>
        </p:txBody>
      </p:sp>
      <p:sp>
        <p:nvSpPr>
          <p:cNvPr id="14" name="テキスト ボックス 13">
            <a:extLst>
              <a:ext uri="{FF2B5EF4-FFF2-40B4-BE49-F238E27FC236}">
                <a16:creationId xmlns:a16="http://schemas.microsoft.com/office/drawing/2014/main" id="{8B816C8C-C2CB-A249-DF9A-B1F2889E58D1}"/>
              </a:ext>
            </a:extLst>
          </p:cNvPr>
          <p:cNvSpPr txBox="1"/>
          <p:nvPr/>
        </p:nvSpPr>
        <p:spPr>
          <a:xfrm>
            <a:off x="4649206" y="5388855"/>
            <a:ext cx="4528804" cy="461665"/>
          </a:xfrm>
          <a:prstGeom prst="rect">
            <a:avLst/>
          </a:prstGeom>
          <a:noFill/>
        </p:spPr>
        <p:txBody>
          <a:bodyPr wrap="none" rtlCol="0">
            <a:spAutoFit/>
          </a:bodyPr>
          <a:lstStyle/>
          <a:p>
            <a:pPr algn="l"/>
            <a:r>
              <a:rPr kumimoji="1" lang="ja-JP" altLang="en-US" sz="2400" i="0" dirty="0">
                <a:latin typeface="+mn-ea"/>
                <a:ea typeface="+mn-ea"/>
              </a:rPr>
              <a:t>九州北部豪雨 </a:t>
            </a:r>
            <a:r>
              <a:rPr kumimoji="1" lang="en-US" altLang="ja-JP" sz="2400" i="0" dirty="0">
                <a:latin typeface="+mn-ea"/>
                <a:ea typeface="+mn-ea"/>
              </a:rPr>
              <a:t>2017</a:t>
            </a:r>
            <a:r>
              <a:rPr kumimoji="1" lang="ja-JP" altLang="en-US" sz="2400" i="0" dirty="0">
                <a:latin typeface="+mn-ea"/>
                <a:ea typeface="+mn-ea"/>
              </a:rPr>
              <a:t>年</a:t>
            </a:r>
            <a:r>
              <a:rPr kumimoji="1" lang="en-US" altLang="ja-JP" sz="2400" i="0" dirty="0">
                <a:latin typeface="+mn-ea"/>
                <a:ea typeface="+mn-ea"/>
              </a:rPr>
              <a:t>7</a:t>
            </a:r>
            <a:r>
              <a:rPr kumimoji="1" lang="ja-JP" altLang="en-US" sz="2400" i="0" dirty="0">
                <a:latin typeface="+mn-ea"/>
                <a:ea typeface="+mn-ea"/>
              </a:rPr>
              <a:t>月</a:t>
            </a:r>
            <a:r>
              <a:rPr kumimoji="1" lang="en-US" altLang="ja-JP" sz="2400" i="0" dirty="0">
                <a:latin typeface="+mn-ea"/>
                <a:ea typeface="+mn-ea"/>
              </a:rPr>
              <a:t>5-6</a:t>
            </a:r>
            <a:r>
              <a:rPr kumimoji="1" lang="ja-JP" altLang="en-US" sz="2400" i="0" dirty="0">
                <a:latin typeface="+mn-ea"/>
                <a:ea typeface="+mn-ea"/>
              </a:rPr>
              <a:t>日</a:t>
            </a:r>
            <a:endParaRPr kumimoji="1" lang="en-US" altLang="ja-JP" sz="2400" i="0" dirty="0">
              <a:latin typeface="+mn-ea"/>
              <a:ea typeface="+mn-ea"/>
            </a:endParaRPr>
          </a:p>
        </p:txBody>
      </p:sp>
      <p:sp>
        <p:nvSpPr>
          <p:cNvPr id="7" name="テキスト ボックス 6">
            <a:extLst>
              <a:ext uri="{FF2B5EF4-FFF2-40B4-BE49-F238E27FC236}">
                <a16:creationId xmlns:a16="http://schemas.microsoft.com/office/drawing/2014/main" id="{005FB056-D0E9-7422-1C8C-05F12F9AF6B1}"/>
              </a:ext>
            </a:extLst>
          </p:cNvPr>
          <p:cNvSpPr txBox="1"/>
          <p:nvPr/>
        </p:nvSpPr>
        <p:spPr>
          <a:xfrm>
            <a:off x="8821141" y="2902468"/>
            <a:ext cx="3165418" cy="276999"/>
          </a:xfrm>
          <a:prstGeom prst="rect">
            <a:avLst/>
          </a:prstGeom>
          <a:noFill/>
        </p:spPr>
        <p:txBody>
          <a:bodyPr wrap="none" rtlCol="0">
            <a:spAutoFit/>
          </a:bodyPr>
          <a:lstStyle/>
          <a:p>
            <a:r>
              <a:rPr kumimoji="1" lang="en-US" altLang="ja-JP" i="0" dirty="0">
                <a:latin typeface="Segoe UI Historic" panose="020B0502040204020203" pitchFamily="34" charset="0"/>
                <a:ea typeface="Segoe UI Historic" panose="020B0502040204020203" pitchFamily="34" charset="0"/>
                <a:cs typeface="Segoe UI Historic" panose="020B0502040204020203" pitchFamily="34" charset="0"/>
              </a:rPr>
              <a:t>https://www.bosai.yomiuri.co.jp/article/4459</a:t>
            </a:r>
            <a:endParaRPr kumimoji="1" lang="ja-JP" altLang="en-US" i="0" dirty="0">
              <a:latin typeface="Segoe UI Historic" panose="020B0502040204020203" pitchFamily="34" charset="0"/>
              <a:ea typeface="+mn-ea"/>
              <a:cs typeface="Segoe UI Historic" panose="020B0502040204020203" pitchFamily="34" charset="0"/>
            </a:endParaRPr>
          </a:p>
        </p:txBody>
      </p:sp>
      <p:pic>
        <p:nvPicPr>
          <p:cNvPr id="11" name="図 10" descr="雪の積もった山でジャンプしている人&#10;&#10;AI 生成コンテンツは誤りを含む可能性があります。">
            <a:extLst>
              <a:ext uri="{FF2B5EF4-FFF2-40B4-BE49-F238E27FC236}">
                <a16:creationId xmlns:a16="http://schemas.microsoft.com/office/drawing/2014/main" id="{0F03E82A-87CF-BC8D-A028-146C811BE5E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721881" y="697572"/>
            <a:ext cx="3264678" cy="2174276"/>
          </a:xfrm>
          <a:prstGeom prst="rect">
            <a:avLst/>
          </a:prstGeom>
        </p:spPr>
      </p:pic>
      <p:sp>
        <p:nvSpPr>
          <p:cNvPr id="17" name="テキスト ボックス 16">
            <a:extLst>
              <a:ext uri="{FF2B5EF4-FFF2-40B4-BE49-F238E27FC236}">
                <a16:creationId xmlns:a16="http://schemas.microsoft.com/office/drawing/2014/main" id="{DF84D73D-DAAD-F419-CF39-3D5A5E8EBDF8}"/>
              </a:ext>
            </a:extLst>
          </p:cNvPr>
          <p:cNvSpPr txBox="1"/>
          <p:nvPr/>
        </p:nvSpPr>
        <p:spPr>
          <a:xfrm>
            <a:off x="10003740" y="273891"/>
            <a:ext cx="800219" cy="461665"/>
          </a:xfrm>
          <a:prstGeom prst="rect">
            <a:avLst/>
          </a:prstGeom>
          <a:noFill/>
        </p:spPr>
        <p:txBody>
          <a:bodyPr wrap="none" rtlCol="0">
            <a:spAutoFit/>
          </a:bodyPr>
          <a:lstStyle/>
          <a:p>
            <a:pPr algn="l"/>
            <a:r>
              <a:rPr kumimoji="1" lang="ja-JP" altLang="en-US" sz="2400" i="0" dirty="0">
                <a:latin typeface="+mn-ea"/>
                <a:ea typeface="+mn-ea"/>
              </a:rPr>
              <a:t>雪崩</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grpSp>
        <p:nvGrpSpPr>
          <p:cNvPr id="8" name="グループ化 7">
            <a:extLst>
              <a:ext uri="{FF2B5EF4-FFF2-40B4-BE49-F238E27FC236}">
                <a16:creationId xmlns:a16="http://schemas.microsoft.com/office/drawing/2014/main" id="{2A3486C0-4F94-8894-0924-DB8DEEBB0918}"/>
              </a:ext>
            </a:extLst>
          </p:cNvPr>
          <p:cNvGrpSpPr/>
          <p:nvPr/>
        </p:nvGrpSpPr>
        <p:grpSpPr>
          <a:xfrm>
            <a:off x="764825" y="1022560"/>
            <a:ext cx="10896266" cy="4812880"/>
            <a:chOff x="764825" y="1022560"/>
            <a:chExt cx="10896266" cy="4812880"/>
          </a:xfrm>
        </p:grpSpPr>
        <p:grpSp>
          <p:nvGrpSpPr>
            <p:cNvPr id="66" name="グループ化 65">
              <a:extLst>
                <a:ext uri="{FF2B5EF4-FFF2-40B4-BE49-F238E27FC236}">
                  <a16:creationId xmlns:a16="http://schemas.microsoft.com/office/drawing/2014/main" id="{32D400BC-0938-DD62-0F62-F99CA43B92DD}"/>
                </a:ext>
              </a:extLst>
            </p:cNvPr>
            <p:cNvGrpSpPr/>
            <p:nvPr/>
          </p:nvGrpSpPr>
          <p:grpSpPr>
            <a:xfrm>
              <a:off x="764825" y="1022560"/>
              <a:ext cx="10896266" cy="4812880"/>
              <a:chOff x="1086355" y="911820"/>
              <a:chExt cx="10896266" cy="4812880"/>
            </a:xfrm>
          </p:grpSpPr>
          <p:grpSp>
            <p:nvGrpSpPr>
              <p:cNvPr id="63" name="グループ化 62">
                <a:extLst>
                  <a:ext uri="{FF2B5EF4-FFF2-40B4-BE49-F238E27FC236}">
                    <a16:creationId xmlns:a16="http://schemas.microsoft.com/office/drawing/2014/main" id="{533D19FD-8E64-725E-4FF9-A9154A060CEB}"/>
                  </a:ext>
                </a:extLst>
              </p:cNvPr>
              <p:cNvGrpSpPr/>
              <p:nvPr/>
            </p:nvGrpSpPr>
            <p:grpSpPr>
              <a:xfrm>
                <a:off x="1086355" y="911820"/>
                <a:ext cx="10896266" cy="4812880"/>
                <a:chOff x="1086355" y="911820"/>
                <a:chExt cx="10896266" cy="4812880"/>
              </a:xfrm>
            </p:grpSpPr>
            <p:grpSp>
              <p:nvGrpSpPr>
                <p:cNvPr id="43" name="グループ化 42">
                  <a:extLst>
                    <a:ext uri="{FF2B5EF4-FFF2-40B4-BE49-F238E27FC236}">
                      <a16:creationId xmlns:a16="http://schemas.microsoft.com/office/drawing/2014/main" id="{EFC02F93-7EBE-9B1E-3962-608C375F2491}"/>
                    </a:ext>
                  </a:extLst>
                </p:cNvPr>
                <p:cNvGrpSpPr/>
                <p:nvPr/>
              </p:nvGrpSpPr>
              <p:grpSpPr>
                <a:xfrm>
                  <a:off x="1086355" y="911820"/>
                  <a:ext cx="10896266" cy="4812880"/>
                  <a:chOff x="947459" y="1490554"/>
                  <a:chExt cx="10896266" cy="4812880"/>
                </a:xfrm>
              </p:grpSpPr>
              <p:grpSp>
                <p:nvGrpSpPr>
                  <p:cNvPr id="150" name="グループ化 149">
                    <a:extLst>
                      <a:ext uri="{FF2B5EF4-FFF2-40B4-BE49-F238E27FC236}">
                        <a16:creationId xmlns:a16="http://schemas.microsoft.com/office/drawing/2014/main" id="{21E806AC-60BB-9819-1B90-6CE1FF35BBD4}"/>
                      </a:ext>
                    </a:extLst>
                  </p:cNvPr>
                  <p:cNvGrpSpPr/>
                  <p:nvPr/>
                </p:nvGrpSpPr>
                <p:grpSpPr>
                  <a:xfrm>
                    <a:off x="947459" y="1490554"/>
                    <a:ext cx="10896266" cy="4812880"/>
                    <a:chOff x="862399" y="1543717"/>
                    <a:chExt cx="10896266" cy="4812880"/>
                  </a:xfrm>
                </p:grpSpPr>
                <p:grpSp>
                  <p:nvGrpSpPr>
                    <p:cNvPr id="142" name="グループ化 141">
                      <a:extLst>
                        <a:ext uri="{FF2B5EF4-FFF2-40B4-BE49-F238E27FC236}">
                          <a16:creationId xmlns:a16="http://schemas.microsoft.com/office/drawing/2014/main" id="{52E04857-81B7-DDE8-AF4F-332FFFFDC813}"/>
                        </a:ext>
                      </a:extLst>
                    </p:cNvPr>
                    <p:cNvGrpSpPr/>
                    <p:nvPr/>
                  </p:nvGrpSpPr>
                  <p:grpSpPr>
                    <a:xfrm>
                      <a:off x="862399" y="1656263"/>
                      <a:ext cx="10776322" cy="4700334"/>
                      <a:chOff x="862399" y="1656263"/>
                      <a:chExt cx="10776322" cy="4700334"/>
                    </a:xfrm>
                  </p:grpSpPr>
                  <p:grpSp>
                    <p:nvGrpSpPr>
                      <p:cNvPr id="111" name="グループ化 110">
                        <a:extLst>
                          <a:ext uri="{FF2B5EF4-FFF2-40B4-BE49-F238E27FC236}">
                            <a16:creationId xmlns:a16="http://schemas.microsoft.com/office/drawing/2014/main" id="{163589DE-CAB9-CD62-498A-F2BB9CC7FF5B}"/>
                          </a:ext>
                        </a:extLst>
                      </p:cNvPr>
                      <p:cNvGrpSpPr/>
                      <p:nvPr/>
                    </p:nvGrpSpPr>
                    <p:grpSpPr>
                      <a:xfrm>
                        <a:off x="1376699" y="2138340"/>
                        <a:ext cx="10137122" cy="3622099"/>
                        <a:chOff x="1145716" y="1780540"/>
                        <a:chExt cx="9065084" cy="3279128"/>
                      </a:xfrm>
                    </p:grpSpPr>
                    <p:grpSp>
                      <p:nvGrpSpPr>
                        <p:cNvPr id="7" name="グループ化 6">
                          <a:extLst>
                            <a:ext uri="{FF2B5EF4-FFF2-40B4-BE49-F238E27FC236}">
                              <a16:creationId xmlns:a16="http://schemas.microsoft.com/office/drawing/2014/main" id="{2CC87A8B-9771-2D1E-3292-E141D27FB45B}"/>
                            </a:ext>
                          </a:extLst>
                        </p:cNvPr>
                        <p:cNvGrpSpPr/>
                        <p:nvPr/>
                      </p:nvGrpSpPr>
                      <p:grpSpPr>
                        <a:xfrm>
                          <a:off x="1528213" y="2133600"/>
                          <a:ext cx="2676504" cy="2092714"/>
                          <a:chOff x="1939030" y="2186608"/>
                          <a:chExt cx="2676504" cy="2092714"/>
                        </a:xfrm>
                      </p:grpSpPr>
                      <p:sp>
                        <p:nvSpPr>
                          <p:cNvPr id="4" name="正方形/長方形 3">
                            <a:extLst>
                              <a:ext uri="{FF2B5EF4-FFF2-40B4-BE49-F238E27FC236}">
                                <a16:creationId xmlns:a16="http://schemas.microsoft.com/office/drawing/2014/main" id="{B74D4313-B555-957A-2047-4D2B2DF1E25E}"/>
                              </a:ext>
                            </a:extLst>
                          </p:cNvPr>
                          <p:cNvSpPr/>
                          <p:nvPr/>
                        </p:nvSpPr>
                        <p:spPr bwMode="auto">
                          <a:xfrm>
                            <a:off x="1939030" y="2186608"/>
                            <a:ext cx="2676504" cy="1552714"/>
                          </a:xfrm>
                          <a:prstGeom prst="rect">
                            <a:avLst/>
                          </a:prstGeom>
                          <a:no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5" name="フローチャート: 結合子 4">
                            <a:extLst>
                              <a:ext uri="{FF2B5EF4-FFF2-40B4-BE49-F238E27FC236}">
                                <a16:creationId xmlns:a16="http://schemas.microsoft.com/office/drawing/2014/main" id="{14B02780-9C9B-B5B7-7CFD-06B046397E61}"/>
                              </a:ext>
                            </a:extLst>
                          </p:cNvPr>
                          <p:cNvSpPr/>
                          <p:nvPr/>
                        </p:nvSpPr>
                        <p:spPr bwMode="auto">
                          <a:xfrm>
                            <a:off x="2127463" y="3199322"/>
                            <a:ext cx="1080000" cy="1080000"/>
                          </a:xfrm>
                          <a:prstGeom prst="flowChartConnector">
                            <a:avLst/>
                          </a:prstGeom>
                          <a:solidFill>
                            <a:schemeClr val="bg1"/>
                          </a:solid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6" name="フローチャート: 結合子 5">
                            <a:extLst>
                              <a:ext uri="{FF2B5EF4-FFF2-40B4-BE49-F238E27FC236}">
                                <a16:creationId xmlns:a16="http://schemas.microsoft.com/office/drawing/2014/main" id="{18EE94A6-7B2E-BBEB-18B2-024DD7E13302}"/>
                              </a:ext>
                            </a:extLst>
                          </p:cNvPr>
                          <p:cNvSpPr/>
                          <p:nvPr/>
                        </p:nvSpPr>
                        <p:spPr bwMode="auto">
                          <a:xfrm>
                            <a:off x="3395896" y="3199322"/>
                            <a:ext cx="1080000" cy="1080000"/>
                          </a:xfrm>
                          <a:prstGeom prst="flowChartConnector">
                            <a:avLst/>
                          </a:prstGeom>
                          <a:solidFill>
                            <a:schemeClr val="bg1"/>
                          </a:solid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grpSp>
                      <p:nvGrpSpPr>
                        <p:cNvPr id="29" name="グループ化 28">
                          <a:extLst>
                            <a:ext uri="{FF2B5EF4-FFF2-40B4-BE49-F238E27FC236}">
                              <a16:creationId xmlns:a16="http://schemas.microsoft.com/office/drawing/2014/main" id="{8A2E004A-CB11-0573-E583-0B23EDC8EB2F}"/>
                            </a:ext>
                          </a:extLst>
                        </p:cNvPr>
                        <p:cNvGrpSpPr/>
                        <p:nvPr/>
                      </p:nvGrpSpPr>
                      <p:grpSpPr>
                        <a:xfrm>
                          <a:off x="1145716" y="4226314"/>
                          <a:ext cx="9065084" cy="833354"/>
                          <a:chOff x="1145716" y="4226314"/>
                          <a:chExt cx="9065084" cy="833354"/>
                        </a:xfrm>
                      </p:grpSpPr>
                      <p:sp>
                        <p:nvSpPr>
                          <p:cNvPr id="23" name="フリーフォーム: 図形 22">
                            <a:extLst>
                              <a:ext uri="{FF2B5EF4-FFF2-40B4-BE49-F238E27FC236}">
                                <a16:creationId xmlns:a16="http://schemas.microsoft.com/office/drawing/2014/main" id="{32236A9F-0CF3-1DF7-E557-B00ABB4CBFC6}"/>
                              </a:ext>
                            </a:extLst>
                          </p:cNvPr>
                          <p:cNvSpPr/>
                          <p:nvPr/>
                        </p:nvSpPr>
                        <p:spPr bwMode="auto">
                          <a:xfrm rot="10800000" flipV="1">
                            <a:off x="5344860" y="4226314"/>
                            <a:ext cx="4865940" cy="833354"/>
                          </a:xfrm>
                          <a:custGeom>
                            <a:avLst/>
                            <a:gdLst>
                              <a:gd name="connsiteX0" fmla="*/ 0 w 6467856"/>
                              <a:gd name="connsiteY0" fmla="*/ 0 h 1383792"/>
                              <a:gd name="connsiteX1" fmla="*/ 1078992 w 6467856"/>
                              <a:gd name="connsiteY1" fmla="*/ 1377696 h 1383792"/>
                              <a:gd name="connsiteX2" fmla="*/ 2157984 w 6467856"/>
                              <a:gd name="connsiteY2" fmla="*/ 6096 h 1383792"/>
                              <a:gd name="connsiteX3" fmla="*/ 3243072 w 6467856"/>
                              <a:gd name="connsiteY3" fmla="*/ 1383792 h 1383792"/>
                              <a:gd name="connsiteX4" fmla="*/ 4315968 w 6467856"/>
                              <a:gd name="connsiteY4" fmla="*/ 6096 h 1383792"/>
                              <a:gd name="connsiteX5" fmla="*/ 5388864 w 6467856"/>
                              <a:gd name="connsiteY5" fmla="*/ 1383792 h 1383792"/>
                              <a:gd name="connsiteX6" fmla="*/ 6467856 w 6467856"/>
                              <a:gd name="connsiteY6" fmla="*/ 0 h 138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67856" h="1383792">
                                <a:moveTo>
                                  <a:pt x="0" y="0"/>
                                </a:moveTo>
                                <a:cubicBezTo>
                                  <a:pt x="359664" y="688340"/>
                                  <a:pt x="719328" y="1376680"/>
                                  <a:pt x="1078992" y="1377696"/>
                                </a:cubicBezTo>
                                <a:cubicBezTo>
                                  <a:pt x="1438656" y="1378712"/>
                                  <a:pt x="1797304" y="5080"/>
                                  <a:pt x="2157984" y="6096"/>
                                </a:cubicBezTo>
                                <a:cubicBezTo>
                                  <a:pt x="2518664" y="7112"/>
                                  <a:pt x="2883408" y="1383792"/>
                                  <a:pt x="3243072" y="1383792"/>
                                </a:cubicBezTo>
                                <a:cubicBezTo>
                                  <a:pt x="3602736" y="1383792"/>
                                  <a:pt x="3958336" y="6096"/>
                                  <a:pt x="4315968" y="6096"/>
                                </a:cubicBezTo>
                                <a:cubicBezTo>
                                  <a:pt x="4673600" y="6096"/>
                                  <a:pt x="5030216" y="1384808"/>
                                  <a:pt x="5388864" y="1383792"/>
                                </a:cubicBezTo>
                                <a:cubicBezTo>
                                  <a:pt x="5747512" y="1382776"/>
                                  <a:pt x="6213856" y="119888"/>
                                  <a:pt x="6467856" y="0"/>
                                </a:cubicBezTo>
                              </a:path>
                            </a:pathLst>
                          </a:custGeom>
                          <a:noFill/>
                          <a:ln w="381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cxnSp>
                        <p:nvCxnSpPr>
                          <p:cNvPr id="25" name="直線コネクタ 24">
                            <a:extLst>
                              <a:ext uri="{FF2B5EF4-FFF2-40B4-BE49-F238E27FC236}">
                                <a16:creationId xmlns:a16="http://schemas.microsoft.com/office/drawing/2014/main" id="{A92EF75A-EF19-1A9A-A0AD-CFC915BA2D8C}"/>
                              </a:ext>
                            </a:extLst>
                          </p:cNvPr>
                          <p:cNvCxnSpPr>
                            <a:cxnSpLocks/>
                          </p:cNvCxnSpPr>
                          <p:nvPr/>
                        </p:nvCxnSpPr>
                        <p:spPr bwMode="auto">
                          <a:xfrm>
                            <a:off x="1145716" y="4226314"/>
                            <a:ext cx="4199146" cy="0"/>
                          </a:xfrm>
                          <a:prstGeom prst="line">
                            <a:avLst/>
                          </a:prstGeom>
                          <a:solidFill>
                            <a:schemeClr val="accent1"/>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49" name="グループ化 48">
                          <a:extLst>
                            <a:ext uri="{FF2B5EF4-FFF2-40B4-BE49-F238E27FC236}">
                              <a16:creationId xmlns:a16="http://schemas.microsoft.com/office/drawing/2014/main" id="{C62DC44F-2710-7360-75DB-AD9EE3A380BC}"/>
                            </a:ext>
                          </a:extLst>
                        </p:cNvPr>
                        <p:cNvGrpSpPr/>
                        <p:nvPr/>
                      </p:nvGrpSpPr>
                      <p:grpSpPr>
                        <a:xfrm>
                          <a:off x="2356083" y="2484120"/>
                          <a:ext cx="1316757" cy="939423"/>
                          <a:chOff x="2356083" y="2484120"/>
                          <a:chExt cx="1316757" cy="939423"/>
                        </a:xfrm>
                      </p:grpSpPr>
                      <p:sp>
                        <p:nvSpPr>
                          <p:cNvPr id="30" name="フローチャート: 結合子 29">
                            <a:extLst>
                              <a:ext uri="{FF2B5EF4-FFF2-40B4-BE49-F238E27FC236}">
                                <a16:creationId xmlns:a16="http://schemas.microsoft.com/office/drawing/2014/main" id="{1677A676-B4F8-9CC2-79E1-4E46CDD7FAAD}"/>
                              </a:ext>
                            </a:extLst>
                          </p:cNvPr>
                          <p:cNvSpPr/>
                          <p:nvPr/>
                        </p:nvSpPr>
                        <p:spPr bwMode="auto">
                          <a:xfrm>
                            <a:off x="2776256" y="2858231"/>
                            <a:ext cx="193157" cy="195547"/>
                          </a:xfrm>
                          <a:prstGeom prst="flowChartConnector">
                            <a:avLst/>
                          </a:prstGeom>
                          <a:solidFill>
                            <a:srgbClr val="FF0000"/>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cxnSp>
                        <p:nvCxnSpPr>
                          <p:cNvPr id="32" name="直線コネクタ 31">
                            <a:extLst>
                              <a:ext uri="{FF2B5EF4-FFF2-40B4-BE49-F238E27FC236}">
                                <a16:creationId xmlns:a16="http://schemas.microsoft.com/office/drawing/2014/main" id="{AC39DB2A-01C2-7F93-6311-FD5AA0F15C44}"/>
                              </a:ext>
                            </a:extLst>
                          </p:cNvPr>
                          <p:cNvCxnSpPr>
                            <a:cxnSpLocks/>
                          </p:cNvCxnSpPr>
                          <p:nvPr/>
                        </p:nvCxnSpPr>
                        <p:spPr bwMode="auto">
                          <a:xfrm>
                            <a:off x="2866465" y="2967107"/>
                            <a:ext cx="806375"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7" name="直線コネクタ 36">
                            <a:extLst>
                              <a:ext uri="{FF2B5EF4-FFF2-40B4-BE49-F238E27FC236}">
                                <a16:creationId xmlns:a16="http://schemas.microsoft.com/office/drawing/2014/main" id="{5065CC32-C3FC-40DA-45AE-94B781F4821A}"/>
                              </a:ext>
                            </a:extLst>
                          </p:cNvPr>
                          <p:cNvCxnSpPr>
                            <a:cxnSpLocks/>
                          </p:cNvCxnSpPr>
                          <p:nvPr/>
                        </p:nvCxnSpPr>
                        <p:spPr bwMode="auto">
                          <a:xfrm flipV="1">
                            <a:off x="2866465" y="2484120"/>
                            <a:ext cx="658614" cy="48298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40" name="円弧 39">
                            <a:extLst>
                              <a:ext uri="{FF2B5EF4-FFF2-40B4-BE49-F238E27FC236}">
                                <a16:creationId xmlns:a16="http://schemas.microsoft.com/office/drawing/2014/main" id="{EBC5A9E4-0DF5-AEF4-DDD9-79C645949351}"/>
                              </a:ext>
                            </a:extLst>
                          </p:cNvPr>
                          <p:cNvSpPr/>
                          <p:nvPr/>
                        </p:nvSpPr>
                        <p:spPr bwMode="auto">
                          <a:xfrm rot="1465895">
                            <a:off x="2356083" y="2510671"/>
                            <a:ext cx="900142" cy="912872"/>
                          </a:xfrm>
                          <a:prstGeom prst="arc">
                            <a:avLst>
                              <a:gd name="adj1" fmla="val 18276925"/>
                              <a:gd name="adj2" fmla="val 20156937"/>
                            </a:avLst>
                          </a:prstGeom>
                          <a:no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sp>
                      <p:nvSpPr>
                        <p:cNvPr id="41" name="フローチャート: 結合子 40">
                          <a:extLst>
                            <a:ext uri="{FF2B5EF4-FFF2-40B4-BE49-F238E27FC236}">
                              <a16:creationId xmlns:a16="http://schemas.microsoft.com/office/drawing/2014/main" id="{2F283AAC-1DA6-C6E2-5AD3-2DD417B26ED6}"/>
                            </a:ext>
                          </a:extLst>
                        </p:cNvPr>
                        <p:cNvSpPr/>
                        <p:nvPr/>
                      </p:nvSpPr>
                      <p:spPr bwMode="auto">
                        <a:xfrm>
                          <a:off x="2195739" y="3629165"/>
                          <a:ext cx="121814" cy="114300"/>
                        </a:xfrm>
                        <a:prstGeom prst="flowChartConnector">
                          <a:avLst/>
                        </a:prstGeom>
                        <a:solidFill>
                          <a:schemeClr val="tx1"/>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42" name="フローチャート: 結合子 41">
                          <a:extLst>
                            <a:ext uri="{FF2B5EF4-FFF2-40B4-BE49-F238E27FC236}">
                              <a16:creationId xmlns:a16="http://schemas.microsoft.com/office/drawing/2014/main" id="{A70C9551-F818-8A47-559E-32A6B821A5EC}"/>
                            </a:ext>
                          </a:extLst>
                        </p:cNvPr>
                        <p:cNvSpPr/>
                        <p:nvPr/>
                      </p:nvSpPr>
                      <p:spPr bwMode="auto">
                        <a:xfrm>
                          <a:off x="3464172" y="3629164"/>
                          <a:ext cx="121814" cy="114300"/>
                        </a:xfrm>
                        <a:prstGeom prst="flowChartConnector">
                          <a:avLst/>
                        </a:prstGeom>
                        <a:solidFill>
                          <a:schemeClr val="tx1"/>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cxnSp>
                      <p:nvCxnSpPr>
                        <p:cNvPr id="44" name="直線コネクタ 43">
                          <a:extLst>
                            <a:ext uri="{FF2B5EF4-FFF2-40B4-BE49-F238E27FC236}">
                              <a16:creationId xmlns:a16="http://schemas.microsoft.com/office/drawing/2014/main" id="{D8FEE81D-501C-8CED-26EB-4171935F4870}"/>
                            </a:ext>
                          </a:extLst>
                        </p:cNvPr>
                        <p:cNvCxnSpPr>
                          <a:cxnSpLocks/>
                        </p:cNvCxnSpPr>
                        <p:nvPr/>
                      </p:nvCxnSpPr>
                      <p:spPr bwMode="auto">
                        <a:xfrm>
                          <a:off x="1528213" y="1780540"/>
                          <a:ext cx="0" cy="3200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48" name="直線コネクタ 47">
                          <a:extLst>
                            <a:ext uri="{FF2B5EF4-FFF2-40B4-BE49-F238E27FC236}">
                              <a16:creationId xmlns:a16="http://schemas.microsoft.com/office/drawing/2014/main" id="{C7E6BEE3-F901-BEAC-E5DF-1CC45F254095}"/>
                            </a:ext>
                          </a:extLst>
                        </p:cNvPr>
                        <p:cNvCxnSpPr>
                          <a:cxnSpLocks/>
                        </p:cNvCxnSpPr>
                        <p:nvPr/>
                      </p:nvCxnSpPr>
                      <p:spPr bwMode="auto">
                        <a:xfrm>
                          <a:off x="4204717" y="1780540"/>
                          <a:ext cx="0" cy="3200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7" name="直線矢印コネクタ 56">
                          <a:extLst>
                            <a:ext uri="{FF2B5EF4-FFF2-40B4-BE49-F238E27FC236}">
                              <a16:creationId xmlns:a16="http://schemas.microsoft.com/office/drawing/2014/main" id="{B93C92EE-0EF5-90C6-5A89-E8E3F528C2FE}"/>
                            </a:ext>
                          </a:extLst>
                        </p:cNvPr>
                        <p:cNvCxnSpPr>
                          <a:cxnSpLocks/>
                        </p:cNvCxnSpPr>
                        <p:nvPr/>
                      </p:nvCxnSpPr>
                      <p:spPr bwMode="auto">
                        <a:xfrm>
                          <a:off x="1528213" y="1937317"/>
                          <a:ext cx="2676504" cy="0"/>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0" name="直線コネクタ 59">
                          <a:extLst>
                            <a:ext uri="{FF2B5EF4-FFF2-40B4-BE49-F238E27FC236}">
                              <a16:creationId xmlns:a16="http://schemas.microsoft.com/office/drawing/2014/main" id="{E72E3DE5-0790-FC1A-D33C-4F8F76DBE607}"/>
                            </a:ext>
                          </a:extLst>
                        </p:cNvPr>
                        <p:cNvCxnSpPr>
                          <a:cxnSpLocks/>
                        </p:cNvCxnSpPr>
                        <p:nvPr/>
                      </p:nvCxnSpPr>
                      <p:spPr bwMode="auto">
                        <a:xfrm>
                          <a:off x="1181861" y="2133600"/>
                          <a:ext cx="320400"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67" name="直線矢印コネクタ 66">
                          <a:extLst>
                            <a:ext uri="{FF2B5EF4-FFF2-40B4-BE49-F238E27FC236}">
                              <a16:creationId xmlns:a16="http://schemas.microsoft.com/office/drawing/2014/main" id="{DCD96714-A7DC-21CF-599B-D6A765C4EEE8}"/>
                            </a:ext>
                          </a:extLst>
                        </p:cNvPr>
                        <p:cNvCxnSpPr>
                          <a:cxnSpLocks/>
                        </p:cNvCxnSpPr>
                        <p:nvPr/>
                      </p:nvCxnSpPr>
                      <p:spPr bwMode="auto">
                        <a:xfrm>
                          <a:off x="1342061" y="2133600"/>
                          <a:ext cx="0" cy="2092714"/>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2" name="直線コネクタ 71">
                          <a:extLst>
                            <a:ext uri="{FF2B5EF4-FFF2-40B4-BE49-F238E27FC236}">
                              <a16:creationId xmlns:a16="http://schemas.microsoft.com/office/drawing/2014/main" id="{62453386-1A7A-CEF0-7EEF-3238AD6E6078}"/>
                            </a:ext>
                          </a:extLst>
                        </p:cNvPr>
                        <p:cNvCxnSpPr>
                          <a:cxnSpLocks/>
                          <a:stCxn id="41" idx="4"/>
                        </p:cNvCxnSpPr>
                        <p:nvPr/>
                      </p:nvCxnSpPr>
                      <p:spPr bwMode="auto">
                        <a:xfrm flipH="1">
                          <a:off x="2256645" y="3743465"/>
                          <a:ext cx="1" cy="12171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78" name="直線コネクタ 77">
                          <a:extLst>
                            <a:ext uri="{FF2B5EF4-FFF2-40B4-BE49-F238E27FC236}">
                              <a16:creationId xmlns:a16="http://schemas.microsoft.com/office/drawing/2014/main" id="{B3A3DFD9-9741-F259-81FB-44CF7C80FD71}"/>
                            </a:ext>
                          </a:extLst>
                        </p:cNvPr>
                        <p:cNvCxnSpPr>
                          <a:cxnSpLocks/>
                        </p:cNvCxnSpPr>
                        <p:nvPr/>
                      </p:nvCxnSpPr>
                      <p:spPr bwMode="auto">
                        <a:xfrm>
                          <a:off x="3525079" y="3743465"/>
                          <a:ext cx="0" cy="121715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80" name="直線矢印コネクタ 79">
                          <a:extLst>
                            <a:ext uri="{FF2B5EF4-FFF2-40B4-BE49-F238E27FC236}">
                              <a16:creationId xmlns:a16="http://schemas.microsoft.com/office/drawing/2014/main" id="{B5D41A5F-B580-B9FE-3941-D1DB71D40E22}"/>
                            </a:ext>
                          </a:extLst>
                        </p:cNvPr>
                        <p:cNvCxnSpPr>
                          <a:cxnSpLocks/>
                        </p:cNvCxnSpPr>
                        <p:nvPr/>
                      </p:nvCxnSpPr>
                      <p:spPr bwMode="auto">
                        <a:xfrm>
                          <a:off x="2256645" y="4787279"/>
                          <a:ext cx="1268434" cy="0"/>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90" name="グループ化 89">
                          <a:extLst>
                            <a:ext uri="{FF2B5EF4-FFF2-40B4-BE49-F238E27FC236}">
                              <a16:creationId xmlns:a16="http://schemas.microsoft.com/office/drawing/2014/main" id="{57ABE1B3-FE5D-14AC-4DA8-DC7D49FB2A3C}"/>
                            </a:ext>
                          </a:extLst>
                        </p:cNvPr>
                        <p:cNvGrpSpPr/>
                        <p:nvPr/>
                      </p:nvGrpSpPr>
                      <p:grpSpPr>
                        <a:xfrm>
                          <a:off x="1805362" y="3229115"/>
                          <a:ext cx="2190614" cy="922185"/>
                          <a:chOff x="1805362" y="3229115"/>
                          <a:chExt cx="2190614" cy="922185"/>
                        </a:xfrm>
                        <a:noFill/>
                      </p:grpSpPr>
                      <p:sp>
                        <p:nvSpPr>
                          <p:cNvPr id="88" name="円弧 87">
                            <a:extLst>
                              <a:ext uri="{FF2B5EF4-FFF2-40B4-BE49-F238E27FC236}">
                                <a16:creationId xmlns:a16="http://schemas.microsoft.com/office/drawing/2014/main" id="{07AB76E5-29EE-85DB-BE5C-7C4AF18B68FF}"/>
                              </a:ext>
                            </a:extLst>
                          </p:cNvPr>
                          <p:cNvSpPr/>
                          <p:nvPr/>
                        </p:nvSpPr>
                        <p:spPr bwMode="auto">
                          <a:xfrm rot="2641556">
                            <a:off x="3081576" y="3229115"/>
                            <a:ext cx="914400" cy="914400"/>
                          </a:xfrm>
                          <a:prstGeom prst="arc">
                            <a:avLst/>
                          </a:prstGeom>
                          <a:grp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89" name="円弧 88">
                            <a:extLst>
                              <a:ext uri="{FF2B5EF4-FFF2-40B4-BE49-F238E27FC236}">
                                <a16:creationId xmlns:a16="http://schemas.microsoft.com/office/drawing/2014/main" id="{F914D3B1-D158-7A59-E179-E34BE69A2C06}"/>
                              </a:ext>
                            </a:extLst>
                          </p:cNvPr>
                          <p:cNvSpPr/>
                          <p:nvPr/>
                        </p:nvSpPr>
                        <p:spPr bwMode="auto">
                          <a:xfrm rot="2641556">
                            <a:off x="1805362" y="3236900"/>
                            <a:ext cx="914400" cy="914400"/>
                          </a:xfrm>
                          <a:prstGeom prst="arc">
                            <a:avLst/>
                          </a:prstGeom>
                          <a:grp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cxnSp>
                      <p:nvCxnSpPr>
                        <p:cNvPr id="91" name="直線コネクタ 90">
                          <a:extLst>
                            <a:ext uri="{FF2B5EF4-FFF2-40B4-BE49-F238E27FC236}">
                              <a16:creationId xmlns:a16="http://schemas.microsoft.com/office/drawing/2014/main" id="{3217B3F2-B1DE-CB21-2470-AD32110A04AE}"/>
                            </a:ext>
                          </a:extLst>
                        </p:cNvPr>
                        <p:cNvCxnSpPr>
                          <a:cxnSpLocks/>
                        </p:cNvCxnSpPr>
                        <p:nvPr/>
                      </p:nvCxnSpPr>
                      <p:spPr bwMode="auto">
                        <a:xfrm>
                          <a:off x="6955537" y="3807460"/>
                          <a:ext cx="0" cy="3200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2" name="直線コネクタ 91">
                          <a:extLst>
                            <a:ext uri="{FF2B5EF4-FFF2-40B4-BE49-F238E27FC236}">
                              <a16:creationId xmlns:a16="http://schemas.microsoft.com/office/drawing/2014/main" id="{EAF5DFFB-73B0-E993-2FCC-C8B76FC77FA7}"/>
                            </a:ext>
                          </a:extLst>
                        </p:cNvPr>
                        <p:cNvCxnSpPr>
                          <a:cxnSpLocks/>
                        </p:cNvCxnSpPr>
                        <p:nvPr/>
                      </p:nvCxnSpPr>
                      <p:spPr bwMode="auto">
                        <a:xfrm>
                          <a:off x="8593837" y="3835400"/>
                          <a:ext cx="0" cy="32004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5" name="直線コネクタ 94">
                          <a:extLst>
                            <a:ext uri="{FF2B5EF4-FFF2-40B4-BE49-F238E27FC236}">
                              <a16:creationId xmlns:a16="http://schemas.microsoft.com/office/drawing/2014/main" id="{182FC04E-859D-FF40-DA3D-6421429E69EC}"/>
                            </a:ext>
                          </a:extLst>
                        </p:cNvPr>
                        <p:cNvCxnSpPr>
                          <a:cxnSpLocks/>
                        </p:cNvCxnSpPr>
                        <p:nvPr/>
                      </p:nvCxnSpPr>
                      <p:spPr bwMode="auto">
                        <a:xfrm>
                          <a:off x="5076919" y="4661708"/>
                          <a:ext cx="684794"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98" name="直線矢印コネクタ 97">
                          <a:extLst>
                            <a:ext uri="{FF2B5EF4-FFF2-40B4-BE49-F238E27FC236}">
                              <a16:creationId xmlns:a16="http://schemas.microsoft.com/office/drawing/2014/main" id="{D7FB4CF3-0129-C018-FE74-EF711908FA5A}"/>
                            </a:ext>
                          </a:extLst>
                        </p:cNvPr>
                        <p:cNvCxnSpPr>
                          <a:cxnSpLocks/>
                        </p:cNvCxnSpPr>
                        <p:nvPr/>
                      </p:nvCxnSpPr>
                      <p:spPr bwMode="auto">
                        <a:xfrm>
                          <a:off x="6955537" y="3967480"/>
                          <a:ext cx="1638300" cy="0"/>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 name="直線矢印コネクタ 101">
                          <a:extLst>
                            <a:ext uri="{FF2B5EF4-FFF2-40B4-BE49-F238E27FC236}">
                              <a16:creationId xmlns:a16="http://schemas.microsoft.com/office/drawing/2014/main" id="{AC032417-273D-99E3-FF8C-B2C744D3DDC0}"/>
                            </a:ext>
                          </a:extLst>
                        </p:cNvPr>
                        <p:cNvCxnSpPr>
                          <a:cxnSpLocks/>
                        </p:cNvCxnSpPr>
                        <p:nvPr/>
                      </p:nvCxnSpPr>
                      <p:spPr bwMode="auto">
                        <a:xfrm>
                          <a:off x="5224677" y="4226314"/>
                          <a:ext cx="0" cy="435393"/>
                        </a:xfrm>
                        <a:prstGeom prst="straightConnector1">
                          <a:avLst/>
                        </a:prstGeom>
                        <a:solidFill>
                          <a:schemeClr val="accent1"/>
                        </a:solidFill>
                        <a:ln w="9525" cap="flat" cmpd="sng" algn="ctr">
                          <a:solidFill>
                            <a:schemeClr val="tx1"/>
                          </a:solidFill>
                          <a:prstDash val="solid"/>
                          <a:round/>
                          <a:headEnd type="arrow" w="med" len="med"/>
                          <a:tailEnd type="arrow"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06" name="テキスト ボックス 105">
                        <a:extLst>
                          <a:ext uri="{FF2B5EF4-FFF2-40B4-BE49-F238E27FC236}">
                            <a16:creationId xmlns:a16="http://schemas.microsoft.com/office/drawing/2014/main" id="{44108FAD-C766-ACA3-BF41-B0329E472CB9}"/>
                          </a:ext>
                        </a:extLst>
                      </p:cNvPr>
                      <p:cNvSpPr txBox="1"/>
                      <p:nvPr/>
                    </p:nvSpPr>
                    <p:spPr>
                      <a:xfrm>
                        <a:off x="1977535" y="5894932"/>
                        <a:ext cx="2701381" cy="461665"/>
                      </a:xfrm>
                      <a:prstGeom prst="rect">
                        <a:avLst/>
                      </a:prstGeom>
                      <a:noFill/>
                    </p:spPr>
                    <p:txBody>
                      <a:bodyPr wrap="none" rtlCol="0">
                        <a:spAutoFit/>
                      </a:bodyPr>
                      <a:lstStyle/>
                      <a:p>
                        <a:pPr algn="l"/>
                        <a:r>
                          <a:rPr kumimoji="1" lang="en-US" altLang="ja-JP" sz="2400" b="1" i="0" dirty="0">
                            <a:latin typeface="+mn-ea"/>
                            <a:ea typeface="+mn-ea"/>
                          </a:rPr>
                          <a:t>W</a:t>
                        </a:r>
                        <a:r>
                          <a:rPr kumimoji="1" lang="en-US" altLang="ja-JP" sz="2400" i="0" dirty="0">
                            <a:latin typeface="+mn-ea"/>
                            <a:ea typeface="+mn-ea"/>
                          </a:rPr>
                          <a:t> = Wheel Base</a:t>
                        </a:r>
                        <a:endParaRPr kumimoji="1" lang="ja-JP" altLang="en-US" sz="2400" i="0" dirty="0">
                          <a:latin typeface="+mn-ea"/>
                          <a:ea typeface="+mn-ea"/>
                        </a:endParaRPr>
                      </a:p>
                    </p:txBody>
                  </p:sp>
                  <p:sp>
                    <p:nvSpPr>
                      <p:cNvPr id="112" name="テキスト ボックス 111">
                        <a:extLst>
                          <a:ext uri="{FF2B5EF4-FFF2-40B4-BE49-F238E27FC236}">
                            <a16:creationId xmlns:a16="http://schemas.microsoft.com/office/drawing/2014/main" id="{CA566CED-B9B5-FAD6-2693-0EC14D0992D1}"/>
                          </a:ext>
                        </a:extLst>
                      </p:cNvPr>
                      <p:cNvSpPr txBox="1"/>
                      <p:nvPr/>
                    </p:nvSpPr>
                    <p:spPr>
                      <a:xfrm>
                        <a:off x="5114427" y="1656263"/>
                        <a:ext cx="2499402" cy="461665"/>
                      </a:xfrm>
                      <a:prstGeom prst="rect">
                        <a:avLst/>
                      </a:prstGeom>
                      <a:noFill/>
                    </p:spPr>
                    <p:txBody>
                      <a:bodyPr wrap="none" rtlCol="0">
                        <a:spAutoFit/>
                      </a:bodyPr>
                      <a:lstStyle/>
                      <a:p>
                        <a:pPr algn="l"/>
                        <a:r>
                          <a:rPr kumimoji="1" lang="en-US" altLang="ja-JP" sz="2400" b="1" i="0" dirty="0">
                            <a:latin typeface="+mn-ea"/>
                            <a:ea typeface="+mn-ea"/>
                          </a:rPr>
                          <a:t>θ</a:t>
                        </a:r>
                        <a:r>
                          <a:rPr kumimoji="1" lang="ja-JP" altLang="en-US" sz="2400" i="0" dirty="0">
                            <a:latin typeface="+mn-ea"/>
                            <a:ea typeface="+mn-ea"/>
                          </a:rPr>
                          <a:t> </a:t>
                        </a:r>
                        <a:r>
                          <a:rPr kumimoji="1" lang="en-US" altLang="ja-JP" sz="2400" i="0" dirty="0">
                            <a:latin typeface="+mn-ea"/>
                            <a:ea typeface="+mn-ea"/>
                          </a:rPr>
                          <a:t>=</a:t>
                        </a:r>
                        <a:r>
                          <a:rPr kumimoji="1" lang="ja-JP" altLang="en-US" sz="2400" i="0" dirty="0">
                            <a:latin typeface="+mn-ea"/>
                            <a:ea typeface="+mn-ea"/>
                          </a:rPr>
                          <a:t> </a:t>
                        </a:r>
                        <a:r>
                          <a:rPr kumimoji="1" lang="en-US" altLang="ja-JP" sz="2400" i="0" dirty="0">
                            <a:latin typeface="+mn-ea"/>
                            <a:ea typeface="+mn-ea"/>
                          </a:rPr>
                          <a:t>Pitch Angle</a:t>
                        </a:r>
                        <a:endParaRPr kumimoji="1" lang="ja-JP" altLang="en-US" sz="2400" i="0" dirty="0">
                          <a:latin typeface="+mn-ea"/>
                          <a:ea typeface="+mn-ea"/>
                        </a:endParaRPr>
                      </a:p>
                    </p:txBody>
                  </p:sp>
                  <p:sp>
                    <p:nvSpPr>
                      <p:cNvPr id="113" name="テキスト ボックス 112">
                        <a:extLst>
                          <a:ext uri="{FF2B5EF4-FFF2-40B4-BE49-F238E27FC236}">
                            <a16:creationId xmlns:a16="http://schemas.microsoft.com/office/drawing/2014/main" id="{6287E242-6C8F-E942-BABA-31055884D83E}"/>
                          </a:ext>
                        </a:extLst>
                      </p:cNvPr>
                      <p:cNvSpPr txBox="1"/>
                      <p:nvPr/>
                    </p:nvSpPr>
                    <p:spPr>
                      <a:xfrm>
                        <a:off x="1871077" y="1851420"/>
                        <a:ext cx="3005631" cy="461665"/>
                      </a:xfrm>
                      <a:prstGeom prst="rect">
                        <a:avLst/>
                      </a:prstGeom>
                      <a:noFill/>
                    </p:spPr>
                    <p:txBody>
                      <a:bodyPr wrap="none" rtlCol="0">
                        <a:spAutoFit/>
                      </a:bodyPr>
                      <a:lstStyle/>
                      <a:p>
                        <a:pPr algn="l"/>
                        <a:r>
                          <a:rPr kumimoji="1" lang="en-US" altLang="ja-JP" sz="2400" b="1" i="0" dirty="0">
                            <a:latin typeface="+mn-ea"/>
                            <a:ea typeface="+mn-ea"/>
                          </a:rPr>
                          <a:t>L</a:t>
                        </a:r>
                        <a:r>
                          <a:rPr kumimoji="1" lang="en-US" altLang="ja-JP" sz="2400" i="0" dirty="0">
                            <a:latin typeface="+mn-ea"/>
                            <a:ea typeface="+mn-ea"/>
                          </a:rPr>
                          <a:t> = Vehicle Length</a:t>
                        </a:r>
                        <a:endParaRPr kumimoji="1" lang="ja-JP" altLang="en-US" sz="2400" i="0" dirty="0">
                          <a:latin typeface="+mn-ea"/>
                          <a:ea typeface="+mn-ea"/>
                        </a:endParaRPr>
                      </a:p>
                    </p:txBody>
                  </p:sp>
                  <p:sp>
                    <p:nvSpPr>
                      <p:cNvPr id="116" name="テキスト ボックス 115">
                        <a:extLst>
                          <a:ext uri="{FF2B5EF4-FFF2-40B4-BE49-F238E27FC236}">
                            <a16:creationId xmlns:a16="http://schemas.microsoft.com/office/drawing/2014/main" id="{D0B03918-D97E-450E-6993-6862D7E205D2}"/>
                          </a:ext>
                        </a:extLst>
                      </p:cNvPr>
                      <p:cNvSpPr txBox="1"/>
                      <p:nvPr/>
                    </p:nvSpPr>
                    <p:spPr>
                      <a:xfrm rot="16200000">
                        <a:off x="-411187" y="3392690"/>
                        <a:ext cx="3008837" cy="461665"/>
                      </a:xfrm>
                      <a:prstGeom prst="rect">
                        <a:avLst/>
                      </a:prstGeom>
                      <a:noFill/>
                    </p:spPr>
                    <p:txBody>
                      <a:bodyPr wrap="none" rtlCol="0">
                        <a:spAutoFit/>
                      </a:bodyPr>
                      <a:lstStyle/>
                      <a:p>
                        <a:pPr algn="l"/>
                        <a:r>
                          <a:rPr kumimoji="1" lang="en-US" altLang="ja-JP" sz="2400" b="1" i="0" dirty="0">
                            <a:latin typeface="+mn-ea"/>
                            <a:ea typeface="+mn-ea"/>
                          </a:rPr>
                          <a:t>H</a:t>
                        </a:r>
                        <a:r>
                          <a:rPr kumimoji="1" lang="en-US" altLang="ja-JP" sz="2400" i="0" dirty="0">
                            <a:latin typeface="+mn-ea"/>
                            <a:ea typeface="+mn-ea"/>
                          </a:rPr>
                          <a:t> = Vehicle Height</a:t>
                        </a:r>
                        <a:endParaRPr kumimoji="1" lang="ja-JP" altLang="en-US" sz="2400" i="0" dirty="0">
                          <a:latin typeface="+mn-ea"/>
                          <a:ea typeface="+mn-ea"/>
                        </a:endParaRPr>
                      </a:p>
                    </p:txBody>
                  </p:sp>
                  <p:sp>
                    <p:nvSpPr>
                      <p:cNvPr id="117" name="テキスト ボックス 116">
                        <a:extLst>
                          <a:ext uri="{FF2B5EF4-FFF2-40B4-BE49-F238E27FC236}">
                            <a16:creationId xmlns:a16="http://schemas.microsoft.com/office/drawing/2014/main" id="{D3194BA3-A673-1877-4FF4-DF08C6447F7C}"/>
                          </a:ext>
                        </a:extLst>
                      </p:cNvPr>
                      <p:cNvSpPr txBox="1"/>
                      <p:nvPr/>
                    </p:nvSpPr>
                    <p:spPr>
                      <a:xfrm>
                        <a:off x="5219204" y="2644722"/>
                        <a:ext cx="3307380" cy="461665"/>
                      </a:xfrm>
                      <a:prstGeom prst="rect">
                        <a:avLst/>
                      </a:prstGeom>
                      <a:noFill/>
                    </p:spPr>
                    <p:txBody>
                      <a:bodyPr wrap="none" rtlCol="0">
                        <a:spAutoFit/>
                      </a:bodyPr>
                      <a:lstStyle/>
                      <a:p>
                        <a:pPr algn="l"/>
                        <a:r>
                          <a:rPr kumimoji="1" lang="en-US" altLang="ja-JP" sz="2400" b="1" i="0" dirty="0">
                            <a:latin typeface="+mn-ea"/>
                            <a:ea typeface="+mn-ea"/>
                          </a:rPr>
                          <a:t>ω</a:t>
                        </a:r>
                        <a:r>
                          <a:rPr kumimoji="1" lang="en-US" altLang="ja-JP" sz="2400" i="0" dirty="0">
                            <a:latin typeface="+mn-ea"/>
                            <a:ea typeface="+mn-ea"/>
                          </a:rPr>
                          <a:t> = Angular Velocity</a:t>
                        </a:r>
                        <a:endParaRPr kumimoji="1" lang="ja-JP" altLang="en-US" sz="2400" i="0" dirty="0">
                          <a:latin typeface="+mn-ea"/>
                          <a:ea typeface="+mn-ea"/>
                        </a:endParaRPr>
                      </a:p>
                    </p:txBody>
                  </p:sp>
                  <p:sp>
                    <p:nvSpPr>
                      <p:cNvPr id="118" name="テキスト ボックス 117">
                        <a:extLst>
                          <a:ext uri="{FF2B5EF4-FFF2-40B4-BE49-F238E27FC236}">
                            <a16:creationId xmlns:a16="http://schemas.microsoft.com/office/drawing/2014/main" id="{2CC98AA4-2940-C173-6B8C-1353B6BBB3AA}"/>
                          </a:ext>
                        </a:extLst>
                      </p:cNvPr>
                      <p:cNvSpPr txBox="1"/>
                      <p:nvPr/>
                    </p:nvSpPr>
                    <p:spPr>
                      <a:xfrm>
                        <a:off x="7502273" y="3923561"/>
                        <a:ext cx="2574679" cy="461665"/>
                      </a:xfrm>
                      <a:prstGeom prst="rect">
                        <a:avLst/>
                      </a:prstGeom>
                      <a:noFill/>
                    </p:spPr>
                    <p:txBody>
                      <a:bodyPr wrap="none" rtlCol="0">
                        <a:spAutoFit/>
                      </a:bodyPr>
                      <a:lstStyle/>
                      <a:p>
                        <a:pPr algn="l"/>
                        <a:r>
                          <a:rPr kumimoji="1" lang="en-US" altLang="ja-JP" sz="2400" b="1" i="0" dirty="0">
                            <a:latin typeface="+mn-ea"/>
                            <a:ea typeface="+mn-ea"/>
                          </a:rPr>
                          <a:t>λ</a:t>
                        </a:r>
                        <a:r>
                          <a:rPr kumimoji="1" lang="en-US" altLang="ja-JP" sz="2400" i="0" dirty="0">
                            <a:latin typeface="+mn-ea"/>
                            <a:ea typeface="+mn-ea"/>
                          </a:rPr>
                          <a:t> = Wavelength</a:t>
                        </a:r>
                        <a:endParaRPr kumimoji="1" lang="ja-JP" altLang="en-US" sz="2400" i="0" dirty="0">
                          <a:latin typeface="+mn-ea"/>
                          <a:ea typeface="+mn-ea"/>
                        </a:endParaRPr>
                      </a:p>
                    </p:txBody>
                  </p:sp>
                  <p:sp>
                    <p:nvSpPr>
                      <p:cNvPr id="120" name="テキスト ボックス 119">
                        <a:extLst>
                          <a:ext uri="{FF2B5EF4-FFF2-40B4-BE49-F238E27FC236}">
                            <a16:creationId xmlns:a16="http://schemas.microsoft.com/office/drawing/2014/main" id="{03551DD6-BDAC-7D4B-5551-77AB4D3248CA}"/>
                          </a:ext>
                        </a:extLst>
                      </p:cNvPr>
                      <p:cNvSpPr txBox="1"/>
                      <p:nvPr/>
                    </p:nvSpPr>
                    <p:spPr>
                      <a:xfrm>
                        <a:off x="4337073" y="5461063"/>
                        <a:ext cx="2369559" cy="461665"/>
                      </a:xfrm>
                      <a:prstGeom prst="rect">
                        <a:avLst/>
                      </a:prstGeom>
                      <a:noFill/>
                    </p:spPr>
                    <p:txBody>
                      <a:bodyPr wrap="none" rtlCol="0">
                        <a:spAutoFit/>
                      </a:bodyPr>
                      <a:lstStyle/>
                      <a:p>
                        <a:pPr algn="l"/>
                        <a:r>
                          <a:rPr kumimoji="1" lang="en-US" altLang="ja-JP" sz="2400" b="1" i="0" dirty="0">
                            <a:latin typeface="+mn-ea"/>
                            <a:ea typeface="+mn-ea"/>
                          </a:rPr>
                          <a:t>A</a:t>
                        </a:r>
                        <a:r>
                          <a:rPr kumimoji="1" lang="en-US" altLang="ja-JP" sz="2400" i="0" dirty="0">
                            <a:latin typeface="+mn-ea"/>
                            <a:ea typeface="+mn-ea"/>
                          </a:rPr>
                          <a:t> = Amplitude</a:t>
                        </a:r>
                        <a:endParaRPr kumimoji="1" lang="ja-JP" altLang="en-US" sz="2400" i="0" dirty="0">
                          <a:latin typeface="+mn-ea"/>
                          <a:ea typeface="+mn-ea"/>
                        </a:endParaRPr>
                      </a:p>
                    </p:txBody>
                  </p:sp>
                  <p:cxnSp>
                    <p:nvCxnSpPr>
                      <p:cNvPr id="122" name="直線コネクタ 121">
                        <a:extLst>
                          <a:ext uri="{FF2B5EF4-FFF2-40B4-BE49-F238E27FC236}">
                            <a16:creationId xmlns:a16="http://schemas.microsoft.com/office/drawing/2014/main" id="{47FC23DD-6739-E15C-B26A-91CBEF2659C0}"/>
                          </a:ext>
                        </a:extLst>
                      </p:cNvPr>
                      <p:cNvCxnSpPr>
                        <a:cxnSpLocks/>
                        <a:endCxn id="112" idx="2"/>
                      </p:cNvCxnSpPr>
                      <p:nvPr/>
                    </p:nvCxnSpPr>
                    <p:spPr bwMode="auto">
                      <a:xfrm flipV="1">
                        <a:off x="3719722" y="2117928"/>
                        <a:ext cx="2644406" cy="1158005"/>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5" name="直線コネクタ 124">
                        <a:extLst>
                          <a:ext uri="{FF2B5EF4-FFF2-40B4-BE49-F238E27FC236}">
                            <a16:creationId xmlns:a16="http://schemas.microsoft.com/office/drawing/2014/main" id="{37DE0949-68F7-84AA-2672-A0230BFDC9B6}"/>
                          </a:ext>
                        </a:extLst>
                      </p:cNvPr>
                      <p:cNvCxnSpPr>
                        <a:cxnSpLocks/>
                        <a:endCxn id="117" idx="1"/>
                      </p:cNvCxnSpPr>
                      <p:nvPr/>
                    </p:nvCxnSpPr>
                    <p:spPr bwMode="auto">
                      <a:xfrm flipV="1">
                        <a:off x="3138200" y="2875555"/>
                        <a:ext cx="2081004" cy="1386027"/>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7" name="直線コネクタ 126">
                        <a:extLst>
                          <a:ext uri="{FF2B5EF4-FFF2-40B4-BE49-F238E27FC236}">
                            <a16:creationId xmlns:a16="http://schemas.microsoft.com/office/drawing/2014/main" id="{54124E58-05A5-B3C8-5B13-50E7D08D5994}"/>
                          </a:ext>
                        </a:extLst>
                      </p:cNvPr>
                      <p:cNvCxnSpPr>
                        <a:cxnSpLocks/>
                        <a:endCxn id="117" idx="1"/>
                      </p:cNvCxnSpPr>
                      <p:nvPr/>
                    </p:nvCxnSpPr>
                    <p:spPr bwMode="auto">
                      <a:xfrm flipV="1">
                        <a:off x="4559973" y="2875555"/>
                        <a:ext cx="659231" cy="133832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33" name="テキスト ボックス 132">
                        <a:extLst>
                          <a:ext uri="{FF2B5EF4-FFF2-40B4-BE49-F238E27FC236}">
                            <a16:creationId xmlns:a16="http://schemas.microsoft.com/office/drawing/2014/main" id="{242B9CA7-CDE5-2751-5A39-2BC110333AF8}"/>
                          </a:ext>
                        </a:extLst>
                      </p:cNvPr>
                      <p:cNvSpPr txBox="1"/>
                      <p:nvPr/>
                    </p:nvSpPr>
                    <p:spPr>
                      <a:xfrm>
                        <a:off x="8933813" y="1726637"/>
                        <a:ext cx="2704908" cy="461665"/>
                      </a:xfrm>
                      <a:prstGeom prst="rect">
                        <a:avLst/>
                      </a:prstGeom>
                      <a:noFill/>
                    </p:spPr>
                    <p:txBody>
                      <a:bodyPr wrap="none" rtlCol="0">
                        <a:spAutoFit/>
                      </a:bodyPr>
                      <a:lstStyle/>
                      <a:p>
                        <a:pPr algn="l"/>
                        <a:r>
                          <a:rPr kumimoji="1" lang="en-US" altLang="ja-JP" sz="2400" i="0" dirty="0">
                            <a:latin typeface="+mn-ea"/>
                            <a:ea typeface="+mn-ea"/>
                          </a:rPr>
                          <a:t>Center of gravity</a:t>
                        </a:r>
                        <a:endParaRPr kumimoji="1" lang="ja-JP" altLang="en-US" sz="2400" i="0" dirty="0">
                          <a:latin typeface="+mn-ea"/>
                          <a:ea typeface="+mn-ea"/>
                        </a:endParaRPr>
                      </a:p>
                    </p:txBody>
                  </p:sp>
                  <p:sp>
                    <p:nvSpPr>
                      <p:cNvPr id="134" name="フローチャート: 結合子 133">
                        <a:extLst>
                          <a:ext uri="{FF2B5EF4-FFF2-40B4-BE49-F238E27FC236}">
                            <a16:creationId xmlns:a16="http://schemas.microsoft.com/office/drawing/2014/main" id="{14EBA596-0BCE-58F8-1A38-ECB9B636F280}"/>
                          </a:ext>
                        </a:extLst>
                      </p:cNvPr>
                      <p:cNvSpPr/>
                      <p:nvPr/>
                    </p:nvSpPr>
                    <p:spPr bwMode="auto">
                      <a:xfrm>
                        <a:off x="8323796" y="1842246"/>
                        <a:ext cx="241638" cy="230833"/>
                      </a:xfrm>
                      <a:prstGeom prst="flowChartConnector">
                        <a:avLst/>
                      </a:prstGeom>
                      <a:solidFill>
                        <a:srgbClr val="FF0000"/>
                      </a:solid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cxnSp>
                    <p:nvCxnSpPr>
                      <p:cNvPr id="136" name="直線コネクタ 135">
                        <a:extLst>
                          <a:ext uri="{FF2B5EF4-FFF2-40B4-BE49-F238E27FC236}">
                            <a16:creationId xmlns:a16="http://schemas.microsoft.com/office/drawing/2014/main" id="{EF1EBA88-3B83-25A4-E356-66FC6094EA6A}"/>
                          </a:ext>
                        </a:extLst>
                      </p:cNvPr>
                      <p:cNvCxnSpPr>
                        <a:cxnSpLocks/>
                        <a:endCxn id="133" idx="1"/>
                      </p:cNvCxnSpPr>
                      <p:nvPr/>
                    </p:nvCxnSpPr>
                    <p:spPr bwMode="auto">
                      <a:xfrm>
                        <a:off x="8565434" y="1957470"/>
                        <a:ext cx="368379" cy="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43" name="正方形/長方形 142">
                      <a:extLst>
                        <a:ext uri="{FF2B5EF4-FFF2-40B4-BE49-F238E27FC236}">
                          <a16:creationId xmlns:a16="http://schemas.microsoft.com/office/drawing/2014/main" id="{25B81868-5F2F-2DEC-F660-635153433D4C}"/>
                        </a:ext>
                      </a:extLst>
                    </p:cNvPr>
                    <p:cNvSpPr/>
                    <p:nvPr/>
                  </p:nvSpPr>
                  <p:spPr bwMode="auto">
                    <a:xfrm>
                      <a:off x="8086077" y="1543717"/>
                      <a:ext cx="3672588" cy="791022"/>
                    </a:xfrm>
                    <a:prstGeom prst="rect">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sp>
                <p:nvSpPr>
                  <p:cNvPr id="3" name="テキスト ボックス 2">
                    <a:extLst>
                      <a:ext uri="{FF2B5EF4-FFF2-40B4-BE49-F238E27FC236}">
                        <a16:creationId xmlns:a16="http://schemas.microsoft.com/office/drawing/2014/main" id="{B20B8F53-ADCA-8D22-3F9B-325F87AEE315}"/>
                      </a:ext>
                    </a:extLst>
                  </p:cNvPr>
                  <p:cNvSpPr txBox="1"/>
                  <p:nvPr/>
                </p:nvSpPr>
                <p:spPr>
                  <a:xfrm>
                    <a:off x="5224745" y="3337224"/>
                    <a:ext cx="3289683" cy="461665"/>
                  </a:xfrm>
                  <a:prstGeom prst="rect">
                    <a:avLst/>
                  </a:prstGeom>
                  <a:noFill/>
                </p:spPr>
                <p:txBody>
                  <a:bodyPr wrap="none" rtlCol="0">
                    <a:spAutoFit/>
                  </a:bodyPr>
                  <a:lstStyle/>
                  <a:p>
                    <a:r>
                      <a:rPr kumimoji="1" lang="en-US" altLang="ja-JP" sz="2400" b="1" i="0" dirty="0">
                        <a:latin typeface="+mn-ea"/>
                        <a:ea typeface="+mn-ea"/>
                      </a:rPr>
                      <a:t>D</a:t>
                    </a:r>
                    <a:r>
                      <a:rPr kumimoji="1" lang="en-US" altLang="ja-JP" sz="2400" i="0" dirty="0">
                        <a:latin typeface="+mn-ea"/>
                        <a:ea typeface="+mn-ea"/>
                      </a:rPr>
                      <a:t> = W</a:t>
                    </a:r>
                    <a:r>
                      <a:rPr lang="en-US" altLang="ja-JP" sz="2400" i="0" dirty="0">
                        <a:latin typeface="+mn-ea"/>
                        <a:ea typeface="+mn-ea"/>
                      </a:rPr>
                      <a:t>heel Diameter</a:t>
                    </a:r>
                    <a:endParaRPr kumimoji="1" lang="ja-JP" altLang="en-US" sz="2400" i="0" dirty="0">
                      <a:latin typeface="+mn-ea"/>
                      <a:ea typeface="+mn-ea"/>
                    </a:endParaRPr>
                  </a:p>
                </p:txBody>
              </p:sp>
              <p:cxnSp>
                <p:nvCxnSpPr>
                  <p:cNvPr id="14" name="直線矢印コネクタ 13">
                    <a:extLst>
                      <a:ext uri="{FF2B5EF4-FFF2-40B4-BE49-F238E27FC236}">
                        <a16:creationId xmlns:a16="http://schemas.microsoft.com/office/drawing/2014/main" id="{EC34083A-AAFE-0318-08A9-F906DDC86490}"/>
                      </a:ext>
                    </a:extLst>
                  </p:cNvPr>
                  <p:cNvCxnSpPr>
                    <a:cxnSpLocks/>
                    <a:stCxn id="6" idx="7"/>
                    <a:endCxn id="6" idx="3"/>
                  </p:cNvCxnSpPr>
                  <p:nvPr/>
                </p:nvCxnSpPr>
                <p:spPr bwMode="auto">
                  <a:xfrm flipH="1">
                    <a:off x="3695512" y="3768505"/>
                    <a:ext cx="853987" cy="843549"/>
                  </a:xfrm>
                  <a:prstGeom prst="straightConnector1">
                    <a:avLst/>
                  </a:prstGeom>
                  <a:solidFill>
                    <a:schemeClr val="accent1"/>
                  </a:solidFill>
                  <a:ln w="9525" cap="flat" cmpd="sng" algn="ctr">
                    <a:solidFill>
                      <a:schemeClr val="tx1"/>
                    </a:solidFill>
                    <a:prstDash val="solid"/>
                    <a:round/>
                    <a:headEnd type="triangle"/>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7" name="直線矢印コネクタ 16">
                    <a:extLst>
                      <a:ext uri="{FF2B5EF4-FFF2-40B4-BE49-F238E27FC236}">
                        <a16:creationId xmlns:a16="http://schemas.microsoft.com/office/drawing/2014/main" id="{9A01BDD1-7A4E-AA47-6DE9-D74CDA733157}"/>
                      </a:ext>
                    </a:extLst>
                  </p:cNvPr>
                  <p:cNvCxnSpPr>
                    <a:cxnSpLocks/>
                    <a:stCxn id="5" idx="7"/>
                    <a:endCxn id="5" idx="3"/>
                  </p:cNvCxnSpPr>
                  <p:nvPr/>
                </p:nvCxnSpPr>
                <p:spPr bwMode="auto">
                  <a:xfrm flipH="1">
                    <a:off x="2277074" y="3768505"/>
                    <a:ext cx="853987" cy="843549"/>
                  </a:xfrm>
                  <a:prstGeom prst="straightConnector1">
                    <a:avLst/>
                  </a:prstGeom>
                  <a:solidFill>
                    <a:schemeClr val="accent1"/>
                  </a:solidFill>
                  <a:ln w="9525" cap="flat" cmpd="sng" algn="ctr">
                    <a:solidFill>
                      <a:schemeClr val="tx1"/>
                    </a:solidFill>
                    <a:prstDash val="solid"/>
                    <a:round/>
                    <a:headEnd type="triangle"/>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6" name="直線コネクタ 25">
                    <a:extLst>
                      <a:ext uri="{FF2B5EF4-FFF2-40B4-BE49-F238E27FC236}">
                        <a16:creationId xmlns:a16="http://schemas.microsoft.com/office/drawing/2014/main" id="{09F31C6C-C4BA-0D27-B670-4E5E4B3F53A5}"/>
                      </a:ext>
                    </a:extLst>
                  </p:cNvPr>
                  <p:cNvCxnSpPr>
                    <a:cxnSpLocks/>
                    <a:endCxn id="3" idx="1"/>
                  </p:cNvCxnSpPr>
                  <p:nvPr/>
                </p:nvCxnSpPr>
                <p:spPr bwMode="auto">
                  <a:xfrm flipV="1">
                    <a:off x="4233351" y="3568057"/>
                    <a:ext cx="991394" cy="514832"/>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7" name="直線コネクタ 26">
                    <a:extLst>
                      <a:ext uri="{FF2B5EF4-FFF2-40B4-BE49-F238E27FC236}">
                        <a16:creationId xmlns:a16="http://schemas.microsoft.com/office/drawing/2014/main" id="{EF333B88-2ED4-D0FE-3D4D-51A570F97EA9}"/>
                      </a:ext>
                    </a:extLst>
                  </p:cNvPr>
                  <p:cNvCxnSpPr>
                    <a:cxnSpLocks/>
                    <a:endCxn id="3" idx="1"/>
                  </p:cNvCxnSpPr>
                  <p:nvPr/>
                </p:nvCxnSpPr>
                <p:spPr bwMode="auto">
                  <a:xfrm flipV="1">
                    <a:off x="2848785" y="3568057"/>
                    <a:ext cx="2375960" cy="465848"/>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35" name="テキスト ボックス 34">
                    <a:extLst>
                      <a:ext uri="{FF2B5EF4-FFF2-40B4-BE49-F238E27FC236}">
                        <a16:creationId xmlns:a16="http://schemas.microsoft.com/office/drawing/2014/main" id="{2BCF28D9-729F-2EBB-8C90-08561C53E15F}"/>
                      </a:ext>
                    </a:extLst>
                  </p:cNvPr>
                  <p:cNvSpPr txBox="1"/>
                  <p:nvPr/>
                </p:nvSpPr>
                <p:spPr>
                  <a:xfrm>
                    <a:off x="4987137" y="4232223"/>
                    <a:ext cx="2830070" cy="461665"/>
                  </a:xfrm>
                  <a:prstGeom prst="rect">
                    <a:avLst/>
                  </a:prstGeom>
                  <a:noFill/>
                </p:spPr>
                <p:txBody>
                  <a:bodyPr wrap="none" rtlCol="0">
                    <a:spAutoFit/>
                  </a:bodyPr>
                  <a:lstStyle/>
                  <a:p>
                    <a:r>
                      <a:rPr lang="en-US" altLang="ja-JP" sz="2400" i="0" dirty="0">
                        <a:latin typeface="+mn-ea"/>
                        <a:ea typeface="+mn-ea"/>
                      </a:rPr>
                      <a:t>Acceleration Lane</a:t>
                    </a:r>
                    <a:endParaRPr kumimoji="1" lang="ja-JP" altLang="en-US" sz="2400" i="0" dirty="0">
                      <a:latin typeface="+mn-ea"/>
                      <a:ea typeface="+mn-ea"/>
                    </a:endParaRPr>
                  </a:p>
                </p:txBody>
              </p:sp>
              <p:cxnSp>
                <p:nvCxnSpPr>
                  <p:cNvPr id="36" name="直線コネクタ 35">
                    <a:extLst>
                      <a:ext uri="{FF2B5EF4-FFF2-40B4-BE49-F238E27FC236}">
                        <a16:creationId xmlns:a16="http://schemas.microsoft.com/office/drawing/2014/main" id="{6329CE77-B899-BAAD-B92D-3C12C23ABE25}"/>
                      </a:ext>
                    </a:extLst>
                  </p:cNvPr>
                  <p:cNvCxnSpPr>
                    <a:cxnSpLocks/>
                    <a:endCxn id="35" idx="1"/>
                  </p:cNvCxnSpPr>
                  <p:nvPr/>
                </p:nvCxnSpPr>
                <p:spPr bwMode="auto">
                  <a:xfrm flipV="1">
                    <a:off x="4835800" y="4463056"/>
                    <a:ext cx="151337" cy="311641"/>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cxnSp>
              <p:nvCxnSpPr>
                <p:cNvPr id="46" name="直線矢印コネクタ 45">
                  <a:extLst>
                    <a:ext uri="{FF2B5EF4-FFF2-40B4-BE49-F238E27FC236}">
                      <a16:creationId xmlns:a16="http://schemas.microsoft.com/office/drawing/2014/main" id="{F45A9C9B-5F6E-F40A-B263-0E1C6DC20A25}"/>
                    </a:ext>
                  </a:extLst>
                </p:cNvPr>
                <p:cNvCxnSpPr>
                  <a:cxnSpLocks/>
                </p:cNvCxnSpPr>
                <p:nvPr/>
              </p:nvCxnSpPr>
              <p:spPr bwMode="auto">
                <a:xfrm flipV="1">
                  <a:off x="10718157" y="2317368"/>
                  <a:ext cx="0" cy="1469717"/>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58" name="直線矢印コネクタ 57">
                  <a:extLst>
                    <a:ext uri="{FF2B5EF4-FFF2-40B4-BE49-F238E27FC236}">
                      <a16:creationId xmlns:a16="http://schemas.microsoft.com/office/drawing/2014/main" id="{67233BB5-B806-72FA-3E45-EE9D4679A90F}"/>
                    </a:ext>
                  </a:extLst>
                </p:cNvPr>
                <p:cNvCxnSpPr>
                  <a:cxnSpLocks/>
                </p:cNvCxnSpPr>
                <p:nvPr/>
              </p:nvCxnSpPr>
              <p:spPr bwMode="auto">
                <a:xfrm flipV="1">
                  <a:off x="10061016" y="3032348"/>
                  <a:ext cx="1348701" cy="19878"/>
                </a:xfrm>
                <a:prstGeom prst="straightConnector1">
                  <a:avLst/>
                </a:prstGeom>
                <a:solidFill>
                  <a:schemeClr val="accent1"/>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64" name="テキスト ボックス 63">
                <a:extLst>
                  <a:ext uri="{FF2B5EF4-FFF2-40B4-BE49-F238E27FC236}">
                    <a16:creationId xmlns:a16="http://schemas.microsoft.com/office/drawing/2014/main" id="{63FD6563-F8E5-F84D-F100-0F8B1313C2FE}"/>
                  </a:ext>
                </a:extLst>
              </p:cNvPr>
              <p:cNvSpPr txBox="1"/>
              <p:nvPr/>
            </p:nvSpPr>
            <p:spPr>
              <a:xfrm>
                <a:off x="10548078" y="1930190"/>
                <a:ext cx="340158" cy="461665"/>
              </a:xfrm>
              <a:prstGeom prst="rect">
                <a:avLst/>
              </a:prstGeom>
              <a:noFill/>
            </p:spPr>
            <p:txBody>
              <a:bodyPr wrap="none" rtlCol="0">
                <a:spAutoFit/>
              </a:bodyPr>
              <a:lstStyle/>
              <a:p>
                <a:pPr algn="l"/>
                <a:r>
                  <a:rPr kumimoji="1" lang="en-US" altLang="ja-JP" sz="2400" i="0" dirty="0">
                    <a:latin typeface="+mn-ea"/>
                    <a:ea typeface="+mn-ea"/>
                  </a:rPr>
                  <a:t>z</a:t>
                </a:r>
                <a:endParaRPr kumimoji="1" lang="ja-JP" altLang="en-US" sz="2400" i="0" dirty="0">
                  <a:latin typeface="+mn-ea"/>
                  <a:ea typeface="+mn-ea"/>
                </a:endParaRPr>
              </a:p>
            </p:txBody>
          </p:sp>
          <p:sp>
            <p:nvSpPr>
              <p:cNvPr id="65" name="テキスト ボックス 64">
                <a:extLst>
                  <a:ext uri="{FF2B5EF4-FFF2-40B4-BE49-F238E27FC236}">
                    <a16:creationId xmlns:a16="http://schemas.microsoft.com/office/drawing/2014/main" id="{3156B1D6-C160-6215-9090-81CAE10F2D3B}"/>
                  </a:ext>
                </a:extLst>
              </p:cNvPr>
              <p:cNvSpPr txBox="1"/>
              <p:nvPr/>
            </p:nvSpPr>
            <p:spPr>
              <a:xfrm>
                <a:off x="11409717" y="2801516"/>
                <a:ext cx="356188" cy="461665"/>
              </a:xfrm>
              <a:prstGeom prst="rect">
                <a:avLst/>
              </a:prstGeom>
              <a:noFill/>
            </p:spPr>
            <p:txBody>
              <a:bodyPr wrap="none" rtlCol="0">
                <a:spAutoFit/>
              </a:bodyPr>
              <a:lstStyle/>
              <a:p>
                <a:pPr algn="l"/>
                <a:r>
                  <a:rPr kumimoji="1" lang="en-US" altLang="ja-JP" sz="2400" i="0" dirty="0">
                    <a:latin typeface="+mn-ea"/>
                    <a:ea typeface="+mn-ea"/>
                  </a:rPr>
                  <a:t>x</a:t>
                </a:r>
                <a:endParaRPr kumimoji="1" lang="ja-JP" altLang="en-US" sz="2400" i="0" dirty="0">
                  <a:latin typeface="+mn-ea"/>
                  <a:ea typeface="+mn-ea"/>
                </a:endParaRPr>
              </a:p>
            </p:txBody>
          </p:sp>
        </p:grpSp>
        <p:sp>
          <p:nvSpPr>
            <p:cNvPr id="2" name="テキスト ボックス 1">
              <a:extLst>
                <a:ext uri="{FF2B5EF4-FFF2-40B4-BE49-F238E27FC236}">
                  <a16:creationId xmlns:a16="http://schemas.microsoft.com/office/drawing/2014/main" id="{397434A9-D97A-743A-18B6-01B4315107D9}"/>
                </a:ext>
              </a:extLst>
            </p:cNvPr>
            <p:cNvSpPr txBox="1"/>
            <p:nvPr/>
          </p:nvSpPr>
          <p:spPr>
            <a:xfrm>
              <a:off x="10372605" y="2729943"/>
              <a:ext cx="359394" cy="461665"/>
            </a:xfrm>
            <a:prstGeom prst="rect">
              <a:avLst/>
            </a:prstGeom>
            <a:noFill/>
          </p:spPr>
          <p:txBody>
            <a:bodyPr wrap="none" rtlCol="0">
              <a:spAutoFit/>
            </a:bodyPr>
            <a:lstStyle/>
            <a:p>
              <a:pPr algn="l"/>
              <a:r>
                <a:rPr kumimoji="1" lang="en-US" altLang="ja-JP" sz="2400" i="0" dirty="0">
                  <a:latin typeface="+mn-ea"/>
                  <a:ea typeface="+mn-ea"/>
                </a:rPr>
                <a:t>y</a:t>
              </a:r>
              <a:endParaRPr kumimoji="1" lang="ja-JP" altLang="en-US" sz="2400" i="0" dirty="0">
                <a:latin typeface="+mn-ea"/>
                <a:ea typeface="+mn-ea"/>
              </a:endParaRPr>
            </a:p>
          </p:txBody>
        </p:sp>
      </p:grpSp>
    </p:spTree>
    <p:extLst>
      <p:ext uri="{BB962C8B-B14F-4D97-AF65-F5344CB8AC3E}">
        <p14:creationId xmlns:p14="http://schemas.microsoft.com/office/powerpoint/2010/main" val="35653791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27" name="グループ化 26">
            <a:extLst>
              <a:ext uri="{FF2B5EF4-FFF2-40B4-BE49-F238E27FC236}">
                <a16:creationId xmlns:a16="http://schemas.microsoft.com/office/drawing/2014/main" id="{FC2B6B4C-835F-2418-50DB-CB8D5A980B07}"/>
              </a:ext>
            </a:extLst>
          </p:cNvPr>
          <p:cNvGrpSpPr/>
          <p:nvPr/>
        </p:nvGrpSpPr>
        <p:grpSpPr>
          <a:xfrm>
            <a:off x="989005" y="551700"/>
            <a:ext cx="9579599" cy="5606874"/>
            <a:chOff x="989005" y="551700"/>
            <a:chExt cx="9579599" cy="5606874"/>
          </a:xfrm>
        </p:grpSpPr>
        <p:sp>
          <p:nvSpPr>
            <p:cNvPr id="26" name="矢印: 上下 25">
              <a:extLst>
                <a:ext uri="{FF2B5EF4-FFF2-40B4-BE49-F238E27FC236}">
                  <a16:creationId xmlns:a16="http://schemas.microsoft.com/office/drawing/2014/main" id="{36B7272E-21B2-7389-1067-76C244A387EA}"/>
                </a:ext>
              </a:extLst>
            </p:cNvPr>
            <p:cNvSpPr/>
            <p:nvPr/>
          </p:nvSpPr>
          <p:spPr bwMode="auto">
            <a:xfrm rot="3004730">
              <a:off x="3834294" y="2388624"/>
              <a:ext cx="409312" cy="2114789"/>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nvGrpSpPr>
            <p:cNvPr id="4" name="グループ化 3">
              <a:extLst>
                <a:ext uri="{FF2B5EF4-FFF2-40B4-BE49-F238E27FC236}">
                  <a16:creationId xmlns:a16="http://schemas.microsoft.com/office/drawing/2014/main" id="{BC0F6DB0-E767-EDE0-59D9-1D5ED300FB8D}"/>
                </a:ext>
              </a:extLst>
            </p:cNvPr>
            <p:cNvGrpSpPr/>
            <p:nvPr/>
          </p:nvGrpSpPr>
          <p:grpSpPr>
            <a:xfrm>
              <a:off x="989005" y="551700"/>
              <a:ext cx="9579599" cy="5606874"/>
              <a:chOff x="831408" y="401799"/>
              <a:chExt cx="9579599" cy="5606874"/>
            </a:xfrm>
          </p:grpSpPr>
          <p:pic>
            <p:nvPicPr>
              <p:cNvPr id="5" name="図 4">
                <a:extLst>
                  <a:ext uri="{FF2B5EF4-FFF2-40B4-BE49-F238E27FC236}">
                    <a16:creationId xmlns:a16="http://schemas.microsoft.com/office/drawing/2014/main" id="{438756DA-BF2A-2862-0733-B654AB39D0F6}"/>
                  </a:ext>
                </a:extLst>
              </p:cNvPr>
              <p:cNvPicPr>
                <a:picLocks noChangeAspect="1"/>
              </p:cNvPicPr>
              <p:nvPr/>
            </p:nvPicPr>
            <p:blipFill>
              <a:blip r:embed="rId2"/>
              <a:stretch>
                <a:fillRect/>
              </a:stretch>
            </p:blipFill>
            <p:spPr>
              <a:xfrm>
                <a:off x="2347983" y="1348853"/>
                <a:ext cx="1268782" cy="850694"/>
              </a:xfrm>
              <a:prstGeom prst="rect">
                <a:avLst/>
              </a:prstGeom>
            </p:spPr>
          </p:pic>
          <p:graphicFrame>
            <p:nvGraphicFramePr>
              <p:cNvPr id="6" name="グラフ 5">
                <a:extLst>
                  <a:ext uri="{FF2B5EF4-FFF2-40B4-BE49-F238E27FC236}">
                    <a16:creationId xmlns:a16="http://schemas.microsoft.com/office/drawing/2014/main" id="{8F0DB7DC-B91D-F4EB-C37D-981567524BBB}"/>
                  </a:ext>
                </a:extLst>
              </p:cNvPr>
              <p:cNvGraphicFramePr>
                <a:graphicFrameLocks/>
              </p:cNvGraphicFramePr>
              <p:nvPr>
                <p:extLst>
                  <p:ext uri="{D42A27DB-BD31-4B8C-83A1-F6EECF244321}">
                    <p14:modId xmlns:p14="http://schemas.microsoft.com/office/powerpoint/2010/main" val="1732165675"/>
                  </p:ext>
                </p:extLst>
              </p:nvPr>
            </p:nvGraphicFramePr>
            <p:xfrm>
              <a:off x="5138054" y="4266146"/>
              <a:ext cx="1794803" cy="1742527"/>
            </p:xfrm>
            <a:graphic>
              <a:graphicData uri="http://schemas.openxmlformats.org/drawingml/2006/chart">
                <c:chart xmlns:c="http://schemas.openxmlformats.org/drawingml/2006/chart" xmlns:r="http://schemas.openxmlformats.org/officeDocument/2006/relationships" r:id="rId3"/>
              </a:graphicData>
            </a:graphic>
          </p:graphicFrame>
          <p:pic>
            <p:nvPicPr>
              <p:cNvPr id="7" name="図 6">
                <a:extLst>
                  <a:ext uri="{FF2B5EF4-FFF2-40B4-BE49-F238E27FC236}">
                    <a16:creationId xmlns:a16="http://schemas.microsoft.com/office/drawing/2014/main" id="{F921BEE3-7579-8668-99F0-E49A137979EA}"/>
                  </a:ext>
                </a:extLst>
              </p:cNvPr>
              <p:cNvPicPr>
                <a:picLocks noChangeAspect="1"/>
              </p:cNvPicPr>
              <p:nvPr/>
            </p:nvPicPr>
            <p:blipFill>
              <a:blip r:embed="rId2"/>
              <a:stretch>
                <a:fillRect/>
              </a:stretch>
            </p:blipFill>
            <p:spPr>
              <a:xfrm>
                <a:off x="831408" y="4732952"/>
                <a:ext cx="1268782" cy="850694"/>
              </a:xfrm>
              <a:prstGeom prst="rect">
                <a:avLst/>
              </a:prstGeom>
            </p:spPr>
          </p:pic>
          <p:graphicFrame>
            <p:nvGraphicFramePr>
              <p:cNvPr id="8" name="グラフ 7">
                <a:extLst>
                  <a:ext uri="{FF2B5EF4-FFF2-40B4-BE49-F238E27FC236}">
                    <a16:creationId xmlns:a16="http://schemas.microsoft.com/office/drawing/2014/main" id="{D9EE2630-F155-B9FA-9A9D-D6E81D4BED07}"/>
                  </a:ext>
                </a:extLst>
              </p:cNvPr>
              <p:cNvGraphicFramePr>
                <a:graphicFrameLocks/>
              </p:cNvGraphicFramePr>
              <p:nvPr>
                <p:extLst>
                  <p:ext uri="{D42A27DB-BD31-4B8C-83A1-F6EECF244321}">
                    <p14:modId xmlns:p14="http://schemas.microsoft.com/office/powerpoint/2010/main" val="73842663"/>
                  </p:ext>
                </p:extLst>
              </p:nvPr>
            </p:nvGraphicFramePr>
            <p:xfrm>
              <a:off x="8244197" y="4773822"/>
              <a:ext cx="2166810" cy="739790"/>
            </p:xfrm>
            <a:graphic>
              <a:graphicData uri="http://schemas.openxmlformats.org/drawingml/2006/chart">
                <c:chart xmlns:c="http://schemas.openxmlformats.org/drawingml/2006/chart" xmlns:r="http://schemas.openxmlformats.org/officeDocument/2006/relationships" r:id="rId4"/>
              </a:graphicData>
            </a:graphic>
          </p:graphicFrame>
          <p:sp>
            <p:nvSpPr>
              <p:cNvPr id="9" name="テキスト ボックス 8">
                <a:extLst>
                  <a:ext uri="{FF2B5EF4-FFF2-40B4-BE49-F238E27FC236}">
                    <a16:creationId xmlns:a16="http://schemas.microsoft.com/office/drawing/2014/main" id="{C214EA49-178A-DE9A-A39E-594CC7C7158D}"/>
                  </a:ext>
                </a:extLst>
              </p:cNvPr>
              <p:cNvSpPr txBox="1"/>
              <p:nvPr/>
            </p:nvSpPr>
            <p:spPr>
              <a:xfrm>
                <a:off x="3522338" y="4927467"/>
                <a:ext cx="476884" cy="461665"/>
              </a:xfrm>
              <a:prstGeom prst="rect">
                <a:avLst/>
              </a:prstGeom>
              <a:noFill/>
            </p:spPr>
            <p:txBody>
              <a:bodyPr wrap="square" rtlCol="0">
                <a:spAutoFit/>
              </a:bodyPr>
              <a:lstStyle/>
              <a:p>
                <a:pPr algn="l"/>
                <a:r>
                  <a:rPr kumimoji="1" lang="en-US" altLang="ja-JP" sz="2400" i="0" dirty="0">
                    <a:latin typeface="+mn-ea"/>
                    <a:ea typeface="+mn-ea"/>
                  </a:rPr>
                  <a:t>+</a:t>
                </a:r>
                <a:endParaRPr kumimoji="1" lang="ja-JP" altLang="en-US" sz="2400" i="0" dirty="0">
                  <a:latin typeface="+mn-ea"/>
                  <a:ea typeface="+mn-ea"/>
                </a:endParaRPr>
              </a:p>
            </p:txBody>
          </p:sp>
          <p:sp>
            <p:nvSpPr>
              <p:cNvPr id="10" name="テキスト ボックス 9">
                <a:extLst>
                  <a:ext uri="{FF2B5EF4-FFF2-40B4-BE49-F238E27FC236}">
                    <a16:creationId xmlns:a16="http://schemas.microsoft.com/office/drawing/2014/main" id="{D9C032E9-6F13-31AB-02BD-7450AF42D77A}"/>
                  </a:ext>
                </a:extLst>
              </p:cNvPr>
              <p:cNvSpPr txBox="1"/>
              <p:nvPr/>
            </p:nvSpPr>
            <p:spPr>
              <a:xfrm>
                <a:off x="6570361" y="4933775"/>
                <a:ext cx="487530" cy="461665"/>
              </a:xfrm>
              <a:prstGeom prst="rect">
                <a:avLst/>
              </a:prstGeom>
              <a:noFill/>
            </p:spPr>
            <p:txBody>
              <a:bodyPr wrap="square" rtlCol="0">
                <a:spAutoFit/>
              </a:bodyPr>
              <a:lstStyle/>
              <a:p>
                <a:pPr algn="l"/>
                <a:r>
                  <a:rPr kumimoji="1" lang="en-US" altLang="ja-JP" sz="2400" i="0" dirty="0">
                    <a:latin typeface="+mn-ea"/>
                    <a:ea typeface="+mn-ea"/>
                  </a:rPr>
                  <a:t>+</a:t>
                </a:r>
                <a:endParaRPr kumimoji="1" lang="ja-JP" altLang="en-US" sz="2400" i="0" dirty="0">
                  <a:latin typeface="+mn-ea"/>
                  <a:ea typeface="+mn-ea"/>
                </a:endParaRPr>
              </a:p>
            </p:txBody>
          </p:sp>
          <p:sp>
            <p:nvSpPr>
              <p:cNvPr id="11" name="テキスト ボックス 10">
                <a:extLst>
                  <a:ext uri="{FF2B5EF4-FFF2-40B4-BE49-F238E27FC236}">
                    <a16:creationId xmlns:a16="http://schemas.microsoft.com/office/drawing/2014/main" id="{F09ECE39-E34D-EA22-C0B7-04FFB071B1CD}"/>
                  </a:ext>
                </a:extLst>
              </p:cNvPr>
              <p:cNvSpPr txBox="1"/>
              <p:nvPr/>
            </p:nvSpPr>
            <p:spPr>
              <a:xfrm>
                <a:off x="3053429" y="401799"/>
                <a:ext cx="5445686" cy="646331"/>
              </a:xfrm>
              <a:prstGeom prst="rect">
                <a:avLst/>
              </a:prstGeom>
              <a:noFill/>
            </p:spPr>
            <p:txBody>
              <a:bodyPr wrap="square" rtlCol="0">
                <a:spAutoFit/>
              </a:bodyPr>
              <a:lstStyle/>
              <a:p>
                <a:pPr algn="l"/>
                <a:r>
                  <a:rPr kumimoji="1" lang="en-US" altLang="ja-JP" sz="3600" i="0" dirty="0">
                    <a:latin typeface="メイリオ" panose="020B0604030504040204" pitchFamily="50" charset="-128"/>
                    <a:ea typeface="メイリオ" panose="020B0604030504040204" pitchFamily="50" charset="-128"/>
                  </a:rPr>
                  <a:t>Unknown environment</a:t>
                </a:r>
                <a:endParaRPr kumimoji="1" lang="ja-JP" altLang="en-US" sz="3600" i="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08011140-ABA5-B0E8-CE81-761973B7F3F9}"/>
                  </a:ext>
                </a:extLst>
              </p:cNvPr>
              <p:cNvSpPr txBox="1"/>
              <p:nvPr/>
            </p:nvSpPr>
            <p:spPr>
              <a:xfrm>
                <a:off x="1905973" y="4020441"/>
                <a:ext cx="1210588" cy="646331"/>
              </a:xfrm>
              <a:prstGeom prst="rect">
                <a:avLst/>
              </a:prstGeom>
              <a:noFill/>
            </p:spPr>
            <p:txBody>
              <a:bodyPr wrap="none" rtlCol="0">
                <a:spAutoFit/>
              </a:bodyPr>
              <a:lstStyle/>
              <a:p>
                <a:pPr algn="l"/>
                <a:r>
                  <a:rPr kumimoji="1" lang="en-US" altLang="ja-JP" sz="3600" i="0" dirty="0">
                    <a:latin typeface="メイリオ" panose="020B0604030504040204" pitchFamily="50" charset="-128"/>
                    <a:ea typeface="メイリオ" panose="020B0604030504040204" pitchFamily="50" charset="-128"/>
                  </a:rPr>
                  <a:t>High</a:t>
                </a:r>
                <a:endParaRPr kumimoji="1" lang="ja-JP" altLang="en-US" sz="3600" i="0" dirty="0">
                  <a:latin typeface="メイリオ" panose="020B0604030504040204" pitchFamily="50" charset="-128"/>
                  <a:ea typeface="メイリオ" panose="020B0604030504040204" pitchFamily="50" charset="-128"/>
                </a:endParaRPr>
              </a:p>
            </p:txBody>
          </p:sp>
          <p:sp>
            <p:nvSpPr>
              <p:cNvPr id="13" name="テキスト ボックス 12">
                <a:extLst>
                  <a:ext uri="{FF2B5EF4-FFF2-40B4-BE49-F238E27FC236}">
                    <a16:creationId xmlns:a16="http://schemas.microsoft.com/office/drawing/2014/main" id="{B9921997-0D71-EDD0-BE86-B7CE3D0D4CB4}"/>
                  </a:ext>
                </a:extLst>
              </p:cNvPr>
              <p:cNvSpPr txBox="1"/>
              <p:nvPr/>
            </p:nvSpPr>
            <p:spPr>
              <a:xfrm>
                <a:off x="5180612" y="4113741"/>
                <a:ext cx="1099981" cy="646331"/>
              </a:xfrm>
              <a:prstGeom prst="rect">
                <a:avLst/>
              </a:prstGeom>
              <a:noFill/>
            </p:spPr>
            <p:txBody>
              <a:bodyPr wrap="square" rtlCol="0">
                <a:spAutoFit/>
              </a:bodyPr>
              <a:lstStyle/>
              <a:p>
                <a:pPr algn="l"/>
                <a:r>
                  <a:rPr lang="en-US" altLang="ja-JP" sz="3600" i="0" dirty="0">
                    <a:latin typeface="メイリオ" panose="020B0604030504040204" pitchFamily="50" charset="-128"/>
                    <a:ea typeface="メイリオ" panose="020B0604030504040204" pitchFamily="50" charset="-128"/>
                  </a:rPr>
                  <a:t>Mid</a:t>
                </a:r>
                <a:endParaRPr kumimoji="1" lang="ja-JP" altLang="en-US" sz="3600" i="0" dirty="0">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652F700C-2827-5B08-7C53-547CA47984F8}"/>
                  </a:ext>
                </a:extLst>
              </p:cNvPr>
              <p:cNvSpPr txBox="1"/>
              <p:nvPr/>
            </p:nvSpPr>
            <p:spPr>
              <a:xfrm>
                <a:off x="8515307" y="4131639"/>
                <a:ext cx="1099981" cy="646331"/>
              </a:xfrm>
              <a:prstGeom prst="rect">
                <a:avLst/>
              </a:prstGeom>
              <a:noFill/>
            </p:spPr>
            <p:txBody>
              <a:bodyPr wrap="none" rtlCol="0">
                <a:spAutoFit/>
              </a:bodyPr>
              <a:lstStyle/>
              <a:p>
                <a:pPr algn="l"/>
                <a:r>
                  <a:rPr kumimoji="1" lang="en-US" altLang="ja-JP" sz="3600" i="0" dirty="0">
                    <a:latin typeface="メイリオ" panose="020B0604030504040204" pitchFamily="50" charset="-128"/>
                    <a:ea typeface="メイリオ" panose="020B0604030504040204" pitchFamily="50" charset="-128"/>
                  </a:rPr>
                  <a:t>Low</a:t>
                </a:r>
                <a:endParaRPr kumimoji="1" lang="ja-JP" altLang="en-US" sz="3600" i="0" dirty="0">
                  <a:latin typeface="メイリオ" panose="020B0604030504040204" pitchFamily="50" charset="-128"/>
                  <a:ea typeface="メイリオ" panose="020B0604030504040204" pitchFamily="50" charset="-128"/>
                </a:endParaRPr>
              </a:p>
            </p:txBody>
          </p:sp>
          <p:pic>
            <p:nvPicPr>
              <p:cNvPr id="15" name="図 14">
                <a:extLst>
                  <a:ext uri="{FF2B5EF4-FFF2-40B4-BE49-F238E27FC236}">
                    <a16:creationId xmlns:a16="http://schemas.microsoft.com/office/drawing/2014/main" id="{C958E75E-24FB-078F-EAA6-A5CD9438913D}"/>
                  </a:ext>
                </a:extLst>
              </p:cNvPr>
              <p:cNvPicPr>
                <a:picLocks noChangeAspect="1"/>
              </p:cNvPicPr>
              <p:nvPr/>
            </p:nvPicPr>
            <p:blipFill>
              <a:blip r:embed="rId2"/>
              <a:stretch>
                <a:fillRect/>
              </a:stretch>
            </p:blipFill>
            <p:spPr>
              <a:xfrm>
                <a:off x="3927193" y="4681532"/>
                <a:ext cx="1268782" cy="850694"/>
              </a:xfrm>
              <a:prstGeom prst="rect">
                <a:avLst/>
              </a:prstGeom>
            </p:spPr>
          </p:pic>
          <p:pic>
            <p:nvPicPr>
              <p:cNvPr id="16" name="図 15">
                <a:extLst>
                  <a:ext uri="{FF2B5EF4-FFF2-40B4-BE49-F238E27FC236}">
                    <a16:creationId xmlns:a16="http://schemas.microsoft.com/office/drawing/2014/main" id="{EB4B4C10-7DEF-9301-66C1-82C729023577}"/>
                  </a:ext>
                </a:extLst>
              </p:cNvPr>
              <p:cNvPicPr>
                <a:picLocks noChangeAspect="1"/>
              </p:cNvPicPr>
              <p:nvPr/>
            </p:nvPicPr>
            <p:blipFill>
              <a:blip r:embed="rId2"/>
              <a:stretch>
                <a:fillRect/>
              </a:stretch>
            </p:blipFill>
            <p:spPr>
              <a:xfrm>
                <a:off x="6975415" y="4681532"/>
                <a:ext cx="1268782" cy="850694"/>
              </a:xfrm>
              <a:prstGeom prst="rect">
                <a:avLst/>
              </a:prstGeom>
            </p:spPr>
          </p:pic>
          <p:sp>
            <p:nvSpPr>
              <p:cNvPr id="17" name="テキスト ボックス 16">
                <a:extLst>
                  <a:ext uri="{FF2B5EF4-FFF2-40B4-BE49-F238E27FC236}">
                    <a16:creationId xmlns:a16="http://schemas.microsoft.com/office/drawing/2014/main" id="{6AA6E525-A975-D770-C33B-2454A4E73BEF}"/>
                  </a:ext>
                </a:extLst>
              </p:cNvPr>
              <p:cNvSpPr txBox="1"/>
              <p:nvPr/>
            </p:nvSpPr>
            <p:spPr>
              <a:xfrm>
                <a:off x="7199180" y="1286380"/>
                <a:ext cx="3173371" cy="1200329"/>
              </a:xfrm>
              <a:prstGeom prst="rect">
                <a:avLst/>
              </a:prstGeom>
              <a:noFill/>
            </p:spPr>
            <p:txBody>
              <a:bodyPr wrap="square" rtlCol="0">
                <a:spAutoFit/>
              </a:bodyPr>
              <a:lstStyle/>
              <a:p>
                <a:pPr algn="l"/>
                <a:r>
                  <a:rPr kumimoji="1" lang="en-US" altLang="ja-JP" sz="3600" i="0" dirty="0">
                    <a:latin typeface="メイリオ" panose="020B0604030504040204" pitchFamily="50" charset="-128"/>
                    <a:ea typeface="メイリオ" panose="020B0604030504040204" pitchFamily="50" charset="-128"/>
                  </a:rPr>
                  <a:t>Unknown</a:t>
                </a:r>
              </a:p>
              <a:p>
                <a:pPr algn="l"/>
                <a:r>
                  <a:rPr kumimoji="1" lang="en-US" altLang="ja-JP" sz="3600" i="0" dirty="0">
                    <a:latin typeface="メイリオ" panose="020B0604030504040204" pitchFamily="50" charset="-128"/>
                    <a:ea typeface="メイリオ" panose="020B0604030504040204" pitchFamily="50" charset="-128"/>
                  </a:rPr>
                  <a:t>in advance</a:t>
                </a:r>
                <a:endParaRPr kumimoji="1" lang="ja-JP" altLang="en-US" sz="3600" i="0" dirty="0">
                  <a:latin typeface="メイリオ" panose="020B0604030504040204" pitchFamily="50" charset="-128"/>
                  <a:ea typeface="メイリオ" panose="020B0604030504040204" pitchFamily="50" charset="-128"/>
                </a:endParaRPr>
              </a:p>
            </p:txBody>
          </p:sp>
          <p:graphicFrame>
            <p:nvGraphicFramePr>
              <p:cNvPr id="19" name="グラフ 18">
                <a:extLst>
                  <a:ext uri="{FF2B5EF4-FFF2-40B4-BE49-F238E27FC236}">
                    <a16:creationId xmlns:a16="http://schemas.microsoft.com/office/drawing/2014/main" id="{6FFA110D-D150-0CC3-4781-EB248D06D71A}"/>
                  </a:ext>
                </a:extLst>
              </p:cNvPr>
              <p:cNvGraphicFramePr>
                <a:graphicFrameLocks/>
              </p:cNvGraphicFramePr>
              <p:nvPr>
                <p:extLst>
                  <p:ext uri="{D42A27DB-BD31-4B8C-83A1-F6EECF244321}">
                    <p14:modId xmlns:p14="http://schemas.microsoft.com/office/powerpoint/2010/main" val="592667924"/>
                  </p:ext>
                </p:extLst>
              </p:nvPr>
            </p:nvGraphicFramePr>
            <p:xfrm>
              <a:off x="2048936" y="4386489"/>
              <a:ext cx="1726218" cy="1581633"/>
            </p:xfrm>
            <a:graphic>
              <a:graphicData uri="http://schemas.openxmlformats.org/drawingml/2006/chart">
                <c:chart xmlns:c="http://schemas.openxmlformats.org/drawingml/2006/chart" xmlns:r="http://schemas.openxmlformats.org/officeDocument/2006/relationships" r:id="rId5"/>
              </a:graphicData>
            </a:graphic>
          </p:graphicFrame>
          <p:sp>
            <p:nvSpPr>
              <p:cNvPr id="20" name="矢印: 上下 19">
                <a:extLst>
                  <a:ext uri="{FF2B5EF4-FFF2-40B4-BE49-F238E27FC236}">
                    <a16:creationId xmlns:a16="http://schemas.microsoft.com/office/drawing/2014/main" id="{2F850FA0-6CBC-36E4-E7C5-7572B2B720C0}"/>
                  </a:ext>
                </a:extLst>
              </p:cNvPr>
              <p:cNvSpPr/>
              <p:nvPr/>
            </p:nvSpPr>
            <p:spPr bwMode="auto">
              <a:xfrm>
                <a:off x="5479908" y="2600647"/>
                <a:ext cx="408100" cy="1410855"/>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1" name="矢印: 上下 20">
                <a:extLst>
                  <a:ext uri="{FF2B5EF4-FFF2-40B4-BE49-F238E27FC236}">
                    <a16:creationId xmlns:a16="http://schemas.microsoft.com/office/drawing/2014/main" id="{D30B625A-27C4-CA97-A92A-F7B74226E284}"/>
                  </a:ext>
                </a:extLst>
              </p:cNvPr>
              <p:cNvSpPr/>
              <p:nvPr/>
            </p:nvSpPr>
            <p:spPr bwMode="auto">
              <a:xfrm rot="18584895">
                <a:off x="7180009" y="2202189"/>
                <a:ext cx="409312" cy="2114789"/>
              </a:xfrm>
              <a:prstGeom prst="upDownArrow">
                <a:avLst/>
              </a:prstGeom>
              <a:solidFill>
                <a:schemeClr val="tx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3" name="フリーフォーム: 図形 22">
                <a:extLst>
                  <a:ext uri="{FF2B5EF4-FFF2-40B4-BE49-F238E27FC236}">
                    <a16:creationId xmlns:a16="http://schemas.microsoft.com/office/drawing/2014/main" id="{4F17E2F7-6280-B5EA-2A11-8FE64337D561}"/>
                  </a:ext>
                </a:extLst>
              </p:cNvPr>
              <p:cNvSpPr/>
              <p:nvPr/>
            </p:nvSpPr>
            <p:spPr bwMode="auto">
              <a:xfrm>
                <a:off x="4544770" y="926838"/>
                <a:ext cx="2226605" cy="1499278"/>
              </a:xfrm>
              <a:custGeom>
                <a:avLst/>
                <a:gdLst>
                  <a:gd name="connsiteX0" fmla="*/ 0 w 2140527"/>
                  <a:gd name="connsiteY0" fmla="*/ 898799 h 1630773"/>
                  <a:gd name="connsiteX1" fmla="*/ 311727 w 2140527"/>
                  <a:gd name="connsiteY1" fmla="*/ 400036 h 1630773"/>
                  <a:gd name="connsiteX2" fmla="*/ 509154 w 2140527"/>
                  <a:gd name="connsiteY2" fmla="*/ 1200136 h 1630773"/>
                  <a:gd name="connsiteX3" fmla="*/ 633845 w 2140527"/>
                  <a:gd name="connsiteY3" fmla="*/ 670199 h 1630773"/>
                  <a:gd name="connsiteX4" fmla="*/ 727363 w 2140527"/>
                  <a:gd name="connsiteY4" fmla="*/ 1096227 h 1630773"/>
                  <a:gd name="connsiteX5" fmla="*/ 904009 w 2140527"/>
                  <a:gd name="connsiteY5" fmla="*/ 5181 h 1630773"/>
                  <a:gd name="connsiteX6" fmla="*/ 1059873 w 2140527"/>
                  <a:gd name="connsiteY6" fmla="*/ 1626163 h 1630773"/>
                  <a:gd name="connsiteX7" fmla="*/ 1246909 w 2140527"/>
                  <a:gd name="connsiteY7" fmla="*/ 503945 h 1630773"/>
                  <a:gd name="connsiteX8" fmla="*/ 1298863 w 2140527"/>
                  <a:gd name="connsiteY8" fmla="*/ 794890 h 1630773"/>
                  <a:gd name="connsiteX9" fmla="*/ 1641763 w 2140527"/>
                  <a:gd name="connsiteY9" fmla="*/ 659809 h 1630773"/>
                  <a:gd name="connsiteX10" fmla="*/ 1776845 w 2140527"/>
                  <a:gd name="connsiteY10" fmla="*/ 1335218 h 1630773"/>
                  <a:gd name="connsiteX11" fmla="*/ 1891145 w 2140527"/>
                  <a:gd name="connsiteY11" fmla="*/ 368863 h 1630773"/>
                  <a:gd name="connsiteX12" fmla="*/ 1984663 w 2140527"/>
                  <a:gd name="connsiteY12" fmla="*/ 1231309 h 1630773"/>
                  <a:gd name="connsiteX13" fmla="*/ 2140527 w 2140527"/>
                  <a:gd name="connsiteY13" fmla="*/ 898799 h 1630773"/>
                  <a:gd name="connsiteX14" fmla="*/ 2140527 w 2140527"/>
                  <a:gd name="connsiteY14" fmla="*/ 898799 h 1630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140527" h="1630773">
                    <a:moveTo>
                      <a:pt x="0" y="898799"/>
                    </a:moveTo>
                    <a:cubicBezTo>
                      <a:pt x="113434" y="624306"/>
                      <a:pt x="226868" y="349813"/>
                      <a:pt x="311727" y="400036"/>
                    </a:cubicBezTo>
                    <a:cubicBezTo>
                      <a:pt x="396586" y="450259"/>
                      <a:pt x="455468" y="1155109"/>
                      <a:pt x="509154" y="1200136"/>
                    </a:cubicBezTo>
                    <a:cubicBezTo>
                      <a:pt x="562840" y="1245163"/>
                      <a:pt x="597477" y="687517"/>
                      <a:pt x="633845" y="670199"/>
                    </a:cubicBezTo>
                    <a:cubicBezTo>
                      <a:pt x="670213" y="652881"/>
                      <a:pt x="682336" y="1207063"/>
                      <a:pt x="727363" y="1096227"/>
                    </a:cubicBezTo>
                    <a:cubicBezTo>
                      <a:pt x="772390" y="985391"/>
                      <a:pt x="848591" y="-83142"/>
                      <a:pt x="904009" y="5181"/>
                    </a:cubicBezTo>
                    <a:cubicBezTo>
                      <a:pt x="959427" y="93504"/>
                      <a:pt x="1002723" y="1543036"/>
                      <a:pt x="1059873" y="1626163"/>
                    </a:cubicBezTo>
                    <a:cubicBezTo>
                      <a:pt x="1117023" y="1709290"/>
                      <a:pt x="1207077" y="642490"/>
                      <a:pt x="1246909" y="503945"/>
                    </a:cubicBezTo>
                    <a:cubicBezTo>
                      <a:pt x="1286741" y="365400"/>
                      <a:pt x="1233054" y="768913"/>
                      <a:pt x="1298863" y="794890"/>
                    </a:cubicBezTo>
                    <a:cubicBezTo>
                      <a:pt x="1364672" y="820867"/>
                      <a:pt x="1562099" y="569754"/>
                      <a:pt x="1641763" y="659809"/>
                    </a:cubicBezTo>
                    <a:cubicBezTo>
                      <a:pt x="1721427" y="749864"/>
                      <a:pt x="1735281" y="1383709"/>
                      <a:pt x="1776845" y="1335218"/>
                    </a:cubicBezTo>
                    <a:cubicBezTo>
                      <a:pt x="1818409" y="1286727"/>
                      <a:pt x="1856509" y="386181"/>
                      <a:pt x="1891145" y="368863"/>
                    </a:cubicBezTo>
                    <a:cubicBezTo>
                      <a:pt x="1925781" y="351545"/>
                      <a:pt x="1943099" y="1142986"/>
                      <a:pt x="1984663" y="1231309"/>
                    </a:cubicBezTo>
                    <a:lnTo>
                      <a:pt x="2140527" y="898799"/>
                    </a:lnTo>
                    <a:lnTo>
                      <a:pt x="2140527" y="898799"/>
                    </a:ln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4" name="正方形/長方形 23">
                <a:extLst>
                  <a:ext uri="{FF2B5EF4-FFF2-40B4-BE49-F238E27FC236}">
                    <a16:creationId xmlns:a16="http://schemas.microsoft.com/office/drawing/2014/main" id="{60AD7C4E-3AD5-1876-C0FD-F29D9E03F164}"/>
                  </a:ext>
                </a:extLst>
              </p:cNvPr>
              <p:cNvSpPr/>
              <p:nvPr/>
            </p:nvSpPr>
            <p:spPr bwMode="auto">
              <a:xfrm>
                <a:off x="4334633" y="980789"/>
                <a:ext cx="2646877" cy="1565908"/>
              </a:xfrm>
              <a:prstGeom prst="rect">
                <a:avLst/>
              </a:prstGeom>
              <a:solidFill>
                <a:schemeClr val="bg2"/>
              </a:solidFill>
              <a:ln>
                <a:solidFill>
                  <a:schemeClr val="accent3"/>
                </a:solidFill>
                <a:headEnd type="none" w="med" len="med"/>
                <a:tailEnd type="none" w="med" len="med"/>
              </a:ln>
              <a:effectLst>
                <a:softEdge rad="241300"/>
              </a:effectLst>
              <a:extLst>
                <a:ext uri="{AF507438-7753-43e0-B8FC-AC1667EBCBE1}">
                  <a14:hiddenEffects xmlns:a14="http://schemas.microsoft.com/office/drawing/2010/main" xmlns="">
                    <a:effectLst>
                      <a:outerShdw dist="35921" dir="2700000" algn="ctr" rotWithShape="0">
                        <a:schemeClr val="bg2"/>
                      </a:outerShdw>
                    </a:effectLst>
                  </a14:hiddenEffects>
                </a:ext>
              </a:extLst>
            </p:spPr>
            <p:style>
              <a:lnRef idx="2">
                <a:schemeClr val="accent3">
                  <a:shade val="15000"/>
                </a:schemeClr>
              </a:lnRef>
              <a:fillRef idx="1">
                <a:schemeClr val="accent3"/>
              </a:fillRef>
              <a:effectRef idx="0">
                <a:schemeClr val="accent3"/>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5" name="テキスト ボックス 24">
                <a:extLst>
                  <a:ext uri="{FF2B5EF4-FFF2-40B4-BE49-F238E27FC236}">
                    <a16:creationId xmlns:a16="http://schemas.microsoft.com/office/drawing/2014/main" id="{F9687BB6-74C4-A18E-0AE0-6AC87BBDA284}"/>
                  </a:ext>
                </a:extLst>
              </p:cNvPr>
              <p:cNvSpPr txBox="1"/>
              <p:nvPr/>
            </p:nvSpPr>
            <p:spPr>
              <a:xfrm>
                <a:off x="5251439" y="1130640"/>
                <a:ext cx="838691" cy="1569660"/>
              </a:xfrm>
              <a:prstGeom prst="rect">
                <a:avLst/>
              </a:prstGeom>
              <a:noFill/>
            </p:spPr>
            <p:txBody>
              <a:bodyPr wrap="none" rtlCol="0">
                <a:spAutoFit/>
              </a:bodyPr>
              <a:lstStyle/>
              <a:p>
                <a:pPr algn="l"/>
                <a:r>
                  <a:rPr kumimoji="1" lang="en-US" altLang="ja-JP" sz="9600" i="0" dirty="0">
                    <a:latin typeface="+mn-ea"/>
                    <a:ea typeface="+mn-ea"/>
                  </a:rPr>
                  <a:t>?</a:t>
                </a:r>
                <a:endParaRPr kumimoji="1" lang="ja-JP" altLang="en-US" sz="9600" i="0" dirty="0">
                  <a:latin typeface="+mn-ea"/>
                  <a:ea typeface="+mn-ea"/>
                </a:endParaRPr>
              </a:p>
            </p:txBody>
          </p:sp>
          <p:sp>
            <p:nvSpPr>
              <p:cNvPr id="22" name="テキスト ボックス 21">
                <a:extLst>
                  <a:ext uri="{FF2B5EF4-FFF2-40B4-BE49-F238E27FC236}">
                    <a16:creationId xmlns:a16="http://schemas.microsoft.com/office/drawing/2014/main" id="{63439F32-7CBA-A97D-5E46-362FBDC008C7}"/>
                  </a:ext>
                </a:extLst>
              </p:cNvPr>
              <p:cNvSpPr txBox="1"/>
              <p:nvPr/>
            </p:nvSpPr>
            <p:spPr>
              <a:xfrm>
                <a:off x="3028044" y="2936417"/>
                <a:ext cx="5300471" cy="646331"/>
              </a:xfrm>
              <a:prstGeom prst="rect">
                <a:avLst/>
              </a:prstGeom>
              <a:solidFill>
                <a:schemeClr val="bg1"/>
              </a:solidFill>
              <a:ln>
                <a:solidFill>
                  <a:schemeClr val="tx1"/>
                </a:solidFill>
              </a:ln>
            </p:spPr>
            <p:txBody>
              <a:bodyPr wrap="square" rtlCol="0">
                <a:spAutoFit/>
              </a:bodyPr>
              <a:lstStyle/>
              <a:p>
                <a:r>
                  <a:rPr kumimoji="1" lang="en-US" altLang="ja-JP" sz="3600" i="0" dirty="0">
                    <a:latin typeface="メイリオ" panose="020B0604030504040204" pitchFamily="50" charset="-128"/>
                    <a:ea typeface="メイリオ" panose="020B0604030504040204" pitchFamily="50" charset="-128"/>
                  </a:rPr>
                  <a:t>Decom</a:t>
                </a:r>
                <a:r>
                  <a:rPr kumimoji="1" lang="ja-JP" altLang="en-US" sz="3600" i="0" dirty="0">
                    <a:latin typeface="メイリオ" panose="020B0604030504040204" pitchFamily="50" charset="-128"/>
                    <a:ea typeface="メイリオ" panose="020B0604030504040204" pitchFamily="50" charset="-128"/>
                  </a:rPr>
                  <a:t>・</a:t>
                </a:r>
                <a:r>
                  <a:rPr kumimoji="1" lang="en-US" altLang="ja-JP" sz="3600" i="0" dirty="0">
                    <a:latin typeface="メイリオ" panose="020B0604030504040204" pitchFamily="50" charset="-128"/>
                    <a:ea typeface="メイリオ" panose="020B0604030504040204" pitchFamily="50" charset="-128"/>
                  </a:rPr>
                  <a:t>Superposition</a:t>
                </a:r>
                <a:endParaRPr kumimoji="1" lang="ja-JP" altLang="en-US" sz="3600" i="0" dirty="0">
                  <a:latin typeface="メイリオ" panose="020B0604030504040204" pitchFamily="50" charset="-128"/>
                  <a:ea typeface="メイリオ" panose="020B0604030504040204" pitchFamily="50" charset="-128"/>
                </a:endParaRPr>
              </a:p>
            </p:txBody>
          </p:sp>
        </p:grpSp>
      </p:grpSp>
    </p:spTree>
    <p:extLst>
      <p:ext uri="{BB962C8B-B14F-4D97-AF65-F5344CB8AC3E}">
        <p14:creationId xmlns:p14="http://schemas.microsoft.com/office/powerpoint/2010/main" val="3641475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84" name="グループ化 183">
            <a:extLst>
              <a:ext uri="{FF2B5EF4-FFF2-40B4-BE49-F238E27FC236}">
                <a16:creationId xmlns:a16="http://schemas.microsoft.com/office/drawing/2014/main" id="{D950BDE9-035C-0344-BE0B-4D4EB2FC240D}"/>
              </a:ext>
            </a:extLst>
          </p:cNvPr>
          <p:cNvGrpSpPr/>
          <p:nvPr/>
        </p:nvGrpSpPr>
        <p:grpSpPr>
          <a:xfrm>
            <a:off x="-10796675" y="4242401"/>
            <a:ext cx="7407125" cy="1103450"/>
            <a:chOff x="1045026" y="4914009"/>
            <a:chExt cx="7407125" cy="1103450"/>
          </a:xfrm>
        </p:grpSpPr>
        <p:sp>
          <p:nvSpPr>
            <p:cNvPr id="168" name="フリーフォーム: 図形 167">
              <a:extLst>
                <a:ext uri="{FF2B5EF4-FFF2-40B4-BE49-F238E27FC236}">
                  <a16:creationId xmlns:a16="http://schemas.microsoft.com/office/drawing/2014/main" id="{1009BB7F-58FA-20A2-5A41-3437BFF3AAE7}"/>
                </a:ext>
              </a:extLst>
            </p:cNvPr>
            <p:cNvSpPr/>
            <p:nvPr/>
          </p:nvSpPr>
          <p:spPr bwMode="auto">
            <a:xfrm rot="10800000" flipV="1">
              <a:off x="1045026" y="5511749"/>
              <a:ext cx="7407125" cy="505710"/>
            </a:xfrm>
            <a:custGeom>
              <a:avLst/>
              <a:gdLst>
                <a:gd name="connsiteX0" fmla="*/ 0 w 6467856"/>
                <a:gd name="connsiteY0" fmla="*/ 0 h 1383792"/>
                <a:gd name="connsiteX1" fmla="*/ 1078992 w 6467856"/>
                <a:gd name="connsiteY1" fmla="*/ 1377696 h 1383792"/>
                <a:gd name="connsiteX2" fmla="*/ 2157984 w 6467856"/>
                <a:gd name="connsiteY2" fmla="*/ 6096 h 1383792"/>
                <a:gd name="connsiteX3" fmla="*/ 3243072 w 6467856"/>
                <a:gd name="connsiteY3" fmla="*/ 1383792 h 1383792"/>
                <a:gd name="connsiteX4" fmla="*/ 4315968 w 6467856"/>
                <a:gd name="connsiteY4" fmla="*/ 6096 h 1383792"/>
                <a:gd name="connsiteX5" fmla="*/ 5388864 w 6467856"/>
                <a:gd name="connsiteY5" fmla="*/ 1383792 h 1383792"/>
                <a:gd name="connsiteX6" fmla="*/ 6467856 w 6467856"/>
                <a:gd name="connsiteY6" fmla="*/ 0 h 138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67856" h="1383792">
                  <a:moveTo>
                    <a:pt x="0" y="0"/>
                  </a:moveTo>
                  <a:cubicBezTo>
                    <a:pt x="359664" y="688340"/>
                    <a:pt x="719328" y="1376680"/>
                    <a:pt x="1078992" y="1377696"/>
                  </a:cubicBezTo>
                  <a:cubicBezTo>
                    <a:pt x="1438656" y="1378712"/>
                    <a:pt x="1797304" y="5080"/>
                    <a:pt x="2157984" y="6096"/>
                  </a:cubicBezTo>
                  <a:cubicBezTo>
                    <a:pt x="2518664" y="7112"/>
                    <a:pt x="2883408" y="1383792"/>
                    <a:pt x="3243072" y="1383792"/>
                  </a:cubicBezTo>
                  <a:cubicBezTo>
                    <a:pt x="3602736" y="1383792"/>
                    <a:pt x="3958336" y="6096"/>
                    <a:pt x="4315968" y="6096"/>
                  </a:cubicBezTo>
                  <a:cubicBezTo>
                    <a:pt x="4673600" y="6096"/>
                    <a:pt x="5030216" y="1384808"/>
                    <a:pt x="5388864" y="1383792"/>
                  </a:cubicBezTo>
                  <a:cubicBezTo>
                    <a:pt x="5747512" y="1382776"/>
                    <a:pt x="6213856" y="119888"/>
                    <a:pt x="6467856" y="0"/>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nvGrpSpPr>
            <p:cNvPr id="171" name="グループ化 170">
              <a:extLst>
                <a:ext uri="{FF2B5EF4-FFF2-40B4-BE49-F238E27FC236}">
                  <a16:creationId xmlns:a16="http://schemas.microsoft.com/office/drawing/2014/main" id="{7BB854CF-F1AD-158B-5906-8855CB177C12}"/>
                </a:ext>
              </a:extLst>
            </p:cNvPr>
            <p:cNvGrpSpPr/>
            <p:nvPr/>
          </p:nvGrpSpPr>
          <p:grpSpPr>
            <a:xfrm rot="21086549">
              <a:off x="1380913" y="4914009"/>
              <a:ext cx="2011258" cy="798806"/>
              <a:chOff x="3982260" y="5479985"/>
              <a:chExt cx="2011258" cy="798806"/>
            </a:xfrm>
          </p:grpSpPr>
          <p:sp>
            <p:nvSpPr>
              <p:cNvPr id="172" name="フローチャート: 結合子 171">
                <a:extLst>
                  <a:ext uri="{FF2B5EF4-FFF2-40B4-BE49-F238E27FC236}">
                    <a16:creationId xmlns:a16="http://schemas.microsoft.com/office/drawing/2014/main" id="{B78DCC20-1F96-D6C1-8A1C-318396783BAC}"/>
                  </a:ext>
                </a:extLst>
              </p:cNvPr>
              <p:cNvSpPr/>
              <p:nvPr/>
            </p:nvSpPr>
            <p:spPr bwMode="auto">
              <a:xfrm>
                <a:off x="5180545" y="5479985"/>
                <a:ext cx="812973" cy="798806"/>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73" name="フローチャート: 結合子 172">
                <a:extLst>
                  <a:ext uri="{FF2B5EF4-FFF2-40B4-BE49-F238E27FC236}">
                    <a16:creationId xmlns:a16="http://schemas.microsoft.com/office/drawing/2014/main" id="{E4A44961-C7EB-48A0-BAAD-E0ADFDEB31F2}"/>
                  </a:ext>
                </a:extLst>
              </p:cNvPr>
              <p:cNvSpPr/>
              <p:nvPr/>
            </p:nvSpPr>
            <p:spPr bwMode="auto">
              <a:xfrm>
                <a:off x="3982260" y="5479985"/>
                <a:ext cx="812973" cy="798806"/>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nvGrpSpPr>
              <p:cNvPr id="174" name="グループ化 173">
                <a:extLst>
                  <a:ext uri="{FF2B5EF4-FFF2-40B4-BE49-F238E27FC236}">
                    <a16:creationId xmlns:a16="http://schemas.microsoft.com/office/drawing/2014/main" id="{2075E0EE-5679-5942-F861-0FD10762EC47}"/>
                  </a:ext>
                </a:extLst>
              </p:cNvPr>
              <p:cNvGrpSpPr/>
              <p:nvPr/>
            </p:nvGrpSpPr>
            <p:grpSpPr>
              <a:xfrm>
                <a:off x="4037310" y="5537992"/>
                <a:ext cx="1901160" cy="687047"/>
                <a:chOff x="12385465" y="3546593"/>
                <a:chExt cx="1901160" cy="687047"/>
              </a:xfrm>
            </p:grpSpPr>
            <p:sp>
              <p:nvSpPr>
                <p:cNvPr id="179" name="フローチャート: 結合子 178">
                  <a:extLst>
                    <a:ext uri="{FF2B5EF4-FFF2-40B4-BE49-F238E27FC236}">
                      <a16:creationId xmlns:a16="http://schemas.microsoft.com/office/drawing/2014/main" id="{9515C7A0-25C0-9D22-6527-246BC956E8C8}"/>
                    </a:ext>
                  </a:extLst>
                </p:cNvPr>
                <p:cNvSpPr/>
                <p:nvPr/>
              </p:nvSpPr>
              <p:spPr bwMode="auto">
                <a:xfrm>
                  <a:off x="13583750" y="3546593"/>
                  <a:ext cx="702875" cy="68279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180" name="フローチャート: 結合子 179">
                  <a:extLst>
                    <a:ext uri="{FF2B5EF4-FFF2-40B4-BE49-F238E27FC236}">
                      <a16:creationId xmlns:a16="http://schemas.microsoft.com/office/drawing/2014/main" id="{D0BDCC44-9DE7-723D-4E20-CD9083F85CCE}"/>
                    </a:ext>
                  </a:extLst>
                </p:cNvPr>
                <p:cNvSpPr/>
                <p:nvPr/>
              </p:nvSpPr>
              <p:spPr bwMode="auto">
                <a:xfrm>
                  <a:off x="12385465" y="3550847"/>
                  <a:ext cx="702875" cy="68279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cxnSp>
            <p:nvCxnSpPr>
              <p:cNvPr id="175" name="直線コネクタ 174">
                <a:extLst>
                  <a:ext uri="{FF2B5EF4-FFF2-40B4-BE49-F238E27FC236}">
                    <a16:creationId xmlns:a16="http://schemas.microsoft.com/office/drawing/2014/main" id="{DC852A63-3204-4CD7-4456-1F18F8508A92}"/>
                  </a:ext>
                </a:extLst>
              </p:cNvPr>
              <p:cNvCxnSpPr>
                <a:cxnSpLocks/>
                <a:stCxn id="173" idx="0"/>
                <a:endCxn id="172" idx="0"/>
              </p:cNvCxnSpPr>
              <p:nvPr/>
            </p:nvCxnSpPr>
            <p:spPr bwMode="auto">
              <a:xfrm>
                <a:off x="4388747" y="5479985"/>
                <a:ext cx="1198285"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76" name="直線コネクタ 175">
                <a:extLst>
                  <a:ext uri="{FF2B5EF4-FFF2-40B4-BE49-F238E27FC236}">
                    <a16:creationId xmlns:a16="http://schemas.microsoft.com/office/drawing/2014/main" id="{1579F959-9B8E-7F97-F85E-CCA31BE9E2EA}"/>
                  </a:ext>
                </a:extLst>
              </p:cNvPr>
              <p:cNvCxnSpPr>
                <a:cxnSpLocks/>
                <a:stCxn id="173" idx="4"/>
                <a:endCxn id="172" idx="4"/>
              </p:cNvCxnSpPr>
              <p:nvPr/>
            </p:nvCxnSpPr>
            <p:spPr bwMode="auto">
              <a:xfrm>
                <a:off x="4388747" y="6278791"/>
                <a:ext cx="1198285"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77" name="直線コネクタ 176">
                <a:extLst>
                  <a:ext uri="{FF2B5EF4-FFF2-40B4-BE49-F238E27FC236}">
                    <a16:creationId xmlns:a16="http://schemas.microsoft.com/office/drawing/2014/main" id="{33267E8E-4D1C-13DD-ED2F-8B9B2BF94F30}"/>
                  </a:ext>
                </a:extLst>
              </p:cNvPr>
              <p:cNvCxnSpPr>
                <a:cxnSpLocks/>
              </p:cNvCxnSpPr>
              <p:nvPr/>
            </p:nvCxnSpPr>
            <p:spPr bwMode="auto">
              <a:xfrm>
                <a:off x="4591889" y="5535446"/>
                <a:ext cx="792000"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78" name="直線コネクタ 177">
                <a:extLst>
                  <a:ext uri="{FF2B5EF4-FFF2-40B4-BE49-F238E27FC236}">
                    <a16:creationId xmlns:a16="http://schemas.microsoft.com/office/drawing/2014/main" id="{81E6FDDA-6FC8-C624-7DC2-E88C336C1D62}"/>
                  </a:ext>
                </a:extLst>
              </p:cNvPr>
              <p:cNvCxnSpPr>
                <a:cxnSpLocks/>
              </p:cNvCxnSpPr>
              <p:nvPr/>
            </p:nvCxnSpPr>
            <p:spPr bwMode="auto">
              <a:xfrm>
                <a:off x="4600889" y="6220785"/>
                <a:ext cx="774000"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grpSp>
        <p:nvGrpSpPr>
          <p:cNvPr id="199" name="グループ化 198">
            <a:extLst>
              <a:ext uri="{FF2B5EF4-FFF2-40B4-BE49-F238E27FC236}">
                <a16:creationId xmlns:a16="http://schemas.microsoft.com/office/drawing/2014/main" id="{4128F190-CC59-B639-B733-A0DE80CCD70B}"/>
              </a:ext>
            </a:extLst>
          </p:cNvPr>
          <p:cNvGrpSpPr/>
          <p:nvPr/>
        </p:nvGrpSpPr>
        <p:grpSpPr>
          <a:xfrm>
            <a:off x="-7325869" y="-2054219"/>
            <a:ext cx="3936319" cy="1547699"/>
            <a:chOff x="3741326" y="4356892"/>
            <a:chExt cx="3936319" cy="1547699"/>
          </a:xfrm>
        </p:grpSpPr>
        <p:sp>
          <p:nvSpPr>
            <p:cNvPr id="189" name="フリーフォーム: 図形 188">
              <a:extLst>
                <a:ext uri="{FF2B5EF4-FFF2-40B4-BE49-F238E27FC236}">
                  <a16:creationId xmlns:a16="http://schemas.microsoft.com/office/drawing/2014/main" id="{60D9DA45-C1D7-8686-6A4B-B82058603FCC}"/>
                </a:ext>
              </a:extLst>
            </p:cNvPr>
            <p:cNvSpPr/>
            <p:nvPr/>
          </p:nvSpPr>
          <p:spPr bwMode="auto">
            <a:xfrm rot="10800000" flipV="1">
              <a:off x="3741326" y="5398881"/>
              <a:ext cx="3936319" cy="505710"/>
            </a:xfrm>
            <a:custGeom>
              <a:avLst/>
              <a:gdLst>
                <a:gd name="connsiteX0" fmla="*/ 0 w 6467856"/>
                <a:gd name="connsiteY0" fmla="*/ 0 h 1383792"/>
                <a:gd name="connsiteX1" fmla="*/ 1078992 w 6467856"/>
                <a:gd name="connsiteY1" fmla="*/ 1377696 h 1383792"/>
                <a:gd name="connsiteX2" fmla="*/ 2157984 w 6467856"/>
                <a:gd name="connsiteY2" fmla="*/ 6096 h 1383792"/>
                <a:gd name="connsiteX3" fmla="*/ 3243072 w 6467856"/>
                <a:gd name="connsiteY3" fmla="*/ 1383792 h 1383792"/>
                <a:gd name="connsiteX4" fmla="*/ 4315968 w 6467856"/>
                <a:gd name="connsiteY4" fmla="*/ 6096 h 1383792"/>
                <a:gd name="connsiteX5" fmla="*/ 5388864 w 6467856"/>
                <a:gd name="connsiteY5" fmla="*/ 1383792 h 1383792"/>
                <a:gd name="connsiteX6" fmla="*/ 6467856 w 6467856"/>
                <a:gd name="connsiteY6" fmla="*/ 0 h 138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67856" h="1383792">
                  <a:moveTo>
                    <a:pt x="0" y="0"/>
                  </a:moveTo>
                  <a:cubicBezTo>
                    <a:pt x="359664" y="688340"/>
                    <a:pt x="719328" y="1376680"/>
                    <a:pt x="1078992" y="1377696"/>
                  </a:cubicBezTo>
                  <a:cubicBezTo>
                    <a:pt x="1438656" y="1378712"/>
                    <a:pt x="1797304" y="5080"/>
                    <a:pt x="2157984" y="6096"/>
                  </a:cubicBezTo>
                  <a:cubicBezTo>
                    <a:pt x="2518664" y="7112"/>
                    <a:pt x="2883408" y="1383792"/>
                    <a:pt x="3243072" y="1383792"/>
                  </a:cubicBezTo>
                  <a:cubicBezTo>
                    <a:pt x="3602736" y="1383792"/>
                    <a:pt x="3958336" y="6096"/>
                    <a:pt x="4315968" y="6096"/>
                  </a:cubicBezTo>
                  <a:cubicBezTo>
                    <a:pt x="4673600" y="6096"/>
                    <a:pt x="5030216" y="1384808"/>
                    <a:pt x="5388864" y="1383792"/>
                  </a:cubicBezTo>
                  <a:cubicBezTo>
                    <a:pt x="5747512" y="1382776"/>
                    <a:pt x="6213856" y="119888"/>
                    <a:pt x="6467856" y="0"/>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nvGrpSpPr>
            <p:cNvPr id="190" name="グループ化 189">
              <a:extLst>
                <a:ext uri="{FF2B5EF4-FFF2-40B4-BE49-F238E27FC236}">
                  <a16:creationId xmlns:a16="http://schemas.microsoft.com/office/drawing/2014/main" id="{50EFB8CC-E694-61B7-CB93-E3A46CA891E0}"/>
                </a:ext>
              </a:extLst>
            </p:cNvPr>
            <p:cNvGrpSpPr/>
            <p:nvPr/>
          </p:nvGrpSpPr>
          <p:grpSpPr>
            <a:xfrm>
              <a:off x="4887825" y="4356892"/>
              <a:ext cx="1601444" cy="1091765"/>
              <a:chOff x="4502553" y="4377820"/>
              <a:chExt cx="1601444" cy="1091765"/>
            </a:xfrm>
          </p:grpSpPr>
          <p:sp>
            <p:nvSpPr>
              <p:cNvPr id="192" name="正方形/長方形 191">
                <a:extLst>
                  <a:ext uri="{FF2B5EF4-FFF2-40B4-BE49-F238E27FC236}">
                    <a16:creationId xmlns:a16="http://schemas.microsoft.com/office/drawing/2014/main" id="{C4226BD2-6F50-D37C-68B8-5E812EB97D8C}"/>
                  </a:ext>
                </a:extLst>
              </p:cNvPr>
              <p:cNvSpPr/>
              <p:nvPr/>
            </p:nvSpPr>
            <p:spPr bwMode="auto">
              <a:xfrm>
                <a:off x="4899495" y="4377820"/>
                <a:ext cx="868680" cy="730714"/>
              </a:xfrm>
              <a:prstGeom prst="rect">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cxnSp>
            <p:nvCxnSpPr>
              <p:cNvPr id="193" name="直線コネクタ 192">
                <a:extLst>
                  <a:ext uri="{FF2B5EF4-FFF2-40B4-BE49-F238E27FC236}">
                    <a16:creationId xmlns:a16="http://schemas.microsoft.com/office/drawing/2014/main" id="{4DE86587-F3C9-A972-EABE-B3DECE4B9D55}"/>
                  </a:ext>
                </a:extLst>
              </p:cNvPr>
              <p:cNvCxnSpPr>
                <a:cxnSpLocks/>
                <a:endCxn id="192" idx="1"/>
              </p:cNvCxnSpPr>
              <p:nvPr/>
            </p:nvCxnSpPr>
            <p:spPr bwMode="auto">
              <a:xfrm>
                <a:off x="4602857" y="4545461"/>
                <a:ext cx="296638" cy="1977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94" name="直線コネクタ 193">
                <a:extLst>
                  <a:ext uri="{FF2B5EF4-FFF2-40B4-BE49-F238E27FC236}">
                    <a16:creationId xmlns:a16="http://schemas.microsoft.com/office/drawing/2014/main" id="{3167794C-1491-5ECD-4B24-E3BB495616C4}"/>
                  </a:ext>
                </a:extLst>
              </p:cNvPr>
              <p:cNvCxnSpPr>
                <a:cxnSpLocks/>
                <a:stCxn id="192" idx="3"/>
              </p:cNvCxnSpPr>
              <p:nvPr/>
            </p:nvCxnSpPr>
            <p:spPr bwMode="auto">
              <a:xfrm flipV="1">
                <a:off x="5768175" y="4545461"/>
                <a:ext cx="217170" cy="1977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95" name="直線コネクタ 194">
                <a:extLst>
                  <a:ext uri="{FF2B5EF4-FFF2-40B4-BE49-F238E27FC236}">
                    <a16:creationId xmlns:a16="http://schemas.microsoft.com/office/drawing/2014/main" id="{5723CC76-70D7-19F6-7014-6FA551D06C87}"/>
                  </a:ext>
                </a:extLst>
              </p:cNvPr>
              <p:cNvCxnSpPr>
                <a:cxnSpLocks/>
              </p:cNvCxnSpPr>
              <p:nvPr/>
            </p:nvCxnSpPr>
            <p:spPr bwMode="auto">
              <a:xfrm flipV="1">
                <a:off x="4502553" y="4545461"/>
                <a:ext cx="108604" cy="91452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96" name="直線コネクタ 195">
                <a:extLst>
                  <a:ext uri="{FF2B5EF4-FFF2-40B4-BE49-F238E27FC236}">
                    <a16:creationId xmlns:a16="http://schemas.microsoft.com/office/drawing/2014/main" id="{270B1235-8059-915B-7DD9-B46117BC1716}"/>
                  </a:ext>
                </a:extLst>
              </p:cNvPr>
              <p:cNvCxnSpPr>
                <a:cxnSpLocks/>
              </p:cNvCxnSpPr>
              <p:nvPr/>
            </p:nvCxnSpPr>
            <p:spPr bwMode="auto">
              <a:xfrm flipH="1" flipV="1">
                <a:off x="5985345" y="4545461"/>
                <a:ext cx="118652" cy="92412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grpSp>
        <p:nvGrpSpPr>
          <p:cNvPr id="207" name="グループ化 206">
            <a:extLst>
              <a:ext uri="{FF2B5EF4-FFF2-40B4-BE49-F238E27FC236}">
                <a16:creationId xmlns:a16="http://schemas.microsoft.com/office/drawing/2014/main" id="{5DD03902-02D6-D2E9-5517-DF49B12002B7}"/>
              </a:ext>
            </a:extLst>
          </p:cNvPr>
          <p:cNvGrpSpPr/>
          <p:nvPr/>
        </p:nvGrpSpPr>
        <p:grpSpPr>
          <a:xfrm>
            <a:off x="-11600958" y="6162273"/>
            <a:ext cx="7407125" cy="1245640"/>
            <a:chOff x="2482691" y="3763340"/>
            <a:chExt cx="7407125" cy="1245640"/>
          </a:xfrm>
        </p:grpSpPr>
        <p:sp>
          <p:nvSpPr>
            <p:cNvPr id="200" name="フリーフォーム: 図形 199">
              <a:extLst>
                <a:ext uri="{FF2B5EF4-FFF2-40B4-BE49-F238E27FC236}">
                  <a16:creationId xmlns:a16="http://schemas.microsoft.com/office/drawing/2014/main" id="{01A7AE57-E008-750C-35E5-14BF264A6924}"/>
                </a:ext>
              </a:extLst>
            </p:cNvPr>
            <p:cNvSpPr/>
            <p:nvPr/>
          </p:nvSpPr>
          <p:spPr bwMode="auto">
            <a:xfrm rot="10800000" flipV="1">
              <a:off x="2482691" y="4503270"/>
              <a:ext cx="7407125" cy="505710"/>
            </a:xfrm>
            <a:custGeom>
              <a:avLst/>
              <a:gdLst>
                <a:gd name="connsiteX0" fmla="*/ 0 w 6467856"/>
                <a:gd name="connsiteY0" fmla="*/ 0 h 1383792"/>
                <a:gd name="connsiteX1" fmla="*/ 1078992 w 6467856"/>
                <a:gd name="connsiteY1" fmla="*/ 1377696 h 1383792"/>
                <a:gd name="connsiteX2" fmla="*/ 2157984 w 6467856"/>
                <a:gd name="connsiteY2" fmla="*/ 6096 h 1383792"/>
                <a:gd name="connsiteX3" fmla="*/ 3243072 w 6467856"/>
                <a:gd name="connsiteY3" fmla="*/ 1383792 h 1383792"/>
                <a:gd name="connsiteX4" fmla="*/ 4315968 w 6467856"/>
                <a:gd name="connsiteY4" fmla="*/ 6096 h 1383792"/>
                <a:gd name="connsiteX5" fmla="*/ 5388864 w 6467856"/>
                <a:gd name="connsiteY5" fmla="*/ 1383792 h 1383792"/>
                <a:gd name="connsiteX6" fmla="*/ 6467856 w 6467856"/>
                <a:gd name="connsiteY6" fmla="*/ 0 h 138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67856" h="1383792">
                  <a:moveTo>
                    <a:pt x="0" y="0"/>
                  </a:moveTo>
                  <a:cubicBezTo>
                    <a:pt x="359664" y="688340"/>
                    <a:pt x="719328" y="1376680"/>
                    <a:pt x="1078992" y="1377696"/>
                  </a:cubicBezTo>
                  <a:cubicBezTo>
                    <a:pt x="1438656" y="1378712"/>
                    <a:pt x="1797304" y="5080"/>
                    <a:pt x="2157984" y="6096"/>
                  </a:cubicBezTo>
                  <a:cubicBezTo>
                    <a:pt x="2518664" y="7112"/>
                    <a:pt x="2883408" y="1383792"/>
                    <a:pt x="3243072" y="1383792"/>
                  </a:cubicBezTo>
                  <a:cubicBezTo>
                    <a:pt x="3602736" y="1383792"/>
                    <a:pt x="3958336" y="6096"/>
                    <a:pt x="4315968" y="6096"/>
                  </a:cubicBezTo>
                  <a:cubicBezTo>
                    <a:pt x="4673600" y="6096"/>
                    <a:pt x="5030216" y="1384808"/>
                    <a:pt x="5388864" y="1383792"/>
                  </a:cubicBezTo>
                  <a:cubicBezTo>
                    <a:pt x="5747512" y="1382776"/>
                    <a:pt x="6213856" y="119888"/>
                    <a:pt x="6467856" y="0"/>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nvGrpSpPr>
            <p:cNvPr id="202" name="グループ化 201">
              <a:extLst>
                <a:ext uri="{FF2B5EF4-FFF2-40B4-BE49-F238E27FC236}">
                  <a16:creationId xmlns:a16="http://schemas.microsoft.com/office/drawing/2014/main" id="{825E752B-42EE-B749-E3EF-7F52A4F4D98F}"/>
                </a:ext>
              </a:extLst>
            </p:cNvPr>
            <p:cNvGrpSpPr/>
            <p:nvPr/>
          </p:nvGrpSpPr>
          <p:grpSpPr>
            <a:xfrm rot="20449122">
              <a:off x="6508723" y="3763340"/>
              <a:ext cx="1026968" cy="840912"/>
              <a:chOff x="909946" y="5166635"/>
              <a:chExt cx="1122091" cy="901139"/>
            </a:xfrm>
          </p:grpSpPr>
          <p:sp>
            <p:nvSpPr>
              <p:cNvPr id="204" name="正方形/長方形 203">
                <a:extLst>
                  <a:ext uri="{FF2B5EF4-FFF2-40B4-BE49-F238E27FC236}">
                    <a16:creationId xmlns:a16="http://schemas.microsoft.com/office/drawing/2014/main" id="{3CE91197-0E10-CE19-93A5-87831F97E35E}"/>
                  </a:ext>
                </a:extLst>
              </p:cNvPr>
              <p:cNvSpPr/>
              <p:nvPr/>
            </p:nvSpPr>
            <p:spPr bwMode="auto">
              <a:xfrm>
                <a:off x="909946" y="5166635"/>
                <a:ext cx="1122091" cy="70410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05" name="フローチャート: 結合子 204">
                <a:extLst>
                  <a:ext uri="{FF2B5EF4-FFF2-40B4-BE49-F238E27FC236}">
                    <a16:creationId xmlns:a16="http://schemas.microsoft.com/office/drawing/2014/main" id="{8569199E-7B79-4C3D-3FCB-7BC63E12D160}"/>
                  </a:ext>
                </a:extLst>
              </p:cNvPr>
              <p:cNvSpPr/>
              <p:nvPr/>
            </p:nvSpPr>
            <p:spPr bwMode="auto">
              <a:xfrm>
                <a:off x="1542120" y="5637630"/>
                <a:ext cx="423334" cy="425042"/>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06" name="フローチャート: 結合子 205">
                <a:extLst>
                  <a:ext uri="{FF2B5EF4-FFF2-40B4-BE49-F238E27FC236}">
                    <a16:creationId xmlns:a16="http://schemas.microsoft.com/office/drawing/2014/main" id="{3E49E699-442A-9027-70E7-F261730B0F3D}"/>
                  </a:ext>
                </a:extLst>
              </p:cNvPr>
              <p:cNvSpPr/>
              <p:nvPr/>
            </p:nvSpPr>
            <p:spPr bwMode="auto">
              <a:xfrm>
                <a:off x="1008580" y="5642732"/>
                <a:ext cx="423334" cy="425042"/>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grpSp>
        <p:nvGrpSpPr>
          <p:cNvPr id="213" name="グループ化 212">
            <a:extLst>
              <a:ext uri="{FF2B5EF4-FFF2-40B4-BE49-F238E27FC236}">
                <a16:creationId xmlns:a16="http://schemas.microsoft.com/office/drawing/2014/main" id="{FE6F59E7-555C-6BC0-B628-9F0214B9EC69}"/>
              </a:ext>
            </a:extLst>
          </p:cNvPr>
          <p:cNvGrpSpPr/>
          <p:nvPr/>
        </p:nvGrpSpPr>
        <p:grpSpPr>
          <a:xfrm>
            <a:off x="-10745287" y="1452154"/>
            <a:ext cx="7407125" cy="1690269"/>
            <a:chOff x="1904140" y="4040642"/>
            <a:chExt cx="7407125" cy="1690269"/>
          </a:xfrm>
        </p:grpSpPr>
        <p:sp>
          <p:nvSpPr>
            <p:cNvPr id="208" name="フリーフォーム: 図形 207">
              <a:extLst>
                <a:ext uri="{FF2B5EF4-FFF2-40B4-BE49-F238E27FC236}">
                  <a16:creationId xmlns:a16="http://schemas.microsoft.com/office/drawing/2014/main" id="{DD2CD815-7AFC-4276-61CE-328A8EB24F68}"/>
                </a:ext>
              </a:extLst>
            </p:cNvPr>
            <p:cNvSpPr/>
            <p:nvPr/>
          </p:nvSpPr>
          <p:spPr bwMode="auto">
            <a:xfrm rot="10800000" flipV="1">
              <a:off x="1904140" y="5225201"/>
              <a:ext cx="7407125" cy="505710"/>
            </a:xfrm>
            <a:custGeom>
              <a:avLst/>
              <a:gdLst>
                <a:gd name="connsiteX0" fmla="*/ 0 w 6467856"/>
                <a:gd name="connsiteY0" fmla="*/ 0 h 1383792"/>
                <a:gd name="connsiteX1" fmla="*/ 1078992 w 6467856"/>
                <a:gd name="connsiteY1" fmla="*/ 1377696 h 1383792"/>
                <a:gd name="connsiteX2" fmla="*/ 2157984 w 6467856"/>
                <a:gd name="connsiteY2" fmla="*/ 6096 h 1383792"/>
                <a:gd name="connsiteX3" fmla="*/ 3243072 w 6467856"/>
                <a:gd name="connsiteY3" fmla="*/ 1383792 h 1383792"/>
                <a:gd name="connsiteX4" fmla="*/ 4315968 w 6467856"/>
                <a:gd name="connsiteY4" fmla="*/ 6096 h 1383792"/>
                <a:gd name="connsiteX5" fmla="*/ 5388864 w 6467856"/>
                <a:gd name="connsiteY5" fmla="*/ 1383792 h 1383792"/>
                <a:gd name="connsiteX6" fmla="*/ 6467856 w 6467856"/>
                <a:gd name="connsiteY6" fmla="*/ 0 h 138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67856" h="1383792">
                  <a:moveTo>
                    <a:pt x="0" y="0"/>
                  </a:moveTo>
                  <a:cubicBezTo>
                    <a:pt x="359664" y="688340"/>
                    <a:pt x="719328" y="1376680"/>
                    <a:pt x="1078992" y="1377696"/>
                  </a:cubicBezTo>
                  <a:cubicBezTo>
                    <a:pt x="1438656" y="1378712"/>
                    <a:pt x="1797304" y="5080"/>
                    <a:pt x="2157984" y="6096"/>
                  </a:cubicBezTo>
                  <a:cubicBezTo>
                    <a:pt x="2518664" y="7112"/>
                    <a:pt x="2883408" y="1383792"/>
                    <a:pt x="3243072" y="1383792"/>
                  </a:cubicBezTo>
                  <a:cubicBezTo>
                    <a:pt x="3602736" y="1383792"/>
                    <a:pt x="3958336" y="6096"/>
                    <a:pt x="4315968" y="6096"/>
                  </a:cubicBezTo>
                  <a:cubicBezTo>
                    <a:pt x="4673600" y="6096"/>
                    <a:pt x="5030216" y="1384808"/>
                    <a:pt x="5388864" y="1383792"/>
                  </a:cubicBezTo>
                  <a:cubicBezTo>
                    <a:pt x="5747512" y="1382776"/>
                    <a:pt x="6213856" y="119888"/>
                    <a:pt x="6467856" y="0"/>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nvGrpSpPr>
            <p:cNvPr id="212" name="グループ化 211">
              <a:extLst>
                <a:ext uri="{FF2B5EF4-FFF2-40B4-BE49-F238E27FC236}">
                  <a16:creationId xmlns:a16="http://schemas.microsoft.com/office/drawing/2014/main" id="{18996A0E-2C2D-55DD-9A1A-93DC197A66E1}"/>
                </a:ext>
              </a:extLst>
            </p:cNvPr>
            <p:cNvGrpSpPr/>
            <p:nvPr/>
          </p:nvGrpSpPr>
          <p:grpSpPr>
            <a:xfrm rot="306307">
              <a:off x="2109392" y="4040642"/>
              <a:ext cx="2005264" cy="1556537"/>
              <a:chOff x="3937011" y="3917317"/>
              <a:chExt cx="2005264" cy="1556537"/>
            </a:xfrm>
          </p:grpSpPr>
          <p:sp>
            <p:nvSpPr>
              <p:cNvPr id="209" name="正方形/長方形 208">
                <a:extLst>
                  <a:ext uri="{FF2B5EF4-FFF2-40B4-BE49-F238E27FC236}">
                    <a16:creationId xmlns:a16="http://schemas.microsoft.com/office/drawing/2014/main" id="{F9959C1E-1D4C-FCB2-717F-DBAA4BBC4113}"/>
                  </a:ext>
                </a:extLst>
              </p:cNvPr>
              <p:cNvSpPr/>
              <p:nvPr/>
            </p:nvSpPr>
            <p:spPr bwMode="auto">
              <a:xfrm rot="20914786">
                <a:off x="3937011" y="3917317"/>
                <a:ext cx="2005264" cy="1122905"/>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10" name="フローチャート: 結合子 209">
                <a:extLst>
                  <a:ext uri="{FF2B5EF4-FFF2-40B4-BE49-F238E27FC236}">
                    <a16:creationId xmlns:a16="http://schemas.microsoft.com/office/drawing/2014/main" id="{ED658ED1-4A0A-4CB4-DA40-9297F098C748}"/>
                  </a:ext>
                </a:extLst>
              </p:cNvPr>
              <p:cNvSpPr/>
              <p:nvPr/>
            </p:nvSpPr>
            <p:spPr bwMode="auto">
              <a:xfrm rot="20293863">
                <a:off x="5187026" y="4582657"/>
                <a:ext cx="710354" cy="694372"/>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211" name="フローチャート: 結合子 210">
                <a:extLst>
                  <a:ext uri="{FF2B5EF4-FFF2-40B4-BE49-F238E27FC236}">
                    <a16:creationId xmlns:a16="http://schemas.microsoft.com/office/drawing/2014/main" id="{A2A9C805-FC19-859D-5896-CBEA4C2C6ECA}"/>
                  </a:ext>
                </a:extLst>
              </p:cNvPr>
              <p:cNvSpPr/>
              <p:nvPr/>
            </p:nvSpPr>
            <p:spPr bwMode="auto">
              <a:xfrm rot="20293863">
                <a:off x="4239506" y="4765150"/>
                <a:ext cx="727609" cy="708704"/>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sp>
        <p:nvSpPr>
          <p:cNvPr id="50" name="フリーフォーム: 図形 49">
            <a:extLst>
              <a:ext uri="{FF2B5EF4-FFF2-40B4-BE49-F238E27FC236}">
                <a16:creationId xmlns:a16="http://schemas.microsoft.com/office/drawing/2014/main" id="{175C27A3-5F63-52E6-3B25-000857C4FB95}"/>
              </a:ext>
            </a:extLst>
          </p:cNvPr>
          <p:cNvSpPr/>
          <p:nvPr/>
        </p:nvSpPr>
        <p:spPr bwMode="auto">
          <a:xfrm rot="10800000" flipV="1">
            <a:off x="-10592887" y="2789113"/>
            <a:ext cx="7407125" cy="505710"/>
          </a:xfrm>
          <a:custGeom>
            <a:avLst/>
            <a:gdLst>
              <a:gd name="connsiteX0" fmla="*/ 0 w 6467856"/>
              <a:gd name="connsiteY0" fmla="*/ 0 h 1383792"/>
              <a:gd name="connsiteX1" fmla="*/ 1078992 w 6467856"/>
              <a:gd name="connsiteY1" fmla="*/ 1377696 h 1383792"/>
              <a:gd name="connsiteX2" fmla="*/ 2157984 w 6467856"/>
              <a:gd name="connsiteY2" fmla="*/ 6096 h 1383792"/>
              <a:gd name="connsiteX3" fmla="*/ 3243072 w 6467856"/>
              <a:gd name="connsiteY3" fmla="*/ 1383792 h 1383792"/>
              <a:gd name="connsiteX4" fmla="*/ 4315968 w 6467856"/>
              <a:gd name="connsiteY4" fmla="*/ 6096 h 1383792"/>
              <a:gd name="connsiteX5" fmla="*/ 5388864 w 6467856"/>
              <a:gd name="connsiteY5" fmla="*/ 1383792 h 1383792"/>
              <a:gd name="connsiteX6" fmla="*/ 6467856 w 6467856"/>
              <a:gd name="connsiteY6" fmla="*/ 0 h 138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67856" h="1383792">
                <a:moveTo>
                  <a:pt x="0" y="0"/>
                </a:moveTo>
                <a:cubicBezTo>
                  <a:pt x="359664" y="688340"/>
                  <a:pt x="719328" y="1376680"/>
                  <a:pt x="1078992" y="1377696"/>
                </a:cubicBezTo>
                <a:cubicBezTo>
                  <a:pt x="1438656" y="1378712"/>
                  <a:pt x="1797304" y="5080"/>
                  <a:pt x="2157984" y="6096"/>
                </a:cubicBezTo>
                <a:cubicBezTo>
                  <a:pt x="2518664" y="7112"/>
                  <a:pt x="2883408" y="1383792"/>
                  <a:pt x="3243072" y="1383792"/>
                </a:cubicBezTo>
                <a:cubicBezTo>
                  <a:pt x="3602736" y="1383792"/>
                  <a:pt x="3958336" y="6096"/>
                  <a:pt x="4315968" y="6096"/>
                </a:cubicBezTo>
                <a:cubicBezTo>
                  <a:pt x="4673600" y="6096"/>
                  <a:pt x="5030216" y="1384808"/>
                  <a:pt x="5388864" y="1383792"/>
                </a:cubicBezTo>
                <a:cubicBezTo>
                  <a:pt x="5747512" y="1382776"/>
                  <a:pt x="6213856" y="119888"/>
                  <a:pt x="6467856" y="0"/>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51" name="フリーフォーム: 図形 50">
            <a:extLst>
              <a:ext uri="{FF2B5EF4-FFF2-40B4-BE49-F238E27FC236}">
                <a16:creationId xmlns:a16="http://schemas.microsoft.com/office/drawing/2014/main" id="{029314C3-986E-C3A0-20A9-AEAD12A680AB}"/>
              </a:ext>
            </a:extLst>
          </p:cNvPr>
          <p:cNvSpPr/>
          <p:nvPr/>
        </p:nvSpPr>
        <p:spPr bwMode="auto">
          <a:xfrm rot="10800000" flipV="1">
            <a:off x="-10440487" y="2941513"/>
            <a:ext cx="7407125" cy="505710"/>
          </a:xfrm>
          <a:custGeom>
            <a:avLst/>
            <a:gdLst>
              <a:gd name="connsiteX0" fmla="*/ 0 w 6467856"/>
              <a:gd name="connsiteY0" fmla="*/ 0 h 1383792"/>
              <a:gd name="connsiteX1" fmla="*/ 1078992 w 6467856"/>
              <a:gd name="connsiteY1" fmla="*/ 1377696 h 1383792"/>
              <a:gd name="connsiteX2" fmla="*/ 2157984 w 6467856"/>
              <a:gd name="connsiteY2" fmla="*/ 6096 h 1383792"/>
              <a:gd name="connsiteX3" fmla="*/ 3243072 w 6467856"/>
              <a:gd name="connsiteY3" fmla="*/ 1383792 h 1383792"/>
              <a:gd name="connsiteX4" fmla="*/ 4315968 w 6467856"/>
              <a:gd name="connsiteY4" fmla="*/ 6096 h 1383792"/>
              <a:gd name="connsiteX5" fmla="*/ 5388864 w 6467856"/>
              <a:gd name="connsiteY5" fmla="*/ 1383792 h 1383792"/>
              <a:gd name="connsiteX6" fmla="*/ 6467856 w 6467856"/>
              <a:gd name="connsiteY6" fmla="*/ 0 h 13837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67856" h="1383792">
                <a:moveTo>
                  <a:pt x="0" y="0"/>
                </a:moveTo>
                <a:cubicBezTo>
                  <a:pt x="359664" y="688340"/>
                  <a:pt x="719328" y="1376680"/>
                  <a:pt x="1078992" y="1377696"/>
                </a:cubicBezTo>
                <a:cubicBezTo>
                  <a:pt x="1438656" y="1378712"/>
                  <a:pt x="1797304" y="5080"/>
                  <a:pt x="2157984" y="6096"/>
                </a:cubicBezTo>
                <a:cubicBezTo>
                  <a:pt x="2518664" y="7112"/>
                  <a:pt x="2883408" y="1383792"/>
                  <a:pt x="3243072" y="1383792"/>
                </a:cubicBezTo>
                <a:cubicBezTo>
                  <a:pt x="3602736" y="1383792"/>
                  <a:pt x="3958336" y="6096"/>
                  <a:pt x="4315968" y="6096"/>
                </a:cubicBezTo>
                <a:cubicBezTo>
                  <a:pt x="4673600" y="6096"/>
                  <a:pt x="5030216" y="1384808"/>
                  <a:pt x="5388864" y="1383792"/>
                </a:cubicBezTo>
                <a:cubicBezTo>
                  <a:pt x="5747512" y="1382776"/>
                  <a:pt x="6213856" y="119888"/>
                  <a:pt x="6467856" y="0"/>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nvGrpSpPr>
          <p:cNvPr id="69" name="グループ化 68">
            <a:extLst>
              <a:ext uri="{FF2B5EF4-FFF2-40B4-BE49-F238E27FC236}">
                <a16:creationId xmlns:a16="http://schemas.microsoft.com/office/drawing/2014/main" id="{8E6B3E45-3E1F-FF6C-18E0-FFC9C4050427}"/>
              </a:ext>
            </a:extLst>
          </p:cNvPr>
          <p:cNvGrpSpPr/>
          <p:nvPr/>
        </p:nvGrpSpPr>
        <p:grpSpPr>
          <a:xfrm>
            <a:off x="737684" y="236283"/>
            <a:ext cx="10867713" cy="6215760"/>
            <a:chOff x="737684" y="236283"/>
            <a:chExt cx="10867713" cy="6215760"/>
          </a:xfrm>
        </p:grpSpPr>
        <p:sp>
          <p:nvSpPr>
            <p:cNvPr id="113" name="テキスト ボックス 112">
              <a:extLst>
                <a:ext uri="{FF2B5EF4-FFF2-40B4-BE49-F238E27FC236}">
                  <a16:creationId xmlns:a16="http://schemas.microsoft.com/office/drawing/2014/main" id="{ED45FDF8-D38A-BD04-5E87-E1D8FBF1CCDA}"/>
                </a:ext>
              </a:extLst>
            </p:cNvPr>
            <p:cNvSpPr txBox="1"/>
            <p:nvPr/>
          </p:nvSpPr>
          <p:spPr>
            <a:xfrm>
              <a:off x="952743" y="5621046"/>
              <a:ext cx="3441648" cy="830997"/>
            </a:xfrm>
            <a:prstGeom prst="rect">
              <a:avLst/>
            </a:prstGeom>
            <a:noFill/>
          </p:spPr>
          <p:txBody>
            <a:bodyPr wrap="none" rtlCol="0">
              <a:spAutoFit/>
            </a:bodyPr>
            <a:lstStyle/>
            <a:p>
              <a:pPr algn="l"/>
              <a:r>
                <a:rPr kumimoji="1" lang="en-US" altLang="ja-JP" sz="2400" i="0" dirty="0">
                  <a:latin typeface="+mn-ea"/>
                  <a:ea typeface="+mn-ea"/>
                </a:rPr>
                <a:t>Various </a:t>
              </a:r>
              <a:r>
                <a:rPr kumimoji="1" lang="en-US" altLang="ja-JP" sz="2400" i="0" dirty="0" err="1">
                  <a:latin typeface="+mn-ea"/>
                  <a:ea typeface="+mn-ea"/>
                </a:rPr>
                <a:t>shapes,scales</a:t>
              </a:r>
              <a:endParaRPr kumimoji="1" lang="en-US" altLang="ja-JP" sz="2400" i="0" dirty="0">
                <a:latin typeface="+mn-ea"/>
                <a:ea typeface="+mn-ea"/>
              </a:endParaRPr>
            </a:p>
            <a:p>
              <a:pPr algn="l"/>
              <a:r>
                <a:rPr kumimoji="1" lang="en-US" altLang="ja-JP" sz="2400" i="0" dirty="0">
                  <a:latin typeface="+mn-ea"/>
                  <a:ea typeface="+mn-ea"/>
                </a:rPr>
                <a:t>evaluation methods</a:t>
              </a:r>
              <a:endParaRPr kumimoji="1" lang="ja-JP" altLang="en-US" sz="2400" i="0" dirty="0">
                <a:latin typeface="+mn-ea"/>
                <a:ea typeface="+mn-ea"/>
              </a:endParaRPr>
            </a:p>
          </p:txBody>
        </p:sp>
        <p:grpSp>
          <p:nvGrpSpPr>
            <p:cNvPr id="60" name="グループ化 59">
              <a:extLst>
                <a:ext uri="{FF2B5EF4-FFF2-40B4-BE49-F238E27FC236}">
                  <a16:creationId xmlns:a16="http://schemas.microsoft.com/office/drawing/2014/main" id="{AA9965CA-ED09-615B-70D0-F87DCDD24FB2}"/>
                </a:ext>
              </a:extLst>
            </p:cNvPr>
            <p:cNvGrpSpPr/>
            <p:nvPr/>
          </p:nvGrpSpPr>
          <p:grpSpPr>
            <a:xfrm>
              <a:off x="737684" y="1444296"/>
              <a:ext cx="3791541" cy="3740131"/>
              <a:chOff x="1237964" y="1253614"/>
              <a:chExt cx="3791541" cy="3740131"/>
            </a:xfrm>
          </p:grpSpPr>
          <p:grpSp>
            <p:nvGrpSpPr>
              <p:cNvPr id="112" name="グループ化 111">
                <a:extLst>
                  <a:ext uri="{FF2B5EF4-FFF2-40B4-BE49-F238E27FC236}">
                    <a16:creationId xmlns:a16="http://schemas.microsoft.com/office/drawing/2014/main" id="{2738FF4F-8B2C-9DFB-7511-4D4D343F9EB0}"/>
                  </a:ext>
                </a:extLst>
              </p:cNvPr>
              <p:cNvGrpSpPr/>
              <p:nvPr/>
            </p:nvGrpSpPr>
            <p:grpSpPr>
              <a:xfrm>
                <a:off x="1911142" y="1253614"/>
                <a:ext cx="1929722" cy="1226799"/>
                <a:chOff x="7997070" y="3492148"/>
                <a:chExt cx="2476491" cy="1573671"/>
              </a:xfrm>
            </p:grpSpPr>
            <p:cxnSp>
              <p:nvCxnSpPr>
                <p:cNvPr id="81" name="コネクタ: カギ線 80">
                  <a:extLst>
                    <a:ext uri="{FF2B5EF4-FFF2-40B4-BE49-F238E27FC236}">
                      <a16:creationId xmlns:a16="http://schemas.microsoft.com/office/drawing/2014/main" id="{5F2F8572-6780-2DF5-4886-45F627FBE446}"/>
                    </a:ext>
                  </a:extLst>
                </p:cNvPr>
                <p:cNvCxnSpPr>
                  <a:cxnSpLocks/>
                </p:cNvCxnSpPr>
                <p:nvPr/>
              </p:nvCxnSpPr>
              <p:spPr bwMode="auto">
                <a:xfrm flipV="1">
                  <a:off x="7997070" y="4871986"/>
                  <a:ext cx="2476491" cy="193833"/>
                </a:xfrm>
                <a:prstGeom prst="bentConnector3">
                  <a:avLst>
                    <a:gd name="adj1" fmla="val 66000"/>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82" name="グループ化 81">
                  <a:extLst>
                    <a:ext uri="{FF2B5EF4-FFF2-40B4-BE49-F238E27FC236}">
                      <a16:creationId xmlns:a16="http://schemas.microsoft.com/office/drawing/2014/main" id="{75CE433D-A52A-C146-DCFC-8E989F348C67}"/>
                    </a:ext>
                  </a:extLst>
                </p:cNvPr>
                <p:cNvGrpSpPr/>
                <p:nvPr/>
              </p:nvGrpSpPr>
              <p:grpSpPr>
                <a:xfrm rot="20293863">
                  <a:off x="8315741" y="3492148"/>
                  <a:ext cx="2005264" cy="1551013"/>
                  <a:chOff x="913243" y="5361522"/>
                  <a:chExt cx="2191005" cy="1662100"/>
                </a:xfrm>
              </p:grpSpPr>
              <p:sp>
                <p:nvSpPr>
                  <p:cNvPr id="83" name="正方形/長方形 82">
                    <a:extLst>
                      <a:ext uri="{FF2B5EF4-FFF2-40B4-BE49-F238E27FC236}">
                        <a16:creationId xmlns:a16="http://schemas.microsoft.com/office/drawing/2014/main" id="{7535F81A-96F1-6083-1BCA-A4189A07314E}"/>
                      </a:ext>
                    </a:extLst>
                  </p:cNvPr>
                  <p:cNvSpPr/>
                  <p:nvPr/>
                </p:nvSpPr>
                <p:spPr bwMode="auto">
                  <a:xfrm rot="620923">
                    <a:off x="913243" y="5361522"/>
                    <a:ext cx="2191005" cy="120333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84" name="フローチャート: 結合子 83">
                    <a:extLst>
                      <a:ext uri="{FF2B5EF4-FFF2-40B4-BE49-F238E27FC236}">
                        <a16:creationId xmlns:a16="http://schemas.microsoft.com/office/drawing/2014/main" id="{D5D06341-FA34-9418-308B-5D499E963339}"/>
                      </a:ext>
                    </a:extLst>
                  </p:cNvPr>
                  <p:cNvSpPr/>
                  <p:nvPr/>
                </p:nvSpPr>
                <p:spPr bwMode="auto">
                  <a:xfrm>
                    <a:off x="2049310" y="6279518"/>
                    <a:ext cx="776152" cy="744104"/>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85" name="フローチャート: 結合子 84">
                    <a:extLst>
                      <a:ext uri="{FF2B5EF4-FFF2-40B4-BE49-F238E27FC236}">
                        <a16:creationId xmlns:a16="http://schemas.microsoft.com/office/drawing/2014/main" id="{FDCC45FF-17BD-D203-5BDA-46A21C178C6D}"/>
                      </a:ext>
                    </a:extLst>
                  </p:cNvPr>
                  <p:cNvSpPr/>
                  <p:nvPr/>
                </p:nvSpPr>
                <p:spPr bwMode="auto">
                  <a:xfrm>
                    <a:off x="1010328" y="6087446"/>
                    <a:ext cx="795005" cy="75946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grpSp>
            <p:nvGrpSpPr>
              <p:cNvPr id="95" name="グループ化 94">
                <a:extLst>
                  <a:ext uri="{FF2B5EF4-FFF2-40B4-BE49-F238E27FC236}">
                    <a16:creationId xmlns:a16="http://schemas.microsoft.com/office/drawing/2014/main" id="{961B3432-377F-3D8B-4D53-D3A2348FEDDD}"/>
                  </a:ext>
                </a:extLst>
              </p:cNvPr>
              <p:cNvGrpSpPr/>
              <p:nvPr/>
            </p:nvGrpSpPr>
            <p:grpSpPr>
              <a:xfrm>
                <a:off x="3296090" y="2694942"/>
                <a:ext cx="1733415" cy="822519"/>
                <a:chOff x="7407877" y="3745675"/>
                <a:chExt cx="2300029" cy="914324"/>
              </a:xfrm>
            </p:grpSpPr>
            <p:cxnSp>
              <p:nvCxnSpPr>
                <p:cNvPr id="107" name="コネクタ: カギ線 106">
                  <a:extLst>
                    <a:ext uri="{FF2B5EF4-FFF2-40B4-BE49-F238E27FC236}">
                      <a16:creationId xmlns:a16="http://schemas.microsoft.com/office/drawing/2014/main" id="{3CA610B8-6337-21DA-DFFC-43705DE15648}"/>
                    </a:ext>
                  </a:extLst>
                </p:cNvPr>
                <p:cNvCxnSpPr>
                  <a:cxnSpLocks/>
                </p:cNvCxnSpPr>
                <p:nvPr/>
              </p:nvCxnSpPr>
              <p:spPr bwMode="auto">
                <a:xfrm flipV="1">
                  <a:off x="7407877" y="4433673"/>
                  <a:ext cx="2300029" cy="226326"/>
                </a:xfrm>
                <a:prstGeom prst="bentConnector3">
                  <a:avLst>
                    <a:gd name="adj1" fmla="val 80921"/>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nvGrpSpPr>
                <p:cNvPr id="97" name="グループ化 96">
                  <a:extLst>
                    <a:ext uri="{FF2B5EF4-FFF2-40B4-BE49-F238E27FC236}">
                      <a16:creationId xmlns:a16="http://schemas.microsoft.com/office/drawing/2014/main" id="{E31A3388-E279-5B72-D807-2661753A6B7E}"/>
                    </a:ext>
                  </a:extLst>
                </p:cNvPr>
                <p:cNvGrpSpPr/>
                <p:nvPr/>
              </p:nvGrpSpPr>
              <p:grpSpPr>
                <a:xfrm rot="21001293">
                  <a:off x="7533883" y="3745675"/>
                  <a:ext cx="2011258" cy="798806"/>
                  <a:chOff x="3982260" y="5479985"/>
                  <a:chExt cx="2011258" cy="798806"/>
                </a:xfrm>
              </p:grpSpPr>
              <p:sp>
                <p:nvSpPr>
                  <p:cNvPr id="98" name="フローチャート: 結合子 97">
                    <a:extLst>
                      <a:ext uri="{FF2B5EF4-FFF2-40B4-BE49-F238E27FC236}">
                        <a16:creationId xmlns:a16="http://schemas.microsoft.com/office/drawing/2014/main" id="{BECAAB22-6B27-6433-D8F1-5FC97B5F30D9}"/>
                      </a:ext>
                    </a:extLst>
                  </p:cNvPr>
                  <p:cNvSpPr/>
                  <p:nvPr/>
                </p:nvSpPr>
                <p:spPr bwMode="auto">
                  <a:xfrm>
                    <a:off x="5180545" y="5479985"/>
                    <a:ext cx="812973" cy="798806"/>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99" name="フローチャート: 結合子 98">
                    <a:extLst>
                      <a:ext uri="{FF2B5EF4-FFF2-40B4-BE49-F238E27FC236}">
                        <a16:creationId xmlns:a16="http://schemas.microsoft.com/office/drawing/2014/main" id="{714839E6-2D9A-221D-4A5F-6F8184BC842F}"/>
                      </a:ext>
                    </a:extLst>
                  </p:cNvPr>
                  <p:cNvSpPr/>
                  <p:nvPr/>
                </p:nvSpPr>
                <p:spPr bwMode="auto">
                  <a:xfrm>
                    <a:off x="3982260" y="5479985"/>
                    <a:ext cx="812973" cy="798806"/>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nvGrpSpPr>
                  <p:cNvPr id="100" name="グループ化 99">
                    <a:extLst>
                      <a:ext uri="{FF2B5EF4-FFF2-40B4-BE49-F238E27FC236}">
                        <a16:creationId xmlns:a16="http://schemas.microsoft.com/office/drawing/2014/main" id="{691C42BE-DE92-5973-16D4-D97DD8B63B89}"/>
                      </a:ext>
                    </a:extLst>
                  </p:cNvPr>
                  <p:cNvGrpSpPr/>
                  <p:nvPr/>
                </p:nvGrpSpPr>
                <p:grpSpPr>
                  <a:xfrm>
                    <a:off x="4037310" y="5537992"/>
                    <a:ext cx="1901160" cy="687047"/>
                    <a:chOff x="12385465" y="3546593"/>
                    <a:chExt cx="1901160" cy="687047"/>
                  </a:xfrm>
                </p:grpSpPr>
                <p:sp>
                  <p:nvSpPr>
                    <p:cNvPr id="105" name="フローチャート: 結合子 104">
                      <a:extLst>
                        <a:ext uri="{FF2B5EF4-FFF2-40B4-BE49-F238E27FC236}">
                          <a16:creationId xmlns:a16="http://schemas.microsoft.com/office/drawing/2014/main" id="{857008E2-224D-0EC8-FAA1-AE3CDA41ACFE}"/>
                        </a:ext>
                      </a:extLst>
                    </p:cNvPr>
                    <p:cNvSpPr/>
                    <p:nvPr/>
                  </p:nvSpPr>
                  <p:spPr bwMode="auto">
                    <a:xfrm>
                      <a:off x="13583750" y="3546593"/>
                      <a:ext cx="702875" cy="68279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106" name="フローチャート: 結合子 105">
                      <a:extLst>
                        <a:ext uri="{FF2B5EF4-FFF2-40B4-BE49-F238E27FC236}">
                          <a16:creationId xmlns:a16="http://schemas.microsoft.com/office/drawing/2014/main" id="{B719DF31-7B84-2D5C-FD10-01DDFC496326}"/>
                        </a:ext>
                      </a:extLst>
                    </p:cNvPr>
                    <p:cNvSpPr/>
                    <p:nvPr/>
                  </p:nvSpPr>
                  <p:spPr bwMode="auto">
                    <a:xfrm>
                      <a:off x="12385465" y="3550847"/>
                      <a:ext cx="702875" cy="68279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cxnSp>
                <p:nvCxnSpPr>
                  <p:cNvPr id="101" name="直線コネクタ 100">
                    <a:extLst>
                      <a:ext uri="{FF2B5EF4-FFF2-40B4-BE49-F238E27FC236}">
                        <a16:creationId xmlns:a16="http://schemas.microsoft.com/office/drawing/2014/main" id="{F91AE06A-274E-8C46-C021-903A94082A77}"/>
                      </a:ext>
                    </a:extLst>
                  </p:cNvPr>
                  <p:cNvCxnSpPr>
                    <a:cxnSpLocks/>
                    <a:stCxn id="99" idx="0"/>
                    <a:endCxn id="98" idx="0"/>
                  </p:cNvCxnSpPr>
                  <p:nvPr/>
                </p:nvCxnSpPr>
                <p:spPr bwMode="auto">
                  <a:xfrm>
                    <a:off x="4388747" y="5479985"/>
                    <a:ext cx="1198285"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2" name="直線コネクタ 101">
                    <a:extLst>
                      <a:ext uri="{FF2B5EF4-FFF2-40B4-BE49-F238E27FC236}">
                        <a16:creationId xmlns:a16="http://schemas.microsoft.com/office/drawing/2014/main" id="{AB490C74-8A82-953E-2192-39CC101DC5D1}"/>
                      </a:ext>
                    </a:extLst>
                  </p:cNvPr>
                  <p:cNvCxnSpPr>
                    <a:cxnSpLocks/>
                    <a:stCxn id="99" idx="4"/>
                    <a:endCxn id="98" idx="4"/>
                  </p:cNvCxnSpPr>
                  <p:nvPr/>
                </p:nvCxnSpPr>
                <p:spPr bwMode="auto">
                  <a:xfrm>
                    <a:off x="4388747" y="6278791"/>
                    <a:ext cx="1198285"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3" name="直線コネクタ 102">
                    <a:extLst>
                      <a:ext uri="{FF2B5EF4-FFF2-40B4-BE49-F238E27FC236}">
                        <a16:creationId xmlns:a16="http://schemas.microsoft.com/office/drawing/2014/main" id="{A59D1167-F521-B041-E031-1CC7B02519E3}"/>
                      </a:ext>
                    </a:extLst>
                  </p:cNvPr>
                  <p:cNvCxnSpPr>
                    <a:cxnSpLocks/>
                  </p:cNvCxnSpPr>
                  <p:nvPr/>
                </p:nvCxnSpPr>
                <p:spPr bwMode="auto">
                  <a:xfrm>
                    <a:off x="4591889" y="5535446"/>
                    <a:ext cx="792000"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04" name="直線コネクタ 103">
                    <a:extLst>
                      <a:ext uri="{FF2B5EF4-FFF2-40B4-BE49-F238E27FC236}">
                        <a16:creationId xmlns:a16="http://schemas.microsoft.com/office/drawing/2014/main" id="{C65CB553-5F8E-9020-CB0D-3E088F8ABB3C}"/>
                      </a:ext>
                    </a:extLst>
                  </p:cNvPr>
                  <p:cNvCxnSpPr>
                    <a:cxnSpLocks/>
                  </p:cNvCxnSpPr>
                  <p:nvPr/>
                </p:nvCxnSpPr>
                <p:spPr bwMode="auto">
                  <a:xfrm>
                    <a:off x="4600889" y="6220785"/>
                    <a:ext cx="774000"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grpSp>
            <p:nvGrpSpPr>
              <p:cNvPr id="119" name="グループ化 118">
                <a:extLst>
                  <a:ext uri="{FF2B5EF4-FFF2-40B4-BE49-F238E27FC236}">
                    <a16:creationId xmlns:a16="http://schemas.microsoft.com/office/drawing/2014/main" id="{FA8D62DA-B3A8-0C47-4580-1FE89981BE36}"/>
                  </a:ext>
                </a:extLst>
              </p:cNvPr>
              <p:cNvGrpSpPr/>
              <p:nvPr/>
            </p:nvGrpSpPr>
            <p:grpSpPr>
              <a:xfrm rot="21091383">
                <a:off x="1237964" y="2929912"/>
                <a:ext cx="1311436" cy="842438"/>
                <a:chOff x="7060048" y="5082777"/>
                <a:chExt cx="1545012" cy="961232"/>
              </a:xfrm>
            </p:grpSpPr>
            <p:grpSp>
              <p:nvGrpSpPr>
                <p:cNvPr id="46" name="グループ化 45">
                  <a:extLst>
                    <a:ext uri="{FF2B5EF4-FFF2-40B4-BE49-F238E27FC236}">
                      <a16:creationId xmlns:a16="http://schemas.microsoft.com/office/drawing/2014/main" id="{C0F3BE9C-C6B0-C44E-A6A9-D515902C8503}"/>
                    </a:ext>
                  </a:extLst>
                </p:cNvPr>
                <p:cNvGrpSpPr/>
                <p:nvPr/>
              </p:nvGrpSpPr>
              <p:grpSpPr>
                <a:xfrm rot="20979077">
                  <a:off x="7202275" y="5082777"/>
                  <a:ext cx="1026968" cy="840912"/>
                  <a:chOff x="909946" y="5166635"/>
                  <a:chExt cx="1122091" cy="901139"/>
                </a:xfrm>
              </p:grpSpPr>
              <p:sp>
                <p:nvSpPr>
                  <p:cNvPr id="47" name="正方形/長方形 46">
                    <a:extLst>
                      <a:ext uri="{FF2B5EF4-FFF2-40B4-BE49-F238E27FC236}">
                        <a16:creationId xmlns:a16="http://schemas.microsoft.com/office/drawing/2014/main" id="{3D18D6C2-704C-59EB-6354-641E22B8EA02}"/>
                      </a:ext>
                    </a:extLst>
                  </p:cNvPr>
                  <p:cNvSpPr/>
                  <p:nvPr/>
                </p:nvSpPr>
                <p:spPr bwMode="auto">
                  <a:xfrm>
                    <a:off x="909946" y="5166635"/>
                    <a:ext cx="1122091" cy="70410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8" name="フローチャート: 結合子 47">
                    <a:extLst>
                      <a:ext uri="{FF2B5EF4-FFF2-40B4-BE49-F238E27FC236}">
                        <a16:creationId xmlns:a16="http://schemas.microsoft.com/office/drawing/2014/main" id="{A6BA27CE-0F8F-9DD0-3E11-7D41101F48DC}"/>
                      </a:ext>
                    </a:extLst>
                  </p:cNvPr>
                  <p:cNvSpPr/>
                  <p:nvPr/>
                </p:nvSpPr>
                <p:spPr bwMode="auto">
                  <a:xfrm>
                    <a:off x="1542120" y="5637630"/>
                    <a:ext cx="423334" cy="425042"/>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49" name="フローチャート: 結合子 48">
                    <a:extLst>
                      <a:ext uri="{FF2B5EF4-FFF2-40B4-BE49-F238E27FC236}">
                        <a16:creationId xmlns:a16="http://schemas.microsoft.com/office/drawing/2014/main" id="{B7F0558B-358C-9D8A-0F4F-4D8A55F0160D}"/>
                      </a:ext>
                    </a:extLst>
                  </p:cNvPr>
                  <p:cNvSpPr/>
                  <p:nvPr/>
                </p:nvSpPr>
                <p:spPr bwMode="auto">
                  <a:xfrm>
                    <a:off x="1008580" y="5642732"/>
                    <a:ext cx="423334" cy="425042"/>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cxnSp>
              <p:nvCxnSpPr>
                <p:cNvPr id="115" name="直線コネクタ 114">
                  <a:extLst>
                    <a:ext uri="{FF2B5EF4-FFF2-40B4-BE49-F238E27FC236}">
                      <a16:creationId xmlns:a16="http://schemas.microsoft.com/office/drawing/2014/main" id="{C4ACBF72-0AA6-7CF0-7DA2-CD1C1409A7BE}"/>
                    </a:ext>
                  </a:extLst>
                </p:cNvPr>
                <p:cNvCxnSpPr>
                  <a:cxnSpLocks/>
                </p:cNvCxnSpPr>
                <p:nvPr/>
              </p:nvCxnSpPr>
              <p:spPr bwMode="auto">
                <a:xfrm flipV="1">
                  <a:off x="7060048" y="5762983"/>
                  <a:ext cx="1545012" cy="28102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156" name="グループ化 155">
                <a:extLst>
                  <a:ext uri="{FF2B5EF4-FFF2-40B4-BE49-F238E27FC236}">
                    <a16:creationId xmlns:a16="http://schemas.microsoft.com/office/drawing/2014/main" id="{18E42017-4805-CBA6-3B1F-9D6483C6FB20}"/>
                  </a:ext>
                </a:extLst>
              </p:cNvPr>
              <p:cNvGrpSpPr/>
              <p:nvPr/>
            </p:nvGrpSpPr>
            <p:grpSpPr>
              <a:xfrm>
                <a:off x="2198212" y="3752014"/>
                <a:ext cx="1548164" cy="1241731"/>
                <a:chOff x="4283816" y="4377820"/>
                <a:chExt cx="2151970" cy="1587871"/>
              </a:xfrm>
            </p:grpSpPr>
            <p:grpSp>
              <p:nvGrpSpPr>
                <p:cNvPr id="130" name="グループ化 129">
                  <a:extLst>
                    <a:ext uri="{FF2B5EF4-FFF2-40B4-BE49-F238E27FC236}">
                      <a16:creationId xmlns:a16="http://schemas.microsoft.com/office/drawing/2014/main" id="{72FA44C9-701B-0A10-795D-821AA6F89AB4}"/>
                    </a:ext>
                  </a:extLst>
                </p:cNvPr>
                <p:cNvGrpSpPr/>
                <p:nvPr/>
              </p:nvGrpSpPr>
              <p:grpSpPr>
                <a:xfrm>
                  <a:off x="4283816" y="5459981"/>
                  <a:ext cx="2151970" cy="505710"/>
                  <a:chOff x="4013114" y="4293305"/>
                  <a:chExt cx="2151970" cy="845911"/>
                </a:xfrm>
              </p:grpSpPr>
              <p:cxnSp>
                <p:nvCxnSpPr>
                  <p:cNvPr id="126" name="コネクタ: カギ線 125">
                    <a:extLst>
                      <a:ext uri="{FF2B5EF4-FFF2-40B4-BE49-F238E27FC236}">
                        <a16:creationId xmlns:a16="http://schemas.microsoft.com/office/drawing/2014/main" id="{A51078A5-7C82-3421-4CD1-DC7B75952BDC}"/>
                      </a:ext>
                    </a:extLst>
                  </p:cNvPr>
                  <p:cNvCxnSpPr>
                    <a:cxnSpLocks/>
                  </p:cNvCxnSpPr>
                  <p:nvPr/>
                </p:nvCxnSpPr>
                <p:spPr bwMode="auto">
                  <a:xfrm>
                    <a:off x="4013114" y="4293305"/>
                    <a:ext cx="931687" cy="845911"/>
                  </a:xfrm>
                  <a:prstGeom prst="bentConnector3">
                    <a:avLst>
                      <a:gd name="adj1" fmla="val 75627"/>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27" name="コネクタ: カギ線 126">
                    <a:extLst>
                      <a:ext uri="{FF2B5EF4-FFF2-40B4-BE49-F238E27FC236}">
                        <a16:creationId xmlns:a16="http://schemas.microsoft.com/office/drawing/2014/main" id="{0DE93ADA-40C9-49A5-8EAC-2848E14AA845}"/>
                      </a:ext>
                    </a:extLst>
                  </p:cNvPr>
                  <p:cNvCxnSpPr>
                    <a:cxnSpLocks/>
                  </p:cNvCxnSpPr>
                  <p:nvPr/>
                </p:nvCxnSpPr>
                <p:spPr bwMode="auto">
                  <a:xfrm rot="10800000" flipV="1">
                    <a:off x="4944802" y="4293305"/>
                    <a:ext cx="1220282" cy="845910"/>
                  </a:xfrm>
                  <a:prstGeom prst="bentConnector3">
                    <a:avLst>
                      <a:gd name="adj1" fmla="val 55412"/>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38" name="正方形/長方形 137">
                  <a:extLst>
                    <a:ext uri="{FF2B5EF4-FFF2-40B4-BE49-F238E27FC236}">
                      <a16:creationId xmlns:a16="http://schemas.microsoft.com/office/drawing/2014/main" id="{CA753FFC-818C-5CB9-9EC7-DFF692BAFDF7}"/>
                    </a:ext>
                  </a:extLst>
                </p:cNvPr>
                <p:cNvSpPr/>
                <p:nvPr/>
              </p:nvSpPr>
              <p:spPr bwMode="auto">
                <a:xfrm>
                  <a:off x="4899495" y="4377820"/>
                  <a:ext cx="868680" cy="730714"/>
                </a:xfrm>
                <a:prstGeom prst="rect">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cxnSp>
              <p:nvCxnSpPr>
                <p:cNvPr id="140" name="直線コネクタ 139">
                  <a:extLst>
                    <a:ext uri="{FF2B5EF4-FFF2-40B4-BE49-F238E27FC236}">
                      <a16:creationId xmlns:a16="http://schemas.microsoft.com/office/drawing/2014/main" id="{4940DD29-A787-D43B-5AF9-40B1F028D799}"/>
                    </a:ext>
                  </a:extLst>
                </p:cNvPr>
                <p:cNvCxnSpPr>
                  <a:cxnSpLocks/>
                  <a:endCxn id="138" idx="1"/>
                </p:cNvCxnSpPr>
                <p:nvPr/>
              </p:nvCxnSpPr>
              <p:spPr bwMode="auto">
                <a:xfrm>
                  <a:off x="4602857" y="4545461"/>
                  <a:ext cx="296638" cy="1977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43" name="直線コネクタ 142">
                  <a:extLst>
                    <a:ext uri="{FF2B5EF4-FFF2-40B4-BE49-F238E27FC236}">
                      <a16:creationId xmlns:a16="http://schemas.microsoft.com/office/drawing/2014/main" id="{C0E25904-188E-A126-5A7B-6608F70C5C15}"/>
                    </a:ext>
                  </a:extLst>
                </p:cNvPr>
                <p:cNvCxnSpPr>
                  <a:cxnSpLocks/>
                  <a:stCxn id="138" idx="3"/>
                </p:cNvCxnSpPr>
                <p:nvPr/>
              </p:nvCxnSpPr>
              <p:spPr bwMode="auto">
                <a:xfrm flipV="1">
                  <a:off x="5768175" y="4545461"/>
                  <a:ext cx="217170" cy="1977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46" name="直線コネクタ 145">
                  <a:extLst>
                    <a:ext uri="{FF2B5EF4-FFF2-40B4-BE49-F238E27FC236}">
                      <a16:creationId xmlns:a16="http://schemas.microsoft.com/office/drawing/2014/main" id="{7D1EF27D-F2E1-212D-D74F-1457E6CFA9F3}"/>
                    </a:ext>
                  </a:extLst>
                </p:cNvPr>
                <p:cNvCxnSpPr>
                  <a:cxnSpLocks/>
                </p:cNvCxnSpPr>
                <p:nvPr/>
              </p:nvCxnSpPr>
              <p:spPr bwMode="auto">
                <a:xfrm flipV="1">
                  <a:off x="4502553" y="4545461"/>
                  <a:ext cx="108604" cy="91452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47" name="直線コネクタ 146">
                  <a:extLst>
                    <a:ext uri="{FF2B5EF4-FFF2-40B4-BE49-F238E27FC236}">
                      <a16:creationId xmlns:a16="http://schemas.microsoft.com/office/drawing/2014/main" id="{02A409AB-3C16-5FE1-00FC-D9CF6A3EEC2E}"/>
                    </a:ext>
                  </a:extLst>
                </p:cNvPr>
                <p:cNvCxnSpPr>
                  <a:cxnSpLocks/>
                </p:cNvCxnSpPr>
                <p:nvPr/>
              </p:nvCxnSpPr>
              <p:spPr bwMode="auto">
                <a:xfrm flipH="1" flipV="1">
                  <a:off x="5985345" y="4545461"/>
                  <a:ext cx="118652" cy="92412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sp>
          <p:nvSpPr>
            <p:cNvPr id="160" name="テキスト ボックス 159">
              <a:extLst>
                <a:ext uri="{FF2B5EF4-FFF2-40B4-BE49-F238E27FC236}">
                  <a16:creationId xmlns:a16="http://schemas.microsoft.com/office/drawing/2014/main" id="{8E5C218F-C943-8832-50BF-23928B831827}"/>
                </a:ext>
              </a:extLst>
            </p:cNvPr>
            <p:cNvSpPr txBox="1"/>
            <p:nvPr/>
          </p:nvSpPr>
          <p:spPr>
            <a:xfrm>
              <a:off x="5837705" y="793176"/>
              <a:ext cx="184731" cy="461665"/>
            </a:xfrm>
            <a:prstGeom prst="rect">
              <a:avLst/>
            </a:prstGeom>
            <a:noFill/>
          </p:spPr>
          <p:txBody>
            <a:bodyPr wrap="none" rtlCol="0">
              <a:spAutoFit/>
            </a:bodyPr>
            <a:lstStyle/>
            <a:p>
              <a:pPr algn="l"/>
              <a:endParaRPr kumimoji="1" lang="ja-JP" altLang="en-US" sz="2400" i="0" dirty="0">
                <a:latin typeface="+mn-ea"/>
                <a:ea typeface="+mn-ea"/>
              </a:endParaRPr>
            </a:p>
          </p:txBody>
        </p:sp>
        <p:sp>
          <p:nvSpPr>
            <p:cNvPr id="161" name="テキスト ボックス 160">
              <a:extLst>
                <a:ext uri="{FF2B5EF4-FFF2-40B4-BE49-F238E27FC236}">
                  <a16:creationId xmlns:a16="http://schemas.microsoft.com/office/drawing/2014/main" id="{C9480939-1C27-7857-32A5-6548C2E84444}"/>
                </a:ext>
              </a:extLst>
            </p:cNvPr>
            <p:cNvSpPr txBox="1"/>
            <p:nvPr/>
          </p:nvSpPr>
          <p:spPr>
            <a:xfrm>
              <a:off x="5990105" y="945576"/>
              <a:ext cx="184731" cy="461665"/>
            </a:xfrm>
            <a:prstGeom prst="rect">
              <a:avLst/>
            </a:prstGeom>
            <a:noFill/>
          </p:spPr>
          <p:txBody>
            <a:bodyPr wrap="none" rtlCol="0">
              <a:spAutoFit/>
            </a:bodyPr>
            <a:lstStyle/>
            <a:p>
              <a:pPr algn="l"/>
              <a:endParaRPr kumimoji="1" lang="ja-JP" altLang="en-US" sz="2400" i="0" dirty="0">
                <a:latin typeface="+mn-ea"/>
                <a:ea typeface="+mn-ea"/>
              </a:endParaRPr>
            </a:p>
          </p:txBody>
        </p:sp>
        <p:sp>
          <p:nvSpPr>
            <p:cNvPr id="166" name="テキスト ボックス 165">
              <a:extLst>
                <a:ext uri="{FF2B5EF4-FFF2-40B4-BE49-F238E27FC236}">
                  <a16:creationId xmlns:a16="http://schemas.microsoft.com/office/drawing/2014/main" id="{2E40BF9F-6AA7-123A-7D76-8C406B64A2D8}"/>
                </a:ext>
              </a:extLst>
            </p:cNvPr>
            <p:cNvSpPr txBox="1"/>
            <p:nvPr/>
          </p:nvSpPr>
          <p:spPr>
            <a:xfrm>
              <a:off x="6611522" y="5982970"/>
              <a:ext cx="4793876" cy="461665"/>
            </a:xfrm>
            <a:prstGeom prst="rect">
              <a:avLst/>
            </a:prstGeom>
            <a:noFill/>
          </p:spPr>
          <p:txBody>
            <a:bodyPr wrap="none" rtlCol="0">
              <a:spAutoFit/>
            </a:bodyPr>
            <a:lstStyle/>
            <a:p>
              <a:pPr algn="l"/>
              <a:r>
                <a:rPr kumimoji="1" lang="en-US" altLang="ja-JP" sz="2400" i="0" dirty="0">
                  <a:latin typeface="+mn-ea"/>
                  <a:ea typeface="+mn-ea"/>
                </a:rPr>
                <a:t>Evaluation with a single metric</a:t>
              </a:r>
              <a:endParaRPr kumimoji="1" lang="ja-JP" altLang="en-US" sz="2400" i="0" dirty="0">
                <a:latin typeface="+mn-ea"/>
                <a:ea typeface="+mn-ea"/>
              </a:endParaRPr>
            </a:p>
          </p:txBody>
        </p:sp>
        <p:sp>
          <p:nvSpPr>
            <p:cNvPr id="2" name="矢印: 右 1">
              <a:extLst>
                <a:ext uri="{FF2B5EF4-FFF2-40B4-BE49-F238E27FC236}">
                  <a16:creationId xmlns:a16="http://schemas.microsoft.com/office/drawing/2014/main" id="{90B4A96C-B5C8-7566-2800-C54EB2169B49}"/>
                </a:ext>
              </a:extLst>
            </p:cNvPr>
            <p:cNvSpPr/>
            <p:nvPr/>
          </p:nvSpPr>
          <p:spPr bwMode="auto">
            <a:xfrm>
              <a:off x="4884151" y="2724368"/>
              <a:ext cx="876300" cy="1336665"/>
            </a:xfrm>
            <a:prstGeom prst="rightArrow">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nvGrpSpPr>
            <p:cNvPr id="5" name="グループ化 4">
              <a:extLst>
                <a:ext uri="{FF2B5EF4-FFF2-40B4-BE49-F238E27FC236}">
                  <a16:creationId xmlns:a16="http://schemas.microsoft.com/office/drawing/2014/main" id="{F7CD4404-9C70-FD7A-2CC8-444C39411C42}"/>
                </a:ext>
              </a:extLst>
            </p:cNvPr>
            <p:cNvGrpSpPr/>
            <p:nvPr/>
          </p:nvGrpSpPr>
          <p:grpSpPr>
            <a:xfrm rot="20994987">
              <a:off x="7105813" y="1817976"/>
              <a:ext cx="1562534" cy="1209135"/>
              <a:chOff x="913243" y="5361522"/>
              <a:chExt cx="2191005" cy="1662100"/>
            </a:xfrm>
          </p:grpSpPr>
          <p:sp>
            <p:nvSpPr>
              <p:cNvPr id="6" name="正方形/長方形 5">
                <a:extLst>
                  <a:ext uri="{FF2B5EF4-FFF2-40B4-BE49-F238E27FC236}">
                    <a16:creationId xmlns:a16="http://schemas.microsoft.com/office/drawing/2014/main" id="{5786FB9F-06FA-A540-8138-90E79463D3ED}"/>
                  </a:ext>
                </a:extLst>
              </p:cNvPr>
              <p:cNvSpPr/>
              <p:nvPr/>
            </p:nvSpPr>
            <p:spPr bwMode="auto">
              <a:xfrm rot="620923">
                <a:off x="913243" y="5361522"/>
                <a:ext cx="2191005" cy="120333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7" name="フローチャート: 結合子 6">
                <a:extLst>
                  <a:ext uri="{FF2B5EF4-FFF2-40B4-BE49-F238E27FC236}">
                    <a16:creationId xmlns:a16="http://schemas.microsoft.com/office/drawing/2014/main" id="{596E7D48-16DA-1307-F89B-ECE631E405EF}"/>
                  </a:ext>
                </a:extLst>
              </p:cNvPr>
              <p:cNvSpPr/>
              <p:nvPr/>
            </p:nvSpPr>
            <p:spPr bwMode="auto">
              <a:xfrm>
                <a:off x="2049310" y="6279518"/>
                <a:ext cx="776152" cy="744104"/>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8" name="フローチャート: 結合子 7">
                <a:extLst>
                  <a:ext uri="{FF2B5EF4-FFF2-40B4-BE49-F238E27FC236}">
                    <a16:creationId xmlns:a16="http://schemas.microsoft.com/office/drawing/2014/main" id="{46EAB709-090A-383E-EA46-D9A8443255C1}"/>
                  </a:ext>
                </a:extLst>
              </p:cNvPr>
              <p:cNvSpPr/>
              <p:nvPr/>
            </p:nvSpPr>
            <p:spPr bwMode="auto">
              <a:xfrm>
                <a:off x="1010328" y="6087446"/>
                <a:ext cx="795005" cy="75946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10" name="グループ化 9">
              <a:extLst>
                <a:ext uri="{FF2B5EF4-FFF2-40B4-BE49-F238E27FC236}">
                  <a16:creationId xmlns:a16="http://schemas.microsoft.com/office/drawing/2014/main" id="{25AC9076-1C83-E87E-7106-B403221D34C1}"/>
                </a:ext>
              </a:extLst>
            </p:cNvPr>
            <p:cNvGrpSpPr/>
            <p:nvPr/>
          </p:nvGrpSpPr>
          <p:grpSpPr>
            <a:xfrm rot="21366938">
              <a:off x="7181887" y="580466"/>
              <a:ext cx="871710" cy="736988"/>
              <a:chOff x="909946" y="5166635"/>
              <a:chExt cx="1122091" cy="901139"/>
            </a:xfrm>
          </p:grpSpPr>
          <p:sp>
            <p:nvSpPr>
              <p:cNvPr id="12" name="正方形/長方形 11">
                <a:extLst>
                  <a:ext uri="{FF2B5EF4-FFF2-40B4-BE49-F238E27FC236}">
                    <a16:creationId xmlns:a16="http://schemas.microsoft.com/office/drawing/2014/main" id="{8B69871F-05A7-3928-E03D-802DEF841EB0}"/>
                  </a:ext>
                </a:extLst>
              </p:cNvPr>
              <p:cNvSpPr/>
              <p:nvPr/>
            </p:nvSpPr>
            <p:spPr bwMode="auto">
              <a:xfrm>
                <a:off x="909946" y="5166635"/>
                <a:ext cx="1122091" cy="704100"/>
              </a:xfrm>
              <a:prstGeom prst="rect">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3" name="フローチャート: 結合子 12">
                <a:extLst>
                  <a:ext uri="{FF2B5EF4-FFF2-40B4-BE49-F238E27FC236}">
                    <a16:creationId xmlns:a16="http://schemas.microsoft.com/office/drawing/2014/main" id="{1FC71E3E-35DE-D2BA-A5BE-0A331DD46096}"/>
                  </a:ext>
                </a:extLst>
              </p:cNvPr>
              <p:cNvSpPr/>
              <p:nvPr/>
            </p:nvSpPr>
            <p:spPr bwMode="auto">
              <a:xfrm>
                <a:off x="1542120" y="5637630"/>
                <a:ext cx="423334" cy="425042"/>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4" name="フローチャート: 結合子 13">
                <a:extLst>
                  <a:ext uri="{FF2B5EF4-FFF2-40B4-BE49-F238E27FC236}">
                    <a16:creationId xmlns:a16="http://schemas.microsoft.com/office/drawing/2014/main" id="{2B6667CC-AE4C-9857-664B-41A84D8D991D}"/>
                  </a:ext>
                </a:extLst>
              </p:cNvPr>
              <p:cNvSpPr/>
              <p:nvPr/>
            </p:nvSpPr>
            <p:spPr bwMode="auto">
              <a:xfrm>
                <a:off x="1008580" y="5642732"/>
                <a:ext cx="423334" cy="425042"/>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grpSp>
          <p:nvGrpSpPr>
            <p:cNvPr id="17" name="グループ化 16">
              <a:extLst>
                <a:ext uri="{FF2B5EF4-FFF2-40B4-BE49-F238E27FC236}">
                  <a16:creationId xmlns:a16="http://schemas.microsoft.com/office/drawing/2014/main" id="{82E86DAE-2166-4F49-7B2C-DAFBFCF36064}"/>
                </a:ext>
              </a:extLst>
            </p:cNvPr>
            <p:cNvGrpSpPr/>
            <p:nvPr/>
          </p:nvGrpSpPr>
          <p:grpSpPr>
            <a:xfrm rot="164198">
              <a:off x="6695313" y="3404278"/>
              <a:ext cx="1515783" cy="718600"/>
              <a:chOff x="3982260" y="5479985"/>
              <a:chExt cx="2011258" cy="798806"/>
            </a:xfrm>
          </p:grpSpPr>
          <p:sp>
            <p:nvSpPr>
              <p:cNvPr id="18" name="フローチャート: 結合子 17">
                <a:extLst>
                  <a:ext uri="{FF2B5EF4-FFF2-40B4-BE49-F238E27FC236}">
                    <a16:creationId xmlns:a16="http://schemas.microsoft.com/office/drawing/2014/main" id="{7D0991E0-AD5A-687C-69AC-B4ECD4F94EFC}"/>
                  </a:ext>
                </a:extLst>
              </p:cNvPr>
              <p:cNvSpPr/>
              <p:nvPr/>
            </p:nvSpPr>
            <p:spPr bwMode="auto">
              <a:xfrm>
                <a:off x="5180545" y="5479985"/>
                <a:ext cx="812973" cy="798806"/>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19" name="フローチャート: 結合子 18">
                <a:extLst>
                  <a:ext uri="{FF2B5EF4-FFF2-40B4-BE49-F238E27FC236}">
                    <a16:creationId xmlns:a16="http://schemas.microsoft.com/office/drawing/2014/main" id="{EB785BDC-D61E-8124-43DA-FB6F0AF69A42}"/>
                  </a:ext>
                </a:extLst>
              </p:cNvPr>
              <p:cNvSpPr/>
              <p:nvPr/>
            </p:nvSpPr>
            <p:spPr bwMode="auto">
              <a:xfrm>
                <a:off x="3982260" y="5479985"/>
                <a:ext cx="812973" cy="798806"/>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nvGrpSpPr>
              <p:cNvPr id="20" name="グループ化 19">
                <a:extLst>
                  <a:ext uri="{FF2B5EF4-FFF2-40B4-BE49-F238E27FC236}">
                    <a16:creationId xmlns:a16="http://schemas.microsoft.com/office/drawing/2014/main" id="{4C11BF7D-F491-CD61-F3F7-9F3730CC406E}"/>
                  </a:ext>
                </a:extLst>
              </p:cNvPr>
              <p:cNvGrpSpPr/>
              <p:nvPr/>
            </p:nvGrpSpPr>
            <p:grpSpPr>
              <a:xfrm>
                <a:off x="4037310" y="5537992"/>
                <a:ext cx="1901160" cy="687047"/>
                <a:chOff x="12385465" y="3546593"/>
                <a:chExt cx="1901160" cy="687047"/>
              </a:xfrm>
            </p:grpSpPr>
            <p:sp>
              <p:nvSpPr>
                <p:cNvPr id="25" name="フローチャート: 結合子 24">
                  <a:extLst>
                    <a:ext uri="{FF2B5EF4-FFF2-40B4-BE49-F238E27FC236}">
                      <a16:creationId xmlns:a16="http://schemas.microsoft.com/office/drawing/2014/main" id="{07CCDA4C-7657-9B12-737B-7971E15C6054}"/>
                    </a:ext>
                  </a:extLst>
                </p:cNvPr>
                <p:cNvSpPr/>
                <p:nvPr/>
              </p:nvSpPr>
              <p:spPr bwMode="auto">
                <a:xfrm>
                  <a:off x="13583750" y="3546593"/>
                  <a:ext cx="702875" cy="68279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26" name="フローチャート: 結合子 25">
                  <a:extLst>
                    <a:ext uri="{FF2B5EF4-FFF2-40B4-BE49-F238E27FC236}">
                      <a16:creationId xmlns:a16="http://schemas.microsoft.com/office/drawing/2014/main" id="{6D7CA6AF-F4B7-95CF-212B-5E4067BD42E1}"/>
                    </a:ext>
                  </a:extLst>
                </p:cNvPr>
                <p:cNvSpPr/>
                <p:nvPr/>
              </p:nvSpPr>
              <p:spPr bwMode="auto">
                <a:xfrm>
                  <a:off x="12385465" y="3550847"/>
                  <a:ext cx="702875" cy="682793"/>
                </a:xfrm>
                <a:prstGeom prst="flowChartConnector">
                  <a:avLst/>
                </a:prstGeom>
                <a:solidFill>
                  <a:schemeClr val="bg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grpSp>
          <p:cxnSp>
            <p:nvCxnSpPr>
              <p:cNvPr id="21" name="直線コネクタ 20">
                <a:extLst>
                  <a:ext uri="{FF2B5EF4-FFF2-40B4-BE49-F238E27FC236}">
                    <a16:creationId xmlns:a16="http://schemas.microsoft.com/office/drawing/2014/main" id="{2CABDADA-8F28-AA98-5C0F-4318692323E4}"/>
                  </a:ext>
                </a:extLst>
              </p:cNvPr>
              <p:cNvCxnSpPr>
                <a:cxnSpLocks/>
                <a:stCxn id="19" idx="0"/>
                <a:endCxn id="18" idx="0"/>
              </p:cNvCxnSpPr>
              <p:nvPr/>
            </p:nvCxnSpPr>
            <p:spPr bwMode="auto">
              <a:xfrm>
                <a:off x="4388747" y="5479985"/>
                <a:ext cx="1198285"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2" name="直線コネクタ 21">
                <a:extLst>
                  <a:ext uri="{FF2B5EF4-FFF2-40B4-BE49-F238E27FC236}">
                    <a16:creationId xmlns:a16="http://schemas.microsoft.com/office/drawing/2014/main" id="{E01C1F00-8839-88D4-6302-256F5FDC1E18}"/>
                  </a:ext>
                </a:extLst>
              </p:cNvPr>
              <p:cNvCxnSpPr>
                <a:cxnSpLocks/>
                <a:stCxn id="19" idx="4"/>
                <a:endCxn id="18" idx="4"/>
              </p:cNvCxnSpPr>
              <p:nvPr/>
            </p:nvCxnSpPr>
            <p:spPr bwMode="auto">
              <a:xfrm>
                <a:off x="4388747" y="6278791"/>
                <a:ext cx="1198285"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3" name="直線コネクタ 22">
                <a:extLst>
                  <a:ext uri="{FF2B5EF4-FFF2-40B4-BE49-F238E27FC236}">
                    <a16:creationId xmlns:a16="http://schemas.microsoft.com/office/drawing/2014/main" id="{B80C4197-4B47-695C-D9F9-C2C676FD6958}"/>
                  </a:ext>
                </a:extLst>
              </p:cNvPr>
              <p:cNvCxnSpPr>
                <a:cxnSpLocks/>
              </p:cNvCxnSpPr>
              <p:nvPr/>
            </p:nvCxnSpPr>
            <p:spPr bwMode="auto">
              <a:xfrm>
                <a:off x="4591889" y="5535446"/>
                <a:ext cx="792000"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24" name="直線コネクタ 23">
                <a:extLst>
                  <a:ext uri="{FF2B5EF4-FFF2-40B4-BE49-F238E27FC236}">
                    <a16:creationId xmlns:a16="http://schemas.microsoft.com/office/drawing/2014/main" id="{FC182032-830A-9BE4-2C16-ECF4ACD922E8}"/>
                  </a:ext>
                </a:extLst>
              </p:cNvPr>
              <p:cNvCxnSpPr>
                <a:cxnSpLocks/>
              </p:cNvCxnSpPr>
              <p:nvPr/>
            </p:nvCxnSpPr>
            <p:spPr bwMode="auto">
              <a:xfrm>
                <a:off x="4600889" y="6220785"/>
                <a:ext cx="774000" cy="0"/>
              </a:xfrm>
              <a:prstGeom prst="line">
                <a:avLst/>
              </a:prstGeom>
              <a:solidFill>
                <a:schemeClr val="accent1"/>
              </a:solid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grpSp>
          <p:nvGrpSpPr>
            <p:cNvPr id="27" name="グループ化 26">
              <a:extLst>
                <a:ext uri="{FF2B5EF4-FFF2-40B4-BE49-F238E27FC236}">
                  <a16:creationId xmlns:a16="http://schemas.microsoft.com/office/drawing/2014/main" id="{0AF3A1E6-C105-9997-E16B-2488B75DD07D}"/>
                </a:ext>
              </a:extLst>
            </p:cNvPr>
            <p:cNvGrpSpPr/>
            <p:nvPr/>
          </p:nvGrpSpPr>
          <p:grpSpPr>
            <a:xfrm>
              <a:off x="7003680" y="4610121"/>
              <a:ext cx="1152106" cy="853771"/>
              <a:chOff x="4502553" y="4377820"/>
              <a:chExt cx="1601444" cy="1091765"/>
            </a:xfrm>
          </p:grpSpPr>
          <p:sp>
            <p:nvSpPr>
              <p:cNvPr id="29" name="正方形/長方形 28">
                <a:extLst>
                  <a:ext uri="{FF2B5EF4-FFF2-40B4-BE49-F238E27FC236}">
                    <a16:creationId xmlns:a16="http://schemas.microsoft.com/office/drawing/2014/main" id="{0BF1E746-F739-A9B0-EA39-2F3A1D756F91}"/>
                  </a:ext>
                </a:extLst>
              </p:cNvPr>
              <p:cNvSpPr/>
              <p:nvPr/>
            </p:nvSpPr>
            <p:spPr bwMode="auto">
              <a:xfrm>
                <a:off x="4899495" y="4377820"/>
                <a:ext cx="868680" cy="730714"/>
              </a:xfrm>
              <a:prstGeom prst="rect">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cxnSp>
            <p:nvCxnSpPr>
              <p:cNvPr id="30" name="直線コネクタ 29">
                <a:extLst>
                  <a:ext uri="{FF2B5EF4-FFF2-40B4-BE49-F238E27FC236}">
                    <a16:creationId xmlns:a16="http://schemas.microsoft.com/office/drawing/2014/main" id="{B2F06511-DA3D-4D75-2E72-6D25DE17378B}"/>
                  </a:ext>
                </a:extLst>
              </p:cNvPr>
              <p:cNvCxnSpPr>
                <a:cxnSpLocks/>
                <a:endCxn id="29" idx="1"/>
              </p:cNvCxnSpPr>
              <p:nvPr/>
            </p:nvCxnSpPr>
            <p:spPr bwMode="auto">
              <a:xfrm>
                <a:off x="4602857" y="4545461"/>
                <a:ext cx="296638" cy="1977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1" name="直線コネクタ 30">
                <a:extLst>
                  <a:ext uri="{FF2B5EF4-FFF2-40B4-BE49-F238E27FC236}">
                    <a16:creationId xmlns:a16="http://schemas.microsoft.com/office/drawing/2014/main" id="{8F7030AC-62AD-25A2-9D2E-43AA574EDB4B}"/>
                  </a:ext>
                </a:extLst>
              </p:cNvPr>
              <p:cNvCxnSpPr>
                <a:cxnSpLocks/>
                <a:stCxn id="29" idx="3"/>
              </p:cNvCxnSpPr>
              <p:nvPr/>
            </p:nvCxnSpPr>
            <p:spPr bwMode="auto">
              <a:xfrm flipV="1">
                <a:off x="5768175" y="4545461"/>
                <a:ext cx="217170" cy="197716"/>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2" name="直線コネクタ 31">
                <a:extLst>
                  <a:ext uri="{FF2B5EF4-FFF2-40B4-BE49-F238E27FC236}">
                    <a16:creationId xmlns:a16="http://schemas.microsoft.com/office/drawing/2014/main" id="{61ADED0C-7FB1-CEB7-2BC9-B783E821C9B2}"/>
                  </a:ext>
                </a:extLst>
              </p:cNvPr>
              <p:cNvCxnSpPr>
                <a:cxnSpLocks/>
              </p:cNvCxnSpPr>
              <p:nvPr/>
            </p:nvCxnSpPr>
            <p:spPr bwMode="auto">
              <a:xfrm flipV="1">
                <a:off x="4502553" y="4545461"/>
                <a:ext cx="108604" cy="914520"/>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3" name="直線コネクタ 32">
                <a:extLst>
                  <a:ext uri="{FF2B5EF4-FFF2-40B4-BE49-F238E27FC236}">
                    <a16:creationId xmlns:a16="http://schemas.microsoft.com/office/drawing/2014/main" id="{925AC388-0729-EFB3-90BB-4DADC45C5B5D}"/>
                  </a:ext>
                </a:extLst>
              </p:cNvPr>
              <p:cNvCxnSpPr>
                <a:cxnSpLocks/>
              </p:cNvCxnSpPr>
              <p:nvPr/>
            </p:nvCxnSpPr>
            <p:spPr bwMode="auto">
              <a:xfrm flipH="1" flipV="1">
                <a:off x="5985345" y="4545461"/>
                <a:ext cx="118652" cy="924124"/>
              </a:xfrm>
              <a:prstGeom prst="line">
                <a:avLst/>
              </a:pr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55" name="フリーフォーム: 図形 54">
              <a:extLst>
                <a:ext uri="{FF2B5EF4-FFF2-40B4-BE49-F238E27FC236}">
                  <a16:creationId xmlns:a16="http://schemas.microsoft.com/office/drawing/2014/main" id="{BB2D9B68-A1EA-7132-6C14-624E67A57AEF}"/>
                </a:ext>
              </a:extLst>
            </p:cNvPr>
            <p:cNvSpPr/>
            <p:nvPr/>
          </p:nvSpPr>
          <p:spPr bwMode="auto">
            <a:xfrm>
              <a:off x="6814906" y="1271068"/>
              <a:ext cx="1880442" cy="280623"/>
            </a:xfrm>
            <a:custGeom>
              <a:avLst/>
              <a:gdLst>
                <a:gd name="csX0" fmla="*/ 0 w 1809750"/>
                <a:gd name="csY0" fmla="*/ 685846 h 685846"/>
                <a:gd name="csX1" fmla="*/ 381000 w 1809750"/>
                <a:gd name="csY1" fmla="*/ 46 h 685846"/>
                <a:gd name="csX2" fmla="*/ 800100 w 1809750"/>
                <a:gd name="csY2" fmla="*/ 647746 h 685846"/>
                <a:gd name="csX3" fmla="*/ 1123950 w 1809750"/>
                <a:gd name="csY3" fmla="*/ 38146 h 685846"/>
                <a:gd name="csX4" fmla="*/ 1504950 w 1809750"/>
                <a:gd name="csY4" fmla="*/ 628696 h 685846"/>
                <a:gd name="csX5" fmla="*/ 1809750 w 1809750"/>
                <a:gd name="csY5" fmla="*/ 57196 h 685846"/>
              </a:gdLst>
              <a:ahLst/>
              <a:cxnLst>
                <a:cxn ang="0">
                  <a:pos x="csX0" y="csY0"/>
                </a:cxn>
                <a:cxn ang="0">
                  <a:pos x="csX1" y="csY1"/>
                </a:cxn>
                <a:cxn ang="0">
                  <a:pos x="csX2" y="csY2"/>
                </a:cxn>
                <a:cxn ang="0">
                  <a:pos x="csX3" y="csY3"/>
                </a:cxn>
                <a:cxn ang="0">
                  <a:pos x="csX4" y="csY4"/>
                </a:cxn>
                <a:cxn ang="0">
                  <a:pos x="csX5" y="csY5"/>
                </a:cxn>
              </a:cxnLst>
              <a:rect l="l" t="t" r="r" b="b"/>
              <a:pathLst>
                <a:path w="1809750" h="685846">
                  <a:moveTo>
                    <a:pt x="0" y="685846"/>
                  </a:moveTo>
                  <a:cubicBezTo>
                    <a:pt x="123825" y="346121"/>
                    <a:pt x="247650" y="6396"/>
                    <a:pt x="381000" y="46"/>
                  </a:cubicBezTo>
                  <a:cubicBezTo>
                    <a:pt x="514350" y="-6304"/>
                    <a:pt x="676275" y="641396"/>
                    <a:pt x="800100" y="647746"/>
                  </a:cubicBezTo>
                  <a:cubicBezTo>
                    <a:pt x="923925" y="654096"/>
                    <a:pt x="1006475" y="41321"/>
                    <a:pt x="1123950" y="38146"/>
                  </a:cubicBezTo>
                  <a:cubicBezTo>
                    <a:pt x="1241425" y="34971"/>
                    <a:pt x="1390650" y="625521"/>
                    <a:pt x="1504950" y="628696"/>
                  </a:cubicBezTo>
                  <a:cubicBezTo>
                    <a:pt x="1619250" y="631871"/>
                    <a:pt x="1714500" y="344533"/>
                    <a:pt x="1809750" y="57196"/>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56" name="フリーフォーム: 図形 55">
              <a:extLst>
                <a:ext uri="{FF2B5EF4-FFF2-40B4-BE49-F238E27FC236}">
                  <a16:creationId xmlns:a16="http://schemas.microsoft.com/office/drawing/2014/main" id="{098084BB-D344-66DC-5C26-C24FC9D77A57}"/>
                </a:ext>
              </a:extLst>
            </p:cNvPr>
            <p:cNvSpPr/>
            <p:nvPr/>
          </p:nvSpPr>
          <p:spPr bwMode="auto">
            <a:xfrm>
              <a:off x="6821709" y="5384967"/>
              <a:ext cx="1880442" cy="280623"/>
            </a:xfrm>
            <a:custGeom>
              <a:avLst/>
              <a:gdLst>
                <a:gd name="csX0" fmla="*/ 0 w 1809750"/>
                <a:gd name="csY0" fmla="*/ 685846 h 685846"/>
                <a:gd name="csX1" fmla="*/ 381000 w 1809750"/>
                <a:gd name="csY1" fmla="*/ 46 h 685846"/>
                <a:gd name="csX2" fmla="*/ 800100 w 1809750"/>
                <a:gd name="csY2" fmla="*/ 647746 h 685846"/>
                <a:gd name="csX3" fmla="*/ 1123950 w 1809750"/>
                <a:gd name="csY3" fmla="*/ 38146 h 685846"/>
                <a:gd name="csX4" fmla="*/ 1504950 w 1809750"/>
                <a:gd name="csY4" fmla="*/ 628696 h 685846"/>
                <a:gd name="csX5" fmla="*/ 1809750 w 1809750"/>
                <a:gd name="csY5" fmla="*/ 57196 h 685846"/>
              </a:gdLst>
              <a:ahLst/>
              <a:cxnLst>
                <a:cxn ang="0">
                  <a:pos x="csX0" y="csY0"/>
                </a:cxn>
                <a:cxn ang="0">
                  <a:pos x="csX1" y="csY1"/>
                </a:cxn>
                <a:cxn ang="0">
                  <a:pos x="csX2" y="csY2"/>
                </a:cxn>
                <a:cxn ang="0">
                  <a:pos x="csX3" y="csY3"/>
                </a:cxn>
                <a:cxn ang="0">
                  <a:pos x="csX4" y="csY4"/>
                </a:cxn>
                <a:cxn ang="0">
                  <a:pos x="csX5" y="csY5"/>
                </a:cxn>
              </a:cxnLst>
              <a:rect l="l" t="t" r="r" b="b"/>
              <a:pathLst>
                <a:path w="1809750" h="685846">
                  <a:moveTo>
                    <a:pt x="0" y="685846"/>
                  </a:moveTo>
                  <a:cubicBezTo>
                    <a:pt x="123825" y="346121"/>
                    <a:pt x="247650" y="6396"/>
                    <a:pt x="381000" y="46"/>
                  </a:cubicBezTo>
                  <a:cubicBezTo>
                    <a:pt x="514350" y="-6304"/>
                    <a:pt x="676275" y="641396"/>
                    <a:pt x="800100" y="647746"/>
                  </a:cubicBezTo>
                  <a:cubicBezTo>
                    <a:pt x="923925" y="654096"/>
                    <a:pt x="1006475" y="41321"/>
                    <a:pt x="1123950" y="38146"/>
                  </a:cubicBezTo>
                  <a:cubicBezTo>
                    <a:pt x="1241425" y="34971"/>
                    <a:pt x="1390650" y="625521"/>
                    <a:pt x="1504950" y="628696"/>
                  </a:cubicBezTo>
                  <a:cubicBezTo>
                    <a:pt x="1619250" y="631871"/>
                    <a:pt x="1714500" y="344533"/>
                    <a:pt x="1809750" y="57196"/>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57" name="フリーフォーム: 図形 56">
              <a:extLst>
                <a:ext uri="{FF2B5EF4-FFF2-40B4-BE49-F238E27FC236}">
                  <a16:creationId xmlns:a16="http://schemas.microsoft.com/office/drawing/2014/main" id="{4FE8E0FA-B130-9C77-7454-8D80BA1E7A63}"/>
                </a:ext>
              </a:extLst>
            </p:cNvPr>
            <p:cNvSpPr/>
            <p:nvPr/>
          </p:nvSpPr>
          <p:spPr bwMode="auto">
            <a:xfrm>
              <a:off x="6814905" y="2888483"/>
              <a:ext cx="1880443" cy="280623"/>
            </a:xfrm>
            <a:custGeom>
              <a:avLst/>
              <a:gdLst>
                <a:gd name="csX0" fmla="*/ 0 w 1809750"/>
                <a:gd name="csY0" fmla="*/ 685846 h 685846"/>
                <a:gd name="csX1" fmla="*/ 381000 w 1809750"/>
                <a:gd name="csY1" fmla="*/ 46 h 685846"/>
                <a:gd name="csX2" fmla="*/ 800100 w 1809750"/>
                <a:gd name="csY2" fmla="*/ 647746 h 685846"/>
                <a:gd name="csX3" fmla="*/ 1123950 w 1809750"/>
                <a:gd name="csY3" fmla="*/ 38146 h 685846"/>
                <a:gd name="csX4" fmla="*/ 1504950 w 1809750"/>
                <a:gd name="csY4" fmla="*/ 628696 h 685846"/>
                <a:gd name="csX5" fmla="*/ 1809750 w 1809750"/>
                <a:gd name="csY5" fmla="*/ 57196 h 685846"/>
              </a:gdLst>
              <a:ahLst/>
              <a:cxnLst>
                <a:cxn ang="0">
                  <a:pos x="csX0" y="csY0"/>
                </a:cxn>
                <a:cxn ang="0">
                  <a:pos x="csX1" y="csY1"/>
                </a:cxn>
                <a:cxn ang="0">
                  <a:pos x="csX2" y="csY2"/>
                </a:cxn>
                <a:cxn ang="0">
                  <a:pos x="csX3" y="csY3"/>
                </a:cxn>
                <a:cxn ang="0">
                  <a:pos x="csX4" y="csY4"/>
                </a:cxn>
                <a:cxn ang="0">
                  <a:pos x="csX5" y="csY5"/>
                </a:cxn>
              </a:cxnLst>
              <a:rect l="l" t="t" r="r" b="b"/>
              <a:pathLst>
                <a:path w="1809750" h="685846">
                  <a:moveTo>
                    <a:pt x="0" y="685846"/>
                  </a:moveTo>
                  <a:cubicBezTo>
                    <a:pt x="123825" y="346121"/>
                    <a:pt x="247650" y="6396"/>
                    <a:pt x="381000" y="46"/>
                  </a:cubicBezTo>
                  <a:cubicBezTo>
                    <a:pt x="514350" y="-6304"/>
                    <a:pt x="676275" y="641396"/>
                    <a:pt x="800100" y="647746"/>
                  </a:cubicBezTo>
                  <a:cubicBezTo>
                    <a:pt x="923925" y="654096"/>
                    <a:pt x="1006475" y="41321"/>
                    <a:pt x="1123950" y="38146"/>
                  </a:cubicBezTo>
                  <a:cubicBezTo>
                    <a:pt x="1241425" y="34971"/>
                    <a:pt x="1390650" y="625521"/>
                    <a:pt x="1504950" y="628696"/>
                  </a:cubicBezTo>
                  <a:cubicBezTo>
                    <a:pt x="1619250" y="631871"/>
                    <a:pt x="1714500" y="344533"/>
                    <a:pt x="1809750" y="57196"/>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58" name="フリーフォーム: 図形 57">
              <a:extLst>
                <a:ext uri="{FF2B5EF4-FFF2-40B4-BE49-F238E27FC236}">
                  <a16:creationId xmlns:a16="http://schemas.microsoft.com/office/drawing/2014/main" id="{495424D9-2213-B384-DAED-6DCC88816FA3}"/>
                </a:ext>
              </a:extLst>
            </p:cNvPr>
            <p:cNvSpPr/>
            <p:nvPr/>
          </p:nvSpPr>
          <p:spPr bwMode="auto">
            <a:xfrm>
              <a:off x="6814905" y="4142309"/>
              <a:ext cx="1880443" cy="280623"/>
            </a:xfrm>
            <a:custGeom>
              <a:avLst/>
              <a:gdLst>
                <a:gd name="csX0" fmla="*/ 0 w 1809750"/>
                <a:gd name="csY0" fmla="*/ 685846 h 685846"/>
                <a:gd name="csX1" fmla="*/ 381000 w 1809750"/>
                <a:gd name="csY1" fmla="*/ 46 h 685846"/>
                <a:gd name="csX2" fmla="*/ 800100 w 1809750"/>
                <a:gd name="csY2" fmla="*/ 647746 h 685846"/>
                <a:gd name="csX3" fmla="*/ 1123950 w 1809750"/>
                <a:gd name="csY3" fmla="*/ 38146 h 685846"/>
                <a:gd name="csX4" fmla="*/ 1504950 w 1809750"/>
                <a:gd name="csY4" fmla="*/ 628696 h 685846"/>
                <a:gd name="csX5" fmla="*/ 1809750 w 1809750"/>
                <a:gd name="csY5" fmla="*/ 57196 h 685846"/>
              </a:gdLst>
              <a:ahLst/>
              <a:cxnLst>
                <a:cxn ang="0">
                  <a:pos x="csX0" y="csY0"/>
                </a:cxn>
                <a:cxn ang="0">
                  <a:pos x="csX1" y="csY1"/>
                </a:cxn>
                <a:cxn ang="0">
                  <a:pos x="csX2" y="csY2"/>
                </a:cxn>
                <a:cxn ang="0">
                  <a:pos x="csX3" y="csY3"/>
                </a:cxn>
                <a:cxn ang="0">
                  <a:pos x="csX4" y="csY4"/>
                </a:cxn>
                <a:cxn ang="0">
                  <a:pos x="csX5" y="csY5"/>
                </a:cxn>
              </a:cxnLst>
              <a:rect l="l" t="t" r="r" b="b"/>
              <a:pathLst>
                <a:path w="1809750" h="685846">
                  <a:moveTo>
                    <a:pt x="0" y="685846"/>
                  </a:moveTo>
                  <a:cubicBezTo>
                    <a:pt x="123825" y="346121"/>
                    <a:pt x="247650" y="6396"/>
                    <a:pt x="381000" y="46"/>
                  </a:cubicBezTo>
                  <a:cubicBezTo>
                    <a:pt x="514350" y="-6304"/>
                    <a:pt x="676275" y="641396"/>
                    <a:pt x="800100" y="647746"/>
                  </a:cubicBezTo>
                  <a:cubicBezTo>
                    <a:pt x="923925" y="654096"/>
                    <a:pt x="1006475" y="41321"/>
                    <a:pt x="1123950" y="38146"/>
                  </a:cubicBezTo>
                  <a:cubicBezTo>
                    <a:pt x="1241425" y="34971"/>
                    <a:pt x="1390650" y="625521"/>
                    <a:pt x="1504950" y="628696"/>
                  </a:cubicBezTo>
                  <a:cubicBezTo>
                    <a:pt x="1619250" y="631871"/>
                    <a:pt x="1714500" y="344533"/>
                    <a:pt x="1809750" y="57196"/>
                  </a:cubicBezTo>
                </a:path>
              </a:pathLst>
            </a:cu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a:ln>
                  <a:noFill/>
                </a:ln>
                <a:solidFill>
                  <a:schemeClr val="tx1"/>
                </a:solidFill>
                <a:effectLst/>
                <a:latin typeface="ＭＳ Ｐゴシック" charset="-128"/>
                <a:ea typeface="ＭＳ Ｐゴシック" charset="-128"/>
              </a:endParaRPr>
            </a:p>
          </p:txBody>
        </p:sp>
        <p:sp>
          <p:nvSpPr>
            <p:cNvPr id="61" name="テキスト ボックス 60">
              <a:extLst>
                <a:ext uri="{FF2B5EF4-FFF2-40B4-BE49-F238E27FC236}">
                  <a16:creationId xmlns:a16="http://schemas.microsoft.com/office/drawing/2014/main" id="{2547496E-6762-0CBE-0C05-98BE65A3F3F1}"/>
                </a:ext>
              </a:extLst>
            </p:cNvPr>
            <p:cNvSpPr txBox="1"/>
            <p:nvPr/>
          </p:nvSpPr>
          <p:spPr>
            <a:xfrm>
              <a:off x="9435947" y="236283"/>
              <a:ext cx="2169450" cy="461665"/>
            </a:xfrm>
            <a:prstGeom prst="rect">
              <a:avLst/>
            </a:prstGeom>
            <a:noFill/>
          </p:spPr>
          <p:txBody>
            <a:bodyPr wrap="square" rtlCol="0">
              <a:spAutoFit/>
            </a:bodyPr>
            <a:lstStyle/>
            <a:p>
              <a:pPr algn="l"/>
              <a:r>
                <a:rPr kumimoji="1" lang="en-US" altLang="ja-JP" sz="2400" i="0" dirty="0" err="1">
                  <a:latin typeface="+mn-ea"/>
                  <a:ea typeface="+mn-ea"/>
                </a:rPr>
                <a:t>Traversability</a:t>
              </a:r>
              <a:endParaRPr kumimoji="1" lang="ja-JP" altLang="en-US" sz="2400" i="0" dirty="0">
                <a:latin typeface="+mn-ea"/>
                <a:ea typeface="+mn-ea"/>
              </a:endParaRPr>
            </a:p>
          </p:txBody>
        </p:sp>
        <p:sp>
          <p:nvSpPr>
            <p:cNvPr id="64" name="楕円 63">
              <a:extLst>
                <a:ext uri="{FF2B5EF4-FFF2-40B4-BE49-F238E27FC236}">
                  <a16:creationId xmlns:a16="http://schemas.microsoft.com/office/drawing/2014/main" id="{8D3C29F6-76F5-ABBF-67A6-10AF27C0D14C}"/>
                </a:ext>
              </a:extLst>
            </p:cNvPr>
            <p:cNvSpPr/>
            <p:nvPr/>
          </p:nvSpPr>
          <p:spPr bwMode="auto">
            <a:xfrm>
              <a:off x="10291616" y="4999471"/>
              <a:ext cx="471178" cy="461665"/>
            </a:xfrm>
            <a:prstGeom prst="ellipse">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65" name="楕円 64">
              <a:extLst>
                <a:ext uri="{FF2B5EF4-FFF2-40B4-BE49-F238E27FC236}">
                  <a16:creationId xmlns:a16="http://schemas.microsoft.com/office/drawing/2014/main" id="{BDA072B2-8FDF-82AA-EDF8-BB90E6096018}"/>
                </a:ext>
              </a:extLst>
            </p:cNvPr>
            <p:cNvSpPr/>
            <p:nvPr/>
          </p:nvSpPr>
          <p:spPr bwMode="auto">
            <a:xfrm>
              <a:off x="10291616" y="3707596"/>
              <a:ext cx="471178" cy="461665"/>
            </a:xfrm>
            <a:prstGeom prst="ellipse">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66" name="楕円 65">
              <a:extLst>
                <a:ext uri="{FF2B5EF4-FFF2-40B4-BE49-F238E27FC236}">
                  <a16:creationId xmlns:a16="http://schemas.microsoft.com/office/drawing/2014/main" id="{7D825D11-C1CA-3813-CE18-F696B5054E77}"/>
                </a:ext>
              </a:extLst>
            </p:cNvPr>
            <p:cNvSpPr/>
            <p:nvPr/>
          </p:nvSpPr>
          <p:spPr bwMode="auto">
            <a:xfrm>
              <a:off x="10349789" y="3761831"/>
              <a:ext cx="354832" cy="340117"/>
            </a:xfrm>
            <a:prstGeom prst="ellipse">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67" name="二等辺三角形 66">
              <a:extLst>
                <a:ext uri="{FF2B5EF4-FFF2-40B4-BE49-F238E27FC236}">
                  <a16:creationId xmlns:a16="http://schemas.microsoft.com/office/drawing/2014/main" id="{2B39487D-9C6D-FDD0-EC4D-366FD8277E49}"/>
                </a:ext>
              </a:extLst>
            </p:cNvPr>
            <p:cNvSpPr/>
            <p:nvPr/>
          </p:nvSpPr>
          <p:spPr bwMode="auto">
            <a:xfrm>
              <a:off x="10285083" y="1058170"/>
              <a:ext cx="471178" cy="455366"/>
            </a:xfrm>
            <a:prstGeom prst="triangle">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sp>
          <p:nvSpPr>
            <p:cNvPr id="68" name="二等辺三角形 67">
              <a:extLst>
                <a:ext uri="{FF2B5EF4-FFF2-40B4-BE49-F238E27FC236}">
                  <a16:creationId xmlns:a16="http://schemas.microsoft.com/office/drawing/2014/main" id="{B5153EA1-B368-2D85-B5FA-41BC3362E4AA}"/>
                </a:ext>
              </a:extLst>
            </p:cNvPr>
            <p:cNvSpPr/>
            <p:nvPr/>
          </p:nvSpPr>
          <p:spPr bwMode="auto">
            <a:xfrm>
              <a:off x="10282023" y="2318513"/>
              <a:ext cx="471178" cy="455366"/>
            </a:xfrm>
            <a:prstGeom prst="triangle">
              <a:avLst/>
            </a:prstGeom>
            <a:noFill/>
            <a:ln w="190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ja-JP" altLang="en-US" sz="1200" b="0" i="0" u="none" strike="noStrike" cap="none" normalizeH="0" baseline="0" dirty="0">
                <a:ln>
                  <a:noFill/>
                </a:ln>
                <a:solidFill>
                  <a:schemeClr val="tx1"/>
                </a:solidFill>
                <a:effectLst/>
                <a:latin typeface="ＭＳ Ｐゴシック" charset="-128"/>
                <a:ea typeface="ＭＳ Ｐゴシック" charset="-128"/>
              </a:endParaRPr>
            </a:p>
          </p:txBody>
        </p:sp>
      </p:grpSp>
    </p:spTree>
    <p:extLst>
      <p:ext uri="{BB962C8B-B14F-4D97-AF65-F5344CB8AC3E}">
        <p14:creationId xmlns:p14="http://schemas.microsoft.com/office/powerpoint/2010/main" val="3224525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1" name="グループ化 30">
            <a:extLst>
              <a:ext uri="{FF2B5EF4-FFF2-40B4-BE49-F238E27FC236}">
                <a16:creationId xmlns:a16="http://schemas.microsoft.com/office/drawing/2014/main" id="{E5453077-3799-D364-138F-F363A88FAFB6}"/>
              </a:ext>
            </a:extLst>
          </p:cNvPr>
          <p:cNvGrpSpPr/>
          <p:nvPr/>
        </p:nvGrpSpPr>
        <p:grpSpPr>
          <a:xfrm>
            <a:off x="3893767" y="1819872"/>
            <a:ext cx="4073166" cy="3796882"/>
            <a:chOff x="3893767" y="1819872"/>
            <a:chExt cx="4073166" cy="3796882"/>
          </a:xfrm>
        </p:grpSpPr>
        <p:pic>
          <p:nvPicPr>
            <p:cNvPr id="3" name="図 2" descr="アイコン が含まれている画像&#10;&#10;AI 生成コンテンツは誤りを含む可能性があります。">
              <a:extLst>
                <a:ext uri="{FF2B5EF4-FFF2-40B4-BE49-F238E27FC236}">
                  <a16:creationId xmlns:a16="http://schemas.microsoft.com/office/drawing/2014/main" id="{7132E7EE-AAE4-BB79-FA99-6E26613281F4}"/>
                </a:ext>
              </a:extLst>
            </p:cNvPr>
            <p:cNvPicPr>
              <a:picLocks noChangeAspect="1"/>
            </p:cNvPicPr>
            <p:nvPr/>
          </p:nvPicPr>
          <p:blipFill>
            <a:blip r:embed="rId2">
              <a:extLst>
                <a:ext uri="{28A0092B-C50C-407E-A947-70E740481C1C}">
                  <a14:useLocalDpi xmlns:a14="http://schemas.microsoft.com/office/drawing/2010/main" val="0"/>
                </a:ext>
              </a:extLst>
            </a:blip>
            <a:srcRect l="15713" t="14429" r="14964" b="4234"/>
            <a:stretch>
              <a:fillRect/>
            </a:stretch>
          </p:blipFill>
          <p:spPr>
            <a:xfrm>
              <a:off x="4699591" y="2360429"/>
              <a:ext cx="2413592" cy="2721935"/>
            </a:xfrm>
            <a:prstGeom prst="rect">
              <a:avLst/>
            </a:prstGeom>
          </p:spPr>
        </p:pic>
        <p:sp>
          <p:nvSpPr>
            <p:cNvPr id="13" name="テキスト ボックス 12">
              <a:extLst>
                <a:ext uri="{FF2B5EF4-FFF2-40B4-BE49-F238E27FC236}">
                  <a16:creationId xmlns:a16="http://schemas.microsoft.com/office/drawing/2014/main" id="{BB7472EF-B00D-673D-98FB-FBF44858322F}"/>
                </a:ext>
              </a:extLst>
            </p:cNvPr>
            <p:cNvSpPr txBox="1"/>
            <p:nvPr/>
          </p:nvSpPr>
          <p:spPr>
            <a:xfrm>
              <a:off x="4183502" y="1819872"/>
              <a:ext cx="3311869" cy="461665"/>
            </a:xfrm>
            <a:prstGeom prst="rect">
              <a:avLst/>
            </a:prstGeom>
            <a:noFill/>
          </p:spPr>
          <p:txBody>
            <a:bodyPr wrap="none" rtlCol="0">
              <a:spAutoFit/>
            </a:bodyPr>
            <a:lstStyle/>
            <a:p>
              <a:pPr algn="l"/>
              <a:r>
                <a:rPr kumimoji="1" lang="en-US" altLang="ja-JP" sz="2400" i="0" dirty="0">
                  <a:latin typeface="+mn-ea"/>
                  <a:ea typeface="+mn-ea"/>
                </a:rPr>
                <a:t>Four-wheeler vehicle</a:t>
              </a:r>
              <a:endParaRPr kumimoji="1" lang="ja-JP" altLang="en-US" sz="2400" i="0" dirty="0">
                <a:latin typeface="+mn-ea"/>
                <a:ea typeface="+mn-ea"/>
              </a:endParaRPr>
            </a:p>
          </p:txBody>
        </p:sp>
        <p:sp>
          <p:nvSpPr>
            <p:cNvPr id="20" name="テキスト ボックス 19">
              <a:extLst>
                <a:ext uri="{FF2B5EF4-FFF2-40B4-BE49-F238E27FC236}">
                  <a16:creationId xmlns:a16="http://schemas.microsoft.com/office/drawing/2014/main" id="{46E6ED38-20FE-3F0B-E719-127EFC0510CD}"/>
                </a:ext>
              </a:extLst>
            </p:cNvPr>
            <p:cNvSpPr txBox="1"/>
            <p:nvPr/>
          </p:nvSpPr>
          <p:spPr>
            <a:xfrm>
              <a:off x="3893767" y="5155089"/>
              <a:ext cx="4073166" cy="461665"/>
            </a:xfrm>
            <a:prstGeom prst="rect">
              <a:avLst/>
            </a:prstGeom>
            <a:noFill/>
          </p:spPr>
          <p:txBody>
            <a:bodyPr wrap="none" rtlCol="0">
              <a:spAutoFit/>
            </a:bodyPr>
            <a:lstStyle/>
            <a:p>
              <a:pPr algn="l"/>
              <a:r>
                <a:rPr kumimoji="1" lang="en-US" altLang="ja-JP" sz="2400" i="0" dirty="0">
                  <a:latin typeface="+mn-ea"/>
                  <a:ea typeface="+mn-ea"/>
                </a:rPr>
                <a:t>Sine wave–shaped terrain</a:t>
              </a:r>
              <a:endParaRPr kumimoji="1" lang="ja-JP" altLang="en-US" sz="2400" i="0" dirty="0">
                <a:latin typeface="+mn-ea"/>
                <a:ea typeface="+mn-ea"/>
              </a:endParaRPr>
            </a:p>
          </p:txBody>
        </p:sp>
        <p:cxnSp>
          <p:nvCxnSpPr>
            <p:cNvPr id="27" name="直線矢印コネクタ 26">
              <a:extLst>
                <a:ext uri="{FF2B5EF4-FFF2-40B4-BE49-F238E27FC236}">
                  <a16:creationId xmlns:a16="http://schemas.microsoft.com/office/drawing/2014/main" id="{5822A9CD-7CF2-1419-69A2-60EEA8C75F2E}"/>
                </a:ext>
              </a:extLst>
            </p:cNvPr>
            <p:cNvCxnSpPr>
              <a:cxnSpLocks/>
            </p:cNvCxnSpPr>
            <p:nvPr/>
          </p:nvCxnSpPr>
          <p:spPr bwMode="auto">
            <a:xfrm flipV="1">
              <a:off x="5875130" y="4693423"/>
              <a:ext cx="110440" cy="467833"/>
            </a:xfrm>
            <a:prstGeom prst="straightConnector1">
              <a:avLst/>
            </a:prstGeom>
            <a:solidFill>
              <a:schemeClr val="accent1"/>
            </a:solidFill>
            <a:ln w="762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30" name="直線矢印コネクタ 29">
              <a:extLst>
                <a:ext uri="{FF2B5EF4-FFF2-40B4-BE49-F238E27FC236}">
                  <a16:creationId xmlns:a16="http://schemas.microsoft.com/office/drawing/2014/main" id="{8E296A1E-CB9D-DCE1-5704-5797FF04FD58}"/>
                </a:ext>
              </a:extLst>
            </p:cNvPr>
            <p:cNvCxnSpPr>
              <a:cxnSpLocks/>
            </p:cNvCxnSpPr>
            <p:nvPr/>
          </p:nvCxnSpPr>
          <p:spPr bwMode="auto">
            <a:xfrm flipH="1">
              <a:off x="5811367" y="2281537"/>
              <a:ext cx="110440" cy="467833"/>
            </a:xfrm>
            <a:prstGeom prst="straightConnector1">
              <a:avLst/>
            </a:prstGeom>
            <a:solidFill>
              <a:schemeClr val="accent1"/>
            </a:solidFill>
            <a:ln w="76200" cap="flat" cmpd="sng" algn="ctr">
              <a:solidFill>
                <a:srgbClr val="FF0000"/>
              </a:solidFill>
              <a:prstDash val="solid"/>
              <a:round/>
              <a:headEnd type="none" w="med" len="med"/>
              <a:tailEnd type="triangle"/>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14098081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00000000-0000-0000-0000-000000000000"/>
  <p:tag name="SLIDO_EVENT_UUID" val="faf3fd9b-f835-4516-a869-c4f591f48447"/>
  <p:tag name="SLIDO_EVENT_SECTION_UUID" val="3c0d15b6-d60c-46ac-b595-4f055c74ddcf"/>
</p:tagLst>
</file>

<file path=ppt/theme/theme1.xml><?xml version="1.0" encoding="utf-8"?>
<a:theme xmlns:a="http://schemas.openxmlformats.org/drawingml/2006/main" name="Vid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xmlns:p="http://schemas.openxmlformats.org/presentationml/2006/main" xmlns:r="http://schemas.openxmlformats.org/officeDocument/2006/relationships">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200" b="0" i="0" u="none" strike="noStrike" cap="none" normalizeH="0" baseline="0" dirty="0">
            <a:ln>
              <a:noFill/>
            </a:ln>
            <a:solidFill>
              <a:schemeClr val="tx1"/>
            </a:solidFill>
            <a:effectLst/>
            <a:latin typeface="ＭＳ Ｐゴシック" charset="-128"/>
            <a:ea typeface="ＭＳ Ｐゴシック"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fr-FR" sz="1200" b="0" i="0" u="none" strike="noStrike" cap="none" normalizeH="0" baseline="0" smtClean="0">
            <a:ln>
              <a:noFill/>
            </a:ln>
            <a:solidFill>
              <a:schemeClr val="tx1"/>
            </a:solidFill>
            <a:effectLst/>
            <a:latin typeface="ＭＳ Ｐゴシック" charset="-128"/>
            <a:ea typeface="ＭＳ Ｐゴシック" charset="-128"/>
          </a:defRPr>
        </a:defPPr>
      </a:lstStyle>
    </a:lnDef>
    <a:txDef>
      <a:spPr>
        <a:noFill/>
      </a:spPr>
      <a:bodyPr wrap="none" rtlCol="0">
        <a:spAutoFit/>
      </a:bodyPr>
      <a:lstStyle>
        <a:defPPr algn="l">
          <a:defRPr kumimoji="1" sz="2400" i="0" smtClean="0">
            <a:latin typeface="+mn-ea"/>
            <a:ea typeface="+mn-ea"/>
          </a:defRPr>
        </a:defPPr>
      </a:lstStyle>
    </a:txDef>
  </a:objectDefaults>
  <a:extraClrSchemeLst>
    <a:extraClrScheme>
      <a:clrScheme name="Vid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Vid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Vid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Vid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Vid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Vid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Vid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39174</TotalTime>
  <Words>2262</Words>
  <Application>Microsoft Office PowerPoint</Application>
  <PresentationFormat>ワイド画面</PresentationFormat>
  <Paragraphs>260</Paragraphs>
  <Slides>20</Slides>
  <Notes>13</Notes>
  <HiddenSlides>9</HiddenSlides>
  <MMClips>1</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20</vt:i4>
      </vt:variant>
    </vt:vector>
  </HeadingPairs>
  <TitlesOfParts>
    <vt:vector size="28" baseType="lpstr">
      <vt:lpstr>ＭＳ Ｐゴシック</vt:lpstr>
      <vt:lpstr>メイリオ</vt:lpstr>
      <vt:lpstr>メイリオ</vt:lpstr>
      <vt:lpstr>Arial</vt:lpstr>
      <vt:lpstr>Segoe UI Historic</vt:lpstr>
      <vt:lpstr>Times</vt:lpstr>
      <vt:lpstr>Wingdings</vt:lpstr>
      <vt:lpstr>Vide</vt:lpstr>
      <vt:lpstr>PowerPoint プレゼンテーション</vt:lpstr>
      <vt:lpstr>緒言</vt:lpstr>
      <vt:lpstr>未知環境について</vt:lpstr>
      <vt:lpstr>本研究で提案するアイデア</vt:lpstr>
      <vt:lpstr>本研究の目的</vt:lpstr>
      <vt:lpstr>走行性能について</vt:lpstr>
      <vt:lpstr>指標をどう作成するのか</vt:lpstr>
      <vt:lpstr>現状</vt:lpstr>
      <vt:lpstr>まとめと今後の展望</vt:lpstr>
      <vt:lpstr>PowerPoint プレゼンテーション</vt:lpstr>
      <vt:lpstr>実験方法　このスライドは指標についてに変更</vt:lpstr>
      <vt:lpstr>現状</vt:lpstr>
      <vt:lpstr>PowerPoint プレゼンテーション</vt:lpstr>
      <vt:lpstr>走行性能とは？</vt:lpstr>
      <vt:lpstr>緒言</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
  <cp:keywords/>
  <dc:description/>
  <cp:lastModifiedBy>翔亮 佐藤</cp:lastModifiedBy>
  <cp:revision>2511</cp:revision>
  <cp:lastPrinted>2012-05-07T05:28:35Z</cp:lastPrinted>
  <dcterms:created xsi:type="dcterms:W3CDTF">2007-04-19T10:21:38Z</dcterms:created>
  <dcterms:modified xsi:type="dcterms:W3CDTF">2026-01-27T07:17:27Z</dcterms:modified>
  <cp:category/>
</cp:coreProperties>
</file>